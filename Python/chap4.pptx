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ppt/tags/tag7.xml" ContentType="application/vnd.openxmlformats-officedocument.presentationml.tags+xml"/>
  <Override PartName="/ppt/notesSlides/notesSlide7.xml" ContentType="application/vnd.openxmlformats-officedocument.presentationml.notesSlide+xml"/>
  <Override PartName="/ppt/tags/tag8.xml" ContentType="application/vnd.openxmlformats-officedocument.presentationml.tags+xml"/>
  <Override PartName="/ppt/notesSlides/notesSlide8.xml" ContentType="application/vnd.openxmlformats-officedocument.presentationml.notesSlide+xml"/>
  <Override PartName="/ppt/tags/tag9.xml" ContentType="application/vnd.openxmlformats-officedocument.presentationml.tags+xml"/>
  <Override PartName="/ppt/notesSlides/notesSlide9.xml" ContentType="application/vnd.openxmlformats-officedocument.presentationml.notesSlide+xml"/>
  <Override PartName="/ppt/tags/tag10.xml" ContentType="application/vnd.openxmlformats-officedocument.presentationml.tags+xml"/>
  <Override PartName="/ppt/notesSlides/notesSlide10.xml" ContentType="application/vnd.openxmlformats-officedocument.presentationml.notesSlide+xml"/>
  <Override PartName="/ppt/tags/tag11.xml" ContentType="application/vnd.openxmlformats-officedocument.presentationml.tags+xml"/>
  <Override PartName="/ppt/notesSlides/notesSlide11.xml" ContentType="application/vnd.openxmlformats-officedocument.presentationml.notesSlide+xml"/>
  <Override PartName="/ppt/tags/tag12.xml" ContentType="application/vnd.openxmlformats-officedocument.presentationml.tags+xml"/>
  <Override PartName="/ppt/notesSlides/notesSlide12.xml" ContentType="application/vnd.openxmlformats-officedocument.presentationml.notesSlide+xml"/>
  <Override PartName="/ppt/tags/tag13.xml" ContentType="application/vnd.openxmlformats-officedocument.presentationml.tags+xml"/>
  <Override PartName="/ppt/notesSlides/notesSlide13.xml" ContentType="application/vnd.openxmlformats-officedocument.presentationml.notesSlide+xml"/>
  <Override PartName="/ppt/tags/tag14.xml" ContentType="application/vnd.openxmlformats-officedocument.presentationml.tags+xml"/>
  <Override PartName="/ppt/notesSlides/notesSlide14.xml" ContentType="application/vnd.openxmlformats-officedocument.presentationml.notesSlide+xml"/>
  <Override PartName="/ppt/tags/tag15.xml" ContentType="application/vnd.openxmlformats-officedocument.presentationml.tags+xml"/>
  <Override PartName="/ppt/notesSlides/notesSlide15.xml" ContentType="application/vnd.openxmlformats-officedocument.presentationml.notesSlide+xml"/>
  <Override PartName="/ppt/tags/tag16.xml" ContentType="application/vnd.openxmlformats-officedocument.presentationml.tags+xml"/>
  <Override PartName="/ppt/notesSlides/notesSlide16.xml" ContentType="application/vnd.openxmlformats-officedocument.presentationml.notesSlide+xml"/>
  <Override PartName="/ppt/tags/tag17.xml" ContentType="application/vnd.openxmlformats-officedocument.presentationml.tags+xml"/>
  <Override PartName="/ppt/notesSlides/notesSlide17.xml" ContentType="application/vnd.openxmlformats-officedocument.presentationml.notesSlide+xml"/>
  <Override PartName="/ppt/tags/tag18.xml" ContentType="application/vnd.openxmlformats-officedocument.presentationml.tags+xml"/>
  <Override PartName="/ppt/notesSlides/notesSlide18.xml" ContentType="application/vnd.openxmlformats-officedocument.presentationml.notesSlide+xml"/>
  <Override PartName="/ppt/tags/tag19.xml" ContentType="application/vnd.openxmlformats-officedocument.presentationml.tags+xml"/>
  <Override PartName="/ppt/notesSlides/notesSlide19.xml" ContentType="application/vnd.openxmlformats-officedocument.presentationml.notesSlide+xml"/>
  <Override PartName="/ppt/tags/tag20.xml" ContentType="application/vnd.openxmlformats-officedocument.presentationml.tags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319" r:id="rId2"/>
    <p:sldId id="299" r:id="rId3"/>
    <p:sldId id="300" r:id="rId4"/>
    <p:sldId id="301" r:id="rId5"/>
    <p:sldId id="302" r:id="rId6"/>
    <p:sldId id="303" r:id="rId7"/>
    <p:sldId id="304" r:id="rId8"/>
    <p:sldId id="305" r:id="rId9"/>
    <p:sldId id="306" r:id="rId10"/>
    <p:sldId id="307" r:id="rId11"/>
    <p:sldId id="308" r:id="rId12"/>
    <p:sldId id="309" r:id="rId13"/>
    <p:sldId id="310" r:id="rId14"/>
    <p:sldId id="311" r:id="rId15"/>
    <p:sldId id="312" r:id="rId16"/>
    <p:sldId id="313" r:id="rId17"/>
    <p:sldId id="314" r:id="rId18"/>
    <p:sldId id="315" r:id="rId19"/>
    <p:sldId id="316" r:id="rId20"/>
    <p:sldId id="317" r:id="rId21"/>
    <p:sldId id="318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-1324" y="-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69E855-B4FF-4ADF-8948-D7E287C048DF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0C72D6-15A0-441E-9825-759E26EAFB6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466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5F8E8B9-6413-4146-9C9C-80E4DB195DAD}" type="slidenum">
              <a:rPr lang="fr-FR" smtClean="0"/>
              <a:pPr/>
              <a:t>2</a:t>
            </a:fld>
            <a:endParaRPr lang="fr-FR" smtClean="0"/>
          </a:p>
        </p:txBody>
      </p:sp>
      <p:sp>
        <p:nvSpPr>
          <p:cNvPr id="355331" name="Forme 3"/>
          <p:cNvSpPr txBox="1">
            <a:spLocks noGrp="1" noChangeArrowheads="1"/>
          </p:cNvSpPr>
          <p:nvPr/>
        </p:nvSpPr>
        <p:spPr bwMode="auto">
          <a:xfrm>
            <a:off x="0" y="0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eaLnBrk="1" hangingPunct="1"/>
            <a:fld id="{71A5CDB5-79F2-470E-8CB8-8610702AF087}" type="datetime5">
              <a:rPr lang="en-US" sz="900">
                <a:solidFill>
                  <a:srgbClr val="5F5F5F"/>
                </a:solidFill>
                <a:latin typeface="Arial" pitchFamily="34" charset="0"/>
              </a:rPr>
              <a:pPr eaLnBrk="1" hangingPunct="1"/>
              <a:t>11-Oct-25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355332" name="Forme 4"/>
          <p:cNvSpPr txBox="1">
            <a:spLocks noGrp="1" noChangeArrowheads="1"/>
          </p:cNvSpPr>
          <p:nvPr/>
        </p:nvSpPr>
        <p:spPr bwMode="auto">
          <a:xfrm>
            <a:off x="6400800" y="8685213"/>
            <a:ext cx="4556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algn="r" eaLnBrk="1" hangingPunct="1"/>
            <a:fld id="{13764204-E1FC-47B9-8100-BDB703E2DECF}" type="slidenum">
              <a:rPr lang="fr-FR" sz="900">
                <a:solidFill>
                  <a:srgbClr val="5F5F5F"/>
                </a:solidFill>
                <a:latin typeface="Arial" pitchFamily="34" charset="0"/>
              </a:rPr>
              <a:pPr algn="r" eaLnBrk="1" hangingPunct="1"/>
              <a:t>2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355333" name="Forme 5"/>
          <p:cNvSpPr txBox="1">
            <a:spLocks noGrp="1" noChangeArrowheads="1"/>
          </p:cNvSpPr>
          <p:nvPr/>
        </p:nvSpPr>
        <p:spPr bwMode="auto">
          <a:xfrm>
            <a:off x="0" y="8685213"/>
            <a:ext cx="563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Copyright © 2004-2005 NameOfTheOrganization. All rights reserved.</a:t>
            </a:r>
          </a:p>
        </p:txBody>
      </p:sp>
      <p:sp>
        <p:nvSpPr>
          <p:cNvPr id="355334" name="Forme 6"/>
          <p:cNvSpPr txBox="1">
            <a:spLocks noGrp="1" noChangeArrowheads="1"/>
          </p:cNvSpPr>
          <p:nvPr/>
        </p:nvSpPr>
        <p:spPr bwMode="auto">
          <a:xfrm>
            <a:off x="2286000" y="0"/>
            <a:ext cx="457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algn="r"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[Title of the course]</a:t>
            </a:r>
          </a:p>
        </p:txBody>
      </p:sp>
      <p:sp>
        <p:nvSpPr>
          <p:cNvPr id="355335" name="Rectangle 6963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 algn="ctr">
            <a:headEnd type="none" w="med" len="med"/>
            <a:tailEnd type="none" w="med" len="med"/>
          </a:ln>
        </p:spPr>
      </p:sp>
      <p:sp>
        <p:nvSpPr>
          <p:cNvPr id="355336" name="Rectangle 69634"/>
          <p:cNvSpPr>
            <a:spLocks noGrp="1" noChangeArrowheads="1"/>
          </p:cNvSpPr>
          <p:nvPr>
            <p:ph type="body" idx="1"/>
          </p:nvPr>
        </p:nvSpPr>
        <p:spPr>
          <a:xfrm>
            <a:off x="990600" y="4343400"/>
            <a:ext cx="5181600" cy="4114800"/>
          </a:xfrm>
          <a:noFill/>
          <a:ln/>
        </p:spPr>
        <p:txBody>
          <a:bodyPr lIns="91438" tIns="45719" rIns="91438" bIns="45719"/>
          <a:lstStyle/>
          <a:p>
            <a:pPr eaLnBrk="1" hangingPunct="1"/>
            <a:endParaRPr 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0B27BB6-69EA-49DD-95C3-637FED575F72}" type="slidenum">
              <a:rPr lang="fr-FR" smtClean="0"/>
              <a:pPr/>
              <a:t>3</a:t>
            </a:fld>
            <a:endParaRPr lang="fr-FR" smtClean="0"/>
          </a:p>
        </p:txBody>
      </p:sp>
      <p:sp>
        <p:nvSpPr>
          <p:cNvPr id="356355" name="Forme 3"/>
          <p:cNvSpPr txBox="1">
            <a:spLocks noGrp="1" noChangeArrowheads="1"/>
          </p:cNvSpPr>
          <p:nvPr/>
        </p:nvSpPr>
        <p:spPr bwMode="auto">
          <a:xfrm>
            <a:off x="0" y="0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eaLnBrk="1" hangingPunct="1"/>
            <a:fld id="{B5060437-58A9-49AD-81D3-11D44AAE6B5C}" type="datetime5">
              <a:rPr lang="en-US" sz="900">
                <a:solidFill>
                  <a:srgbClr val="5F5F5F"/>
                </a:solidFill>
                <a:latin typeface="Arial" pitchFamily="34" charset="0"/>
              </a:rPr>
              <a:pPr eaLnBrk="1" hangingPunct="1"/>
              <a:t>11-Oct-25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356356" name="Forme 4"/>
          <p:cNvSpPr txBox="1">
            <a:spLocks noGrp="1" noChangeArrowheads="1"/>
          </p:cNvSpPr>
          <p:nvPr/>
        </p:nvSpPr>
        <p:spPr bwMode="auto">
          <a:xfrm>
            <a:off x="6400800" y="8685213"/>
            <a:ext cx="4556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algn="r" eaLnBrk="1" hangingPunct="1"/>
            <a:fld id="{0DA0707F-8103-47AF-A3EF-236C8286E723}" type="slidenum">
              <a:rPr lang="fr-FR" sz="900">
                <a:solidFill>
                  <a:srgbClr val="5F5F5F"/>
                </a:solidFill>
                <a:latin typeface="Arial" pitchFamily="34" charset="0"/>
              </a:rPr>
              <a:pPr algn="r" eaLnBrk="1" hangingPunct="1"/>
              <a:t>3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356357" name="Forme 5"/>
          <p:cNvSpPr txBox="1">
            <a:spLocks noGrp="1" noChangeArrowheads="1"/>
          </p:cNvSpPr>
          <p:nvPr/>
        </p:nvSpPr>
        <p:spPr bwMode="auto">
          <a:xfrm>
            <a:off x="0" y="8685213"/>
            <a:ext cx="563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Copyright © 2004-2005 NameOfTheOrganization. All rights reserved.</a:t>
            </a:r>
          </a:p>
        </p:txBody>
      </p:sp>
      <p:sp>
        <p:nvSpPr>
          <p:cNvPr id="356358" name="Forme 6"/>
          <p:cNvSpPr txBox="1">
            <a:spLocks noGrp="1" noChangeArrowheads="1"/>
          </p:cNvSpPr>
          <p:nvPr/>
        </p:nvSpPr>
        <p:spPr bwMode="auto">
          <a:xfrm>
            <a:off x="2286000" y="0"/>
            <a:ext cx="457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algn="r"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[Title of the course]</a:t>
            </a:r>
          </a:p>
        </p:txBody>
      </p:sp>
      <p:sp>
        <p:nvSpPr>
          <p:cNvPr id="356359" name="Rectangle 6963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 algn="ctr">
            <a:headEnd type="none" w="med" len="med"/>
            <a:tailEnd type="none" w="med" len="med"/>
          </a:ln>
        </p:spPr>
      </p:sp>
      <p:sp>
        <p:nvSpPr>
          <p:cNvPr id="356360" name="Rectangle 69634"/>
          <p:cNvSpPr>
            <a:spLocks noGrp="1" noChangeArrowheads="1"/>
          </p:cNvSpPr>
          <p:nvPr>
            <p:ph type="body" idx="1"/>
          </p:nvPr>
        </p:nvSpPr>
        <p:spPr>
          <a:xfrm>
            <a:off x="990600" y="4343400"/>
            <a:ext cx="5181600" cy="4114800"/>
          </a:xfrm>
          <a:noFill/>
          <a:ln/>
        </p:spPr>
        <p:txBody>
          <a:bodyPr lIns="91438" tIns="45719" rIns="91438" bIns="45719"/>
          <a:lstStyle/>
          <a:p>
            <a:pPr eaLnBrk="1" hangingPunct="1"/>
            <a:endParaRPr 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87F52E1-5A99-4B7D-B439-0FB012020559}" type="slidenum">
              <a:rPr lang="fr-FR" smtClean="0"/>
              <a:pPr/>
              <a:t>4</a:t>
            </a:fld>
            <a:endParaRPr lang="fr-FR" smtClean="0"/>
          </a:p>
        </p:txBody>
      </p:sp>
      <p:sp>
        <p:nvSpPr>
          <p:cNvPr id="357379" name="Forme 3"/>
          <p:cNvSpPr txBox="1">
            <a:spLocks noGrp="1" noChangeArrowheads="1"/>
          </p:cNvSpPr>
          <p:nvPr/>
        </p:nvSpPr>
        <p:spPr bwMode="auto">
          <a:xfrm>
            <a:off x="0" y="0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eaLnBrk="1" hangingPunct="1"/>
            <a:fld id="{7BC8EB66-C608-4DC3-B632-EF1F347A7579}" type="datetime5">
              <a:rPr lang="en-US" sz="900">
                <a:solidFill>
                  <a:srgbClr val="5F5F5F"/>
                </a:solidFill>
                <a:latin typeface="Arial" pitchFamily="34" charset="0"/>
              </a:rPr>
              <a:pPr eaLnBrk="1" hangingPunct="1"/>
              <a:t>11-Oct-25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357380" name="Forme 4"/>
          <p:cNvSpPr txBox="1">
            <a:spLocks noGrp="1" noChangeArrowheads="1"/>
          </p:cNvSpPr>
          <p:nvPr/>
        </p:nvSpPr>
        <p:spPr bwMode="auto">
          <a:xfrm>
            <a:off x="6400800" y="8685213"/>
            <a:ext cx="4556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algn="r" eaLnBrk="1" hangingPunct="1"/>
            <a:fld id="{28B9A0E9-356D-47B4-B61C-6B66D61953DF}" type="slidenum">
              <a:rPr lang="fr-FR" sz="900">
                <a:solidFill>
                  <a:srgbClr val="5F5F5F"/>
                </a:solidFill>
                <a:latin typeface="Arial" pitchFamily="34" charset="0"/>
              </a:rPr>
              <a:pPr algn="r" eaLnBrk="1" hangingPunct="1"/>
              <a:t>4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357381" name="Forme 5"/>
          <p:cNvSpPr txBox="1">
            <a:spLocks noGrp="1" noChangeArrowheads="1"/>
          </p:cNvSpPr>
          <p:nvPr/>
        </p:nvSpPr>
        <p:spPr bwMode="auto">
          <a:xfrm>
            <a:off x="0" y="8685213"/>
            <a:ext cx="563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Copyright © 2004-2005 NameOfTheOrganization. All rights reserved.</a:t>
            </a:r>
          </a:p>
        </p:txBody>
      </p:sp>
      <p:sp>
        <p:nvSpPr>
          <p:cNvPr id="357382" name="Forme 6"/>
          <p:cNvSpPr txBox="1">
            <a:spLocks noGrp="1" noChangeArrowheads="1"/>
          </p:cNvSpPr>
          <p:nvPr/>
        </p:nvSpPr>
        <p:spPr bwMode="auto">
          <a:xfrm>
            <a:off x="2286000" y="0"/>
            <a:ext cx="457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algn="r"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[Title of the course]</a:t>
            </a:r>
          </a:p>
        </p:txBody>
      </p:sp>
      <p:sp>
        <p:nvSpPr>
          <p:cNvPr id="357383" name="Rectangle 6963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 algn="ctr">
            <a:headEnd type="none" w="med" len="med"/>
            <a:tailEnd type="none" w="med" len="med"/>
          </a:ln>
        </p:spPr>
      </p:sp>
      <p:sp>
        <p:nvSpPr>
          <p:cNvPr id="357384" name="Rectangle 69634"/>
          <p:cNvSpPr>
            <a:spLocks noGrp="1" noChangeArrowheads="1"/>
          </p:cNvSpPr>
          <p:nvPr>
            <p:ph type="body" idx="1"/>
          </p:nvPr>
        </p:nvSpPr>
        <p:spPr>
          <a:xfrm>
            <a:off x="990600" y="4343400"/>
            <a:ext cx="5181600" cy="4114800"/>
          </a:xfrm>
          <a:noFill/>
          <a:ln/>
        </p:spPr>
        <p:txBody>
          <a:bodyPr lIns="91438" tIns="45719" rIns="91438" bIns="45719"/>
          <a:lstStyle/>
          <a:p>
            <a:pPr eaLnBrk="1" hangingPunct="1"/>
            <a:endParaRPr 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02C8B47-11DD-49CE-B61B-4F0F67C89F2F}" type="slidenum">
              <a:rPr lang="fr-FR" smtClean="0"/>
              <a:pPr/>
              <a:t>5</a:t>
            </a:fld>
            <a:endParaRPr lang="fr-FR" smtClean="0"/>
          </a:p>
        </p:txBody>
      </p:sp>
      <p:sp>
        <p:nvSpPr>
          <p:cNvPr id="358403" name="Forme 3"/>
          <p:cNvSpPr txBox="1">
            <a:spLocks noGrp="1" noChangeArrowheads="1"/>
          </p:cNvSpPr>
          <p:nvPr/>
        </p:nvSpPr>
        <p:spPr bwMode="auto">
          <a:xfrm>
            <a:off x="0" y="0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eaLnBrk="1" hangingPunct="1"/>
            <a:fld id="{E18BC5C1-C1FC-4CE9-9810-BF23B06795D9}" type="datetime5">
              <a:rPr lang="en-US" sz="900">
                <a:solidFill>
                  <a:srgbClr val="5F5F5F"/>
                </a:solidFill>
                <a:latin typeface="Arial" pitchFamily="34" charset="0"/>
              </a:rPr>
              <a:pPr eaLnBrk="1" hangingPunct="1"/>
              <a:t>11-Oct-25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358404" name="Forme 4"/>
          <p:cNvSpPr txBox="1">
            <a:spLocks noGrp="1" noChangeArrowheads="1"/>
          </p:cNvSpPr>
          <p:nvPr/>
        </p:nvSpPr>
        <p:spPr bwMode="auto">
          <a:xfrm>
            <a:off x="6400800" y="8685213"/>
            <a:ext cx="4556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algn="r" eaLnBrk="1" hangingPunct="1"/>
            <a:fld id="{9806A97D-193E-4B8C-B76C-B2F923D2334D}" type="slidenum">
              <a:rPr lang="fr-FR" sz="900">
                <a:solidFill>
                  <a:srgbClr val="5F5F5F"/>
                </a:solidFill>
                <a:latin typeface="Arial" pitchFamily="34" charset="0"/>
              </a:rPr>
              <a:pPr algn="r" eaLnBrk="1" hangingPunct="1"/>
              <a:t>5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358405" name="Forme 5"/>
          <p:cNvSpPr txBox="1">
            <a:spLocks noGrp="1" noChangeArrowheads="1"/>
          </p:cNvSpPr>
          <p:nvPr/>
        </p:nvSpPr>
        <p:spPr bwMode="auto">
          <a:xfrm>
            <a:off x="0" y="8685213"/>
            <a:ext cx="563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Copyright © 2004-2005 NameOfTheOrganization. All rights reserved.</a:t>
            </a:r>
          </a:p>
        </p:txBody>
      </p:sp>
      <p:sp>
        <p:nvSpPr>
          <p:cNvPr id="358406" name="Forme 6"/>
          <p:cNvSpPr txBox="1">
            <a:spLocks noGrp="1" noChangeArrowheads="1"/>
          </p:cNvSpPr>
          <p:nvPr/>
        </p:nvSpPr>
        <p:spPr bwMode="auto">
          <a:xfrm>
            <a:off x="2286000" y="0"/>
            <a:ext cx="457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algn="r"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[Title of the course]</a:t>
            </a:r>
          </a:p>
        </p:txBody>
      </p:sp>
      <p:sp>
        <p:nvSpPr>
          <p:cNvPr id="358407" name="Rectangle 6963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 algn="ctr">
            <a:headEnd type="none" w="med" len="med"/>
            <a:tailEnd type="none" w="med" len="med"/>
          </a:ln>
        </p:spPr>
      </p:sp>
      <p:sp>
        <p:nvSpPr>
          <p:cNvPr id="358408" name="Rectangle 69634"/>
          <p:cNvSpPr>
            <a:spLocks noGrp="1" noChangeArrowheads="1"/>
          </p:cNvSpPr>
          <p:nvPr>
            <p:ph type="body" idx="1"/>
          </p:nvPr>
        </p:nvSpPr>
        <p:spPr>
          <a:xfrm>
            <a:off x="990600" y="4343400"/>
            <a:ext cx="5181600" cy="4114800"/>
          </a:xfrm>
          <a:noFill/>
          <a:ln/>
        </p:spPr>
        <p:txBody>
          <a:bodyPr lIns="91438" tIns="45719" rIns="91438" bIns="45719"/>
          <a:lstStyle/>
          <a:p>
            <a:pPr eaLnBrk="1" hangingPunct="1"/>
            <a:endParaRPr 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D8048AE-487E-4A5B-85A5-2AECF054FA4A}" type="slidenum">
              <a:rPr lang="fr-FR" smtClean="0"/>
              <a:pPr/>
              <a:t>6</a:t>
            </a:fld>
            <a:endParaRPr lang="fr-FR" smtClean="0"/>
          </a:p>
        </p:txBody>
      </p:sp>
      <p:sp>
        <p:nvSpPr>
          <p:cNvPr id="359427" name="Forme 3"/>
          <p:cNvSpPr txBox="1">
            <a:spLocks noGrp="1" noChangeArrowheads="1"/>
          </p:cNvSpPr>
          <p:nvPr/>
        </p:nvSpPr>
        <p:spPr bwMode="auto">
          <a:xfrm>
            <a:off x="0" y="0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eaLnBrk="1" hangingPunct="1"/>
            <a:fld id="{5349A78C-28A0-4AD2-AECD-BEDEE03F390F}" type="datetime5">
              <a:rPr lang="en-US" sz="900">
                <a:solidFill>
                  <a:srgbClr val="5F5F5F"/>
                </a:solidFill>
                <a:latin typeface="Arial" pitchFamily="34" charset="0"/>
              </a:rPr>
              <a:pPr eaLnBrk="1" hangingPunct="1"/>
              <a:t>11-Oct-25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359428" name="Forme 4"/>
          <p:cNvSpPr txBox="1">
            <a:spLocks noGrp="1" noChangeArrowheads="1"/>
          </p:cNvSpPr>
          <p:nvPr/>
        </p:nvSpPr>
        <p:spPr bwMode="auto">
          <a:xfrm>
            <a:off x="6400800" y="8685213"/>
            <a:ext cx="4556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algn="r" eaLnBrk="1" hangingPunct="1"/>
            <a:fld id="{160B8F7B-CEF9-46A8-AB36-D507E8604098}" type="slidenum">
              <a:rPr lang="fr-FR" sz="900">
                <a:solidFill>
                  <a:srgbClr val="5F5F5F"/>
                </a:solidFill>
                <a:latin typeface="Arial" pitchFamily="34" charset="0"/>
              </a:rPr>
              <a:pPr algn="r" eaLnBrk="1" hangingPunct="1"/>
              <a:t>6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359429" name="Forme 5"/>
          <p:cNvSpPr txBox="1">
            <a:spLocks noGrp="1" noChangeArrowheads="1"/>
          </p:cNvSpPr>
          <p:nvPr/>
        </p:nvSpPr>
        <p:spPr bwMode="auto">
          <a:xfrm>
            <a:off x="0" y="8685213"/>
            <a:ext cx="563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Copyright © 2004-2005 NameOfTheOrganization. All rights reserved.</a:t>
            </a:r>
          </a:p>
        </p:txBody>
      </p:sp>
      <p:sp>
        <p:nvSpPr>
          <p:cNvPr id="359430" name="Forme 6"/>
          <p:cNvSpPr txBox="1">
            <a:spLocks noGrp="1" noChangeArrowheads="1"/>
          </p:cNvSpPr>
          <p:nvPr/>
        </p:nvSpPr>
        <p:spPr bwMode="auto">
          <a:xfrm>
            <a:off x="2286000" y="0"/>
            <a:ext cx="457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algn="r"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[Title of the course]</a:t>
            </a:r>
          </a:p>
        </p:txBody>
      </p:sp>
      <p:sp>
        <p:nvSpPr>
          <p:cNvPr id="359431" name="Rectangle 6963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 algn="ctr">
            <a:headEnd type="none" w="med" len="med"/>
            <a:tailEnd type="none" w="med" len="med"/>
          </a:ln>
        </p:spPr>
      </p:sp>
      <p:sp>
        <p:nvSpPr>
          <p:cNvPr id="359432" name="Rectangle 69634"/>
          <p:cNvSpPr>
            <a:spLocks noGrp="1" noChangeArrowheads="1"/>
          </p:cNvSpPr>
          <p:nvPr>
            <p:ph type="body" idx="1"/>
          </p:nvPr>
        </p:nvSpPr>
        <p:spPr>
          <a:xfrm>
            <a:off x="990600" y="4343400"/>
            <a:ext cx="5181600" cy="4114800"/>
          </a:xfrm>
          <a:noFill/>
          <a:ln/>
        </p:spPr>
        <p:txBody>
          <a:bodyPr lIns="91438" tIns="45719" rIns="91438" bIns="45719"/>
          <a:lstStyle/>
          <a:p>
            <a:pPr eaLnBrk="1" hangingPunct="1"/>
            <a:endParaRPr 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A8E021-D3D8-4491-BB93-8B52B62BED28}" type="slidenum">
              <a:rPr lang="fr-FR" smtClean="0"/>
              <a:pPr/>
              <a:t>7</a:t>
            </a:fld>
            <a:endParaRPr lang="fr-FR" smtClean="0"/>
          </a:p>
        </p:txBody>
      </p:sp>
      <p:sp>
        <p:nvSpPr>
          <p:cNvPr id="360451" name="Forme 3"/>
          <p:cNvSpPr txBox="1">
            <a:spLocks noGrp="1" noChangeArrowheads="1"/>
          </p:cNvSpPr>
          <p:nvPr/>
        </p:nvSpPr>
        <p:spPr bwMode="auto">
          <a:xfrm>
            <a:off x="0" y="0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eaLnBrk="1" hangingPunct="1"/>
            <a:fld id="{ACC13D18-D301-4C8A-BB88-F508819A01BA}" type="datetime5">
              <a:rPr lang="en-US" sz="900">
                <a:solidFill>
                  <a:srgbClr val="5F5F5F"/>
                </a:solidFill>
                <a:latin typeface="Arial" pitchFamily="34" charset="0"/>
              </a:rPr>
              <a:pPr eaLnBrk="1" hangingPunct="1"/>
              <a:t>11-Oct-25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360452" name="Forme 4"/>
          <p:cNvSpPr txBox="1">
            <a:spLocks noGrp="1" noChangeArrowheads="1"/>
          </p:cNvSpPr>
          <p:nvPr/>
        </p:nvSpPr>
        <p:spPr bwMode="auto">
          <a:xfrm>
            <a:off x="6400800" y="8685213"/>
            <a:ext cx="4556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algn="r" eaLnBrk="1" hangingPunct="1"/>
            <a:fld id="{339A100C-B419-4C63-AAAF-AB93CDB8B2E5}" type="slidenum">
              <a:rPr lang="fr-FR" sz="900">
                <a:solidFill>
                  <a:srgbClr val="5F5F5F"/>
                </a:solidFill>
                <a:latin typeface="Arial" pitchFamily="34" charset="0"/>
              </a:rPr>
              <a:pPr algn="r" eaLnBrk="1" hangingPunct="1"/>
              <a:t>7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360453" name="Forme 5"/>
          <p:cNvSpPr txBox="1">
            <a:spLocks noGrp="1" noChangeArrowheads="1"/>
          </p:cNvSpPr>
          <p:nvPr/>
        </p:nvSpPr>
        <p:spPr bwMode="auto">
          <a:xfrm>
            <a:off x="0" y="8685213"/>
            <a:ext cx="563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Copyright © 2004-2005 NameOfTheOrganization. All rights reserved.</a:t>
            </a:r>
          </a:p>
        </p:txBody>
      </p:sp>
      <p:sp>
        <p:nvSpPr>
          <p:cNvPr id="360454" name="Forme 6"/>
          <p:cNvSpPr txBox="1">
            <a:spLocks noGrp="1" noChangeArrowheads="1"/>
          </p:cNvSpPr>
          <p:nvPr/>
        </p:nvSpPr>
        <p:spPr bwMode="auto">
          <a:xfrm>
            <a:off x="2286000" y="0"/>
            <a:ext cx="457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algn="r"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[Title of the course]</a:t>
            </a:r>
          </a:p>
        </p:txBody>
      </p:sp>
      <p:sp>
        <p:nvSpPr>
          <p:cNvPr id="360455" name="Rectangle 6963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 algn="ctr">
            <a:headEnd type="none" w="med" len="med"/>
            <a:tailEnd type="none" w="med" len="med"/>
          </a:ln>
        </p:spPr>
      </p:sp>
      <p:sp>
        <p:nvSpPr>
          <p:cNvPr id="360456" name="Rectangle 69634"/>
          <p:cNvSpPr>
            <a:spLocks noGrp="1" noChangeArrowheads="1"/>
          </p:cNvSpPr>
          <p:nvPr>
            <p:ph type="body" idx="1"/>
          </p:nvPr>
        </p:nvSpPr>
        <p:spPr>
          <a:xfrm>
            <a:off x="990600" y="4343400"/>
            <a:ext cx="5181600" cy="4114800"/>
          </a:xfrm>
          <a:noFill/>
          <a:ln/>
        </p:spPr>
        <p:txBody>
          <a:bodyPr lIns="91438" tIns="45719" rIns="91438" bIns="45719"/>
          <a:lstStyle/>
          <a:p>
            <a:pPr eaLnBrk="1" hangingPunct="1"/>
            <a:endParaRPr 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4100661-B114-46A8-9A21-15FF7A0B0739}" type="slidenum">
              <a:rPr lang="fr-FR" smtClean="0"/>
              <a:pPr/>
              <a:t>8</a:t>
            </a:fld>
            <a:endParaRPr lang="fr-FR" smtClean="0"/>
          </a:p>
        </p:txBody>
      </p:sp>
      <p:sp>
        <p:nvSpPr>
          <p:cNvPr id="361475" name="Forme 3"/>
          <p:cNvSpPr txBox="1">
            <a:spLocks noGrp="1" noChangeArrowheads="1"/>
          </p:cNvSpPr>
          <p:nvPr/>
        </p:nvSpPr>
        <p:spPr bwMode="auto">
          <a:xfrm>
            <a:off x="0" y="0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eaLnBrk="1" hangingPunct="1"/>
            <a:fld id="{FF9E5357-F094-4494-85C0-F2FAF4C359DB}" type="datetime5">
              <a:rPr lang="en-US" sz="900">
                <a:solidFill>
                  <a:srgbClr val="5F5F5F"/>
                </a:solidFill>
                <a:latin typeface="Arial" pitchFamily="34" charset="0"/>
              </a:rPr>
              <a:pPr eaLnBrk="1" hangingPunct="1"/>
              <a:t>11-Oct-25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361476" name="Forme 4"/>
          <p:cNvSpPr txBox="1">
            <a:spLocks noGrp="1" noChangeArrowheads="1"/>
          </p:cNvSpPr>
          <p:nvPr/>
        </p:nvSpPr>
        <p:spPr bwMode="auto">
          <a:xfrm>
            <a:off x="6400800" y="8685213"/>
            <a:ext cx="4556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algn="r" eaLnBrk="1" hangingPunct="1"/>
            <a:fld id="{06649A58-54D5-4183-94E5-34A0E68848F2}" type="slidenum">
              <a:rPr lang="fr-FR" sz="900">
                <a:solidFill>
                  <a:srgbClr val="5F5F5F"/>
                </a:solidFill>
                <a:latin typeface="Arial" pitchFamily="34" charset="0"/>
              </a:rPr>
              <a:pPr algn="r" eaLnBrk="1" hangingPunct="1"/>
              <a:t>8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361477" name="Forme 5"/>
          <p:cNvSpPr txBox="1">
            <a:spLocks noGrp="1" noChangeArrowheads="1"/>
          </p:cNvSpPr>
          <p:nvPr/>
        </p:nvSpPr>
        <p:spPr bwMode="auto">
          <a:xfrm>
            <a:off x="0" y="8685213"/>
            <a:ext cx="563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Copyright © 2004-2005 NameOfTheOrganization. All rights reserved.</a:t>
            </a:r>
          </a:p>
        </p:txBody>
      </p:sp>
      <p:sp>
        <p:nvSpPr>
          <p:cNvPr id="361478" name="Forme 6"/>
          <p:cNvSpPr txBox="1">
            <a:spLocks noGrp="1" noChangeArrowheads="1"/>
          </p:cNvSpPr>
          <p:nvPr/>
        </p:nvSpPr>
        <p:spPr bwMode="auto">
          <a:xfrm>
            <a:off x="2286000" y="0"/>
            <a:ext cx="457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algn="r"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[Title of the course]</a:t>
            </a:r>
          </a:p>
        </p:txBody>
      </p:sp>
      <p:sp>
        <p:nvSpPr>
          <p:cNvPr id="361479" name="Rectangle 6963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 algn="ctr">
            <a:headEnd type="none" w="med" len="med"/>
            <a:tailEnd type="none" w="med" len="med"/>
          </a:ln>
        </p:spPr>
      </p:sp>
      <p:sp>
        <p:nvSpPr>
          <p:cNvPr id="361480" name="Rectangle 69634"/>
          <p:cNvSpPr>
            <a:spLocks noGrp="1" noChangeArrowheads="1"/>
          </p:cNvSpPr>
          <p:nvPr>
            <p:ph type="body" idx="1"/>
          </p:nvPr>
        </p:nvSpPr>
        <p:spPr>
          <a:xfrm>
            <a:off x="990600" y="4343400"/>
            <a:ext cx="5181600" cy="4114800"/>
          </a:xfrm>
          <a:noFill/>
          <a:ln/>
        </p:spPr>
        <p:txBody>
          <a:bodyPr lIns="91438" tIns="45719" rIns="91438" bIns="45719"/>
          <a:lstStyle/>
          <a:p>
            <a:pPr eaLnBrk="1" hangingPunct="1"/>
            <a:endParaRPr 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D71A04-36F2-40E9-B803-760CCDA08DB3}" type="slidenum">
              <a:rPr lang="fr-FR" smtClean="0"/>
              <a:pPr/>
              <a:t>9</a:t>
            </a:fld>
            <a:endParaRPr lang="fr-FR" smtClean="0"/>
          </a:p>
        </p:txBody>
      </p:sp>
      <p:sp>
        <p:nvSpPr>
          <p:cNvPr id="362499" name="Forme 3"/>
          <p:cNvSpPr txBox="1">
            <a:spLocks noGrp="1" noChangeArrowheads="1"/>
          </p:cNvSpPr>
          <p:nvPr/>
        </p:nvSpPr>
        <p:spPr bwMode="auto">
          <a:xfrm>
            <a:off x="0" y="0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eaLnBrk="1" hangingPunct="1"/>
            <a:fld id="{A264726E-C7E8-482F-9EDF-1F17F5F7EBAE}" type="datetime5">
              <a:rPr lang="en-US" sz="900">
                <a:solidFill>
                  <a:srgbClr val="5F5F5F"/>
                </a:solidFill>
                <a:latin typeface="Arial" pitchFamily="34" charset="0"/>
              </a:rPr>
              <a:pPr eaLnBrk="1" hangingPunct="1"/>
              <a:t>11-Oct-25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362500" name="Forme 4"/>
          <p:cNvSpPr txBox="1">
            <a:spLocks noGrp="1" noChangeArrowheads="1"/>
          </p:cNvSpPr>
          <p:nvPr/>
        </p:nvSpPr>
        <p:spPr bwMode="auto">
          <a:xfrm>
            <a:off x="6400800" y="8685213"/>
            <a:ext cx="4556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algn="r" eaLnBrk="1" hangingPunct="1"/>
            <a:fld id="{763E48A4-6859-4E42-BF75-77F822B7E4F6}" type="slidenum">
              <a:rPr lang="fr-FR" sz="900">
                <a:solidFill>
                  <a:srgbClr val="5F5F5F"/>
                </a:solidFill>
                <a:latin typeface="Arial" pitchFamily="34" charset="0"/>
              </a:rPr>
              <a:pPr algn="r" eaLnBrk="1" hangingPunct="1"/>
              <a:t>9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362501" name="Forme 5"/>
          <p:cNvSpPr txBox="1">
            <a:spLocks noGrp="1" noChangeArrowheads="1"/>
          </p:cNvSpPr>
          <p:nvPr/>
        </p:nvSpPr>
        <p:spPr bwMode="auto">
          <a:xfrm>
            <a:off x="0" y="8685213"/>
            <a:ext cx="563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Copyright © 2004-2005 NameOfTheOrganization. All rights reserved.</a:t>
            </a:r>
          </a:p>
        </p:txBody>
      </p:sp>
      <p:sp>
        <p:nvSpPr>
          <p:cNvPr id="362502" name="Forme 6"/>
          <p:cNvSpPr txBox="1">
            <a:spLocks noGrp="1" noChangeArrowheads="1"/>
          </p:cNvSpPr>
          <p:nvPr/>
        </p:nvSpPr>
        <p:spPr bwMode="auto">
          <a:xfrm>
            <a:off x="2286000" y="0"/>
            <a:ext cx="457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algn="r"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[Title of the course]</a:t>
            </a:r>
          </a:p>
        </p:txBody>
      </p:sp>
      <p:sp>
        <p:nvSpPr>
          <p:cNvPr id="362503" name="Rectangle 6963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 algn="ctr">
            <a:headEnd type="none" w="med" len="med"/>
            <a:tailEnd type="none" w="med" len="med"/>
          </a:ln>
        </p:spPr>
      </p:sp>
      <p:sp>
        <p:nvSpPr>
          <p:cNvPr id="362504" name="Rectangle 69634"/>
          <p:cNvSpPr>
            <a:spLocks noGrp="1" noChangeArrowheads="1"/>
          </p:cNvSpPr>
          <p:nvPr>
            <p:ph type="body" idx="1"/>
          </p:nvPr>
        </p:nvSpPr>
        <p:spPr>
          <a:xfrm>
            <a:off x="990600" y="4343400"/>
            <a:ext cx="5181600" cy="4114800"/>
          </a:xfrm>
          <a:noFill/>
          <a:ln/>
        </p:spPr>
        <p:txBody>
          <a:bodyPr lIns="91438" tIns="45719" rIns="91438" bIns="45719"/>
          <a:lstStyle/>
          <a:p>
            <a:pPr eaLnBrk="1" hangingPunct="1"/>
            <a:endParaRPr 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5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22D516E-FE5E-4F3B-8803-50A6436668E9}" type="slidenum">
              <a:rPr lang="fr-FR" smtClean="0"/>
              <a:pPr/>
              <a:t>10</a:t>
            </a:fld>
            <a:endParaRPr lang="fr-FR" smtClean="0"/>
          </a:p>
        </p:txBody>
      </p:sp>
      <p:sp>
        <p:nvSpPr>
          <p:cNvPr id="363523" name="Forme 3"/>
          <p:cNvSpPr txBox="1">
            <a:spLocks noGrp="1" noChangeArrowheads="1"/>
          </p:cNvSpPr>
          <p:nvPr/>
        </p:nvSpPr>
        <p:spPr bwMode="auto">
          <a:xfrm>
            <a:off x="0" y="0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eaLnBrk="1" hangingPunct="1"/>
            <a:fld id="{80C12878-A7C9-4395-9A7E-55893062DF90}" type="datetime5">
              <a:rPr lang="en-US" sz="900">
                <a:solidFill>
                  <a:srgbClr val="5F5F5F"/>
                </a:solidFill>
                <a:latin typeface="Arial" pitchFamily="34" charset="0"/>
              </a:rPr>
              <a:pPr eaLnBrk="1" hangingPunct="1"/>
              <a:t>11-Oct-25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363524" name="Forme 4"/>
          <p:cNvSpPr txBox="1">
            <a:spLocks noGrp="1" noChangeArrowheads="1"/>
          </p:cNvSpPr>
          <p:nvPr/>
        </p:nvSpPr>
        <p:spPr bwMode="auto">
          <a:xfrm>
            <a:off x="6400800" y="8685213"/>
            <a:ext cx="4556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algn="r" eaLnBrk="1" hangingPunct="1"/>
            <a:fld id="{537EB4A8-E02E-4919-A979-156E4320881F}" type="slidenum">
              <a:rPr lang="fr-FR" sz="900">
                <a:solidFill>
                  <a:srgbClr val="5F5F5F"/>
                </a:solidFill>
                <a:latin typeface="Arial" pitchFamily="34" charset="0"/>
              </a:rPr>
              <a:pPr algn="r" eaLnBrk="1" hangingPunct="1"/>
              <a:t>10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363525" name="Forme 5"/>
          <p:cNvSpPr txBox="1">
            <a:spLocks noGrp="1" noChangeArrowheads="1"/>
          </p:cNvSpPr>
          <p:nvPr/>
        </p:nvSpPr>
        <p:spPr bwMode="auto">
          <a:xfrm>
            <a:off x="0" y="8685213"/>
            <a:ext cx="563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Copyright © 2004-2005 NameOfTheOrganization. All rights reserved.</a:t>
            </a:r>
          </a:p>
        </p:txBody>
      </p:sp>
      <p:sp>
        <p:nvSpPr>
          <p:cNvPr id="363526" name="Forme 6"/>
          <p:cNvSpPr txBox="1">
            <a:spLocks noGrp="1" noChangeArrowheads="1"/>
          </p:cNvSpPr>
          <p:nvPr/>
        </p:nvSpPr>
        <p:spPr bwMode="auto">
          <a:xfrm>
            <a:off x="2286000" y="0"/>
            <a:ext cx="457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algn="r"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[Title of the course]</a:t>
            </a:r>
          </a:p>
        </p:txBody>
      </p:sp>
      <p:sp>
        <p:nvSpPr>
          <p:cNvPr id="363527" name="Rectangle 6963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 algn="ctr">
            <a:headEnd type="none" w="med" len="med"/>
            <a:tailEnd type="none" w="med" len="med"/>
          </a:ln>
        </p:spPr>
      </p:sp>
      <p:sp>
        <p:nvSpPr>
          <p:cNvPr id="363528" name="Rectangle 69634"/>
          <p:cNvSpPr>
            <a:spLocks noGrp="1" noChangeArrowheads="1"/>
          </p:cNvSpPr>
          <p:nvPr>
            <p:ph type="body" idx="1"/>
          </p:nvPr>
        </p:nvSpPr>
        <p:spPr>
          <a:xfrm>
            <a:off x="990600" y="4343400"/>
            <a:ext cx="5181600" cy="4114800"/>
          </a:xfrm>
          <a:noFill/>
          <a:ln/>
        </p:spPr>
        <p:txBody>
          <a:bodyPr lIns="91438" tIns="45719" rIns="91438" bIns="45719"/>
          <a:lstStyle/>
          <a:p>
            <a:pPr eaLnBrk="1" hangingPunct="1"/>
            <a:endParaRPr 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8CAEC0B-934C-4400-AC0B-B1F2885BB7B0}" type="slidenum">
              <a:rPr lang="fr-FR" smtClean="0"/>
              <a:pPr/>
              <a:t>11</a:t>
            </a:fld>
            <a:endParaRPr lang="fr-FR" smtClean="0"/>
          </a:p>
        </p:txBody>
      </p:sp>
      <p:sp>
        <p:nvSpPr>
          <p:cNvPr id="364547" name="Forme 3"/>
          <p:cNvSpPr txBox="1">
            <a:spLocks noGrp="1" noChangeArrowheads="1"/>
          </p:cNvSpPr>
          <p:nvPr/>
        </p:nvSpPr>
        <p:spPr bwMode="auto">
          <a:xfrm>
            <a:off x="0" y="0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eaLnBrk="1" hangingPunct="1"/>
            <a:fld id="{2248ED7E-AB92-4F85-A490-4F7F7B7F0DC0}" type="datetime5">
              <a:rPr lang="en-US" sz="900">
                <a:solidFill>
                  <a:srgbClr val="5F5F5F"/>
                </a:solidFill>
                <a:latin typeface="Arial" pitchFamily="34" charset="0"/>
              </a:rPr>
              <a:pPr eaLnBrk="1" hangingPunct="1"/>
              <a:t>11-Oct-25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364548" name="Forme 4"/>
          <p:cNvSpPr txBox="1">
            <a:spLocks noGrp="1" noChangeArrowheads="1"/>
          </p:cNvSpPr>
          <p:nvPr/>
        </p:nvSpPr>
        <p:spPr bwMode="auto">
          <a:xfrm>
            <a:off x="6400800" y="8685213"/>
            <a:ext cx="4556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algn="r" eaLnBrk="1" hangingPunct="1"/>
            <a:fld id="{2313212D-0121-4524-A511-E348CEDCF3C2}" type="slidenum">
              <a:rPr lang="fr-FR" sz="900">
                <a:solidFill>
                  <a:srgbClr val="5F5F5F"/>
                </a:solidFill>
                <a:latin typeface="Arial" pitchFamily="34" charset="0"/>
              </a:rPr>
              <a:pPr algn="r" eaLnBrk="1" hangingPunct="1"/>
              <a:t>11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364549" name="Forme 5"/>
          <p:cNvSpPr txBox="1">
            <a:spLocks noGrp="1" noChangeArrowheads="1"/>
          </p:cNvSpPr>
          <p:nvPr/>
        </p:nvSpPr>
        <p:spPr bwMode="auto">
          <a:xfrm>
            <a:off x="0" y="8685213"/>
            <a:ext cx="563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Copyright © 2004-2005 NameOfTheOrganization. All rights reserved.</a:t>
            </a:r>
          </a:p>
        </p:txBody>
      </p:sp>
      <p:sp>
        <p:nvSpPr>
          <p:cNvPr id="364550" name="Forme 6"/>
          <p:cNvSpPr txBox="1">
            <a:spLocks noGrp="1" noChangeArrowheads="1"/>
          </p:cNvSpPr>
          <p:nvPr/>
        </p:nvSpPr>
        <p:spPr bwMode="auto">
          <a:xfrm>
            <a:off x="2286000" y="0"/>
            <a:ext cx="457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algn="r"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[Title of the course]</a:t>
            </a:r>
          </a:p>
        </p:txBody>
      </p:sp>
      <p:sp>
        <p:nvSpPr>
          <p:cNvPr id="364551" name="Rectangle 6963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 algn="ctr">
            <a:headEnd type="none" w="med" len="med"/>
            <a:tailEnd type="none" w="med" len="med"/>
          </a:ln>
        </p:spPr>
      </p:sp>
      <p:sp>
        <p:nvSpPr>
          <p:cNvPr id="364552" name="Rectangle 69634"/>
          <p:cNvSpPr>
            <a:spLocks noGrp="1" noChangeArrowheads="1"/>
          </p:cNvSpPr>
          <p:nvPr>
            <p:ph type="body" idx="1"/>
          </p:nvPr>
        </p:nvSpPr>
        <p:spPr>
          <a:xfrm>
            <a:off x="990600" y="4343400"/>
            <a:ext cx="5181600" cy="4114800"/>
          </a:xfrm>
          <a:noFill/>
          <a:ln/>
        </p:spPr>
        <p:txBody>
          <a:bodyPr lIns="91438" tIns="45719" rIns="91438" bIns="45719"/>
          <a:lstStyle/>
          <a:p>
            <a:pPr eaLnBrk="1" hangingPunct="1"/>
            <a:endParaRPr 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AC44B08-D257-49B4-9A95-06B421367618}" type="slidenum">
              <a:rPr lang="fr-FR" smtClean="0"/>
              <a:pPr/>
              <a:t>12</a:t>
            </a:fld>
            <a:endParaRPr lang="fr-FR" smtClean="0"/>
          </a:p>
        </p:txBody>
      </p:sp>
      <p:sp>
        <p:nvSpPr>
          <p:cNvPr id="365571" name="Forme 3"/>
          <p:cNvSpPr txBox="1">
            <a:spLocks noGrp="1" noChangeArrowheads="1"/>
          </p:cNvSpPr>
          <p:nvPr/>
        </p:nvSpPr>
        <p:spPr bwMode="auto">
          <a:xfrm>
            <a:off x="0" y="0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eaLnBrk="1" hangingPunct="1"/>
            <a:fld id="{C7D8B322-2E55-4A9A-A12C-3DA9E8F1BCFE}" type="datetime5">
              <a:rPr lang="en-US" sz="900">
                <a:solidFill>
                  <a:srgbClr val="5F5F5F"/>
                </a:solidFill>
                <a:latin typeface="Arial" pitchFamily="34" charset="0"/>
              </a:rPr>
              <a:pPr eaLnBrk="1" hangingPunct="1"/>
              <a:t>11-Oct-25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365572" name="Forme 4"/>
          <p:cNvSpPr txBox="1">
            <a:spLocks noGrp="1" noChangeArrowheads="1"/>
          </p:cNvSpPr>
          <p:nvPr/>
        </p:nvSpPr>
        <p:spPr bwMode="auto">
          <a:xfrm>
            <a:off x="6400800" y="8685213"/>
            <a:ext cx="4556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algn="r" eaLnBrk="1" hangingPunct="1"/>
            <a:fld id="{FA047D22-4ABC-457B-A2BE-B52945C6B77F}" type="slidenum">
              <a:rPr lang="fr-FR" sz="900">
                <a:solidFill>
                  <a:srgbClr val="5F5F5F"/>
                </a:solidFill>
                <a:latin typeface="Arial" pitchFamily="34" charset="0"/>
              </a:rPr>
              <a:pPr algn="r" eaLnBrk="1" hangingPunct="1"/>
              <a:t>12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365573" name="Forme 5"/>
          <p:cNvSpPr txBox="1">
            <a:spLocks noGrp="1" noChangeArrowheads="1"/>
          </p:cNvSpPr>
          <p:nvPr/>
        </p:nvSpPr>
        <p:spPr bwMode="auto">
          <a:xfrm>
            <a:off x="0" y="8685213"/>
            <a:ext cx="563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Copyright © 2004-2005 NameOfTheOrganization. All rights reserved.</a:t>
            </a:r>
          </a:p>
        </p:txBody>
      </p:sp>
      <p:sp>
        <p:nvSpPr>
          <p:cNvPr id="365574" name="Forme 6"/>
          <p:cNvSpPr txBox="1">
            <a:spLocks noGrp="1" noChangeArrowheads="1"/>
          </p:cNvSpPr>
          <p:nvPr/>
        </p:nvSpPr>
        <p:spPr bwMode="auto">
          <a:xfrm>
            <a:off x="2286000" y="0"/>
            <a:ext cx="457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algn="r"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[Title of the course]</a:t>
            </a:r>
          </a:p>
        </p:txBody>
      </p:sp>
      <p:sp>
        <p:nvSpPr>
          <p:cNvPr id="365575" name="Rectangle 6963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 algn="ctr">
            <a:headEnd type="none" w="med" len="med"/>
            <a:tailEnd type="none" w="med" len="med"/>
          </a:ln>
        </p:spPr>
      </p:sp>
      <p:sp>
        <p:nvSpPr>
          <p:cNvPr id="365576" name="Rectangle 69634"/>
          <p:cNvSpPr>
            <a:spLocks noGrp="1" noChangeArrowheads="1"/>
          </p:cNvSpPr>
          <p:nvPr>
            <p:ph type="body" idx="1"/>
          </p:nvPr>
        </p:nvSpPr>
        <p:spPr>
          <a:xfrm>
            <a:off x="990600" y="4343400"/>
            <a:ext cx="5181600" cy="4114800"/>
          </a:xfrm>
          <a:noFill/>
          <a:ln/>
        </p:spPr>
        <p:txBody>
          <a:bodyPr lIns="91438" tIns="45719" rIns="91438" bIns="45719"/>
          <a:lstStyle/>
          <a:p>
            <a:pPr eaLnBrk="1" hangingPunct="1"/>
            <a:endParaRPr 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790E84-D2CC-4AFD-B23F-65215A69E8E5}" type="slidenum">
              <a:rPr lang="fr-FR" smtClean="0"/>
              <a:pPr/>
              <a:t>13</a:t>
            </a:fld>
            <a:endParaRPr lang="fr-FR" smtClean="0"/>
          </a:p>
        </p:txBody>
      </p:sp>
      <p:sp>
        <p:nvSpPr>
          <p:cNvPr id="371715" name="Forme 3"/>
          <p:cNvSpPr txBox="1">
            <a:spLocks noGrp="1" noChangeArrowheads="1"/>
          </p:cNvSpPr>
          <p:nvPr/>
        </p:nvSpPr>
        <p:spPr bwMode="auto">
          <a:xfrm>
            <a:off x="0" y="0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eaLnBrk="1" hangingPunct="1"/>
            <a:fld id="{84E2C99D-AB69-47D6-A56C-0E7A903E8E17}" type="datetime5">
              <a:rPr lang="en-US" sz="900">
                <a:solidFill>
                  <a:srgbClr val="5F5F5F"/>
                </a:solidFill>
                <a:latin typeface="Arial" pitchFamily="34" charset="0"/>
              </a:rPr>
              <a:pPr eaLnBrk="1" hangingPunct="1"/>
              <a:t>11-Oct-25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371716" name="Forme 4"/>
          <p:cNvSpPr txBox="1">
            <a:spLocks noGrp="1" noChangeArrowheads="1"/>
          </p:cNvSpPr>
          <p:nvPr/>
        </p:nvSpPr>
        <p:spPr bwMode="auto">
          <a:xfrm>
            <a:off x="6400800" y="8685213"/>
            <a:ext cx="4556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algn="r" eaLnBrk="1" hangingPunct="1"/>
            <a:fld id="{228395BB-80D5-44EF-9ABD-630CC29A0CD5}" type="slidenum">
              <a:rPr lang="fr-FR" sz="900">
                <a:solidFill>
                  <a:srgbClr val="5F5F5F"/>
                </a:solidFill>
                <a:latin typeface="Arial" pitchFamily="34" charset="0"/>
              </a:rPr>
              <a:pPr algn="r" eaLnBrk="1" hangingPunct="1"/>
              <a:t>13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371717" name="Forme 5"/>
          <p:cNvSpPr txBox="1">
            <a:spLocks noGrp="1" noChangeArrowheads="1"/>
          </p:cNvSpPr>
          <p:nvPr/>
        </p:nvSpPr>
        <p:spPr bwMode="auto">
          <a:xfrm>
            <a:off x="0" y="8685213"/>
            <a:ext cx="563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Copyright © 2004-2005 NameOfTheOrganization. All rights reserved.</a:t>
            </a:r>
          </a:p>
        </p:txBody>
      </p:sp>
      <p:sp>
        <p:nvSpPr>
          <p:cNvPr id="371718" name="Forme 6"/>
          <p:cNvSpPr txBox="1">
            <a:spLocks noGrp="1" noChangeArrowheads="1"/>
          </p:cNvSpPr>
          <p:nvPr/>
        </p:nvSpPr>
        <p:spPr bwMode="auto">
          <a:xfrm>
            <a:off x="2286000" y="0"/>
            <a:ext cx="457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algn="r"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[Title of the course]</a:t>
            </a:r>
          </a:p>
        </p:txBody>
      </p:sp>
      <p:sp>
        <p:nvSpPr>
          <p:cNvPr id="371719" name="Rectangle 6963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 algn="ctr">
            <a:headEnd type="none" w="med" len="med"/>
            <a:tailEnd type="none" w="med" len="med"/>
          </a:ln>
        </p:spPr>
      </p:sp>
      <p:sp>
        <p:nvSpPr>
          <p:cNvPr id="371720" name="Rectangle 69634"/>
          <p:cNvSpPr>
            <a:spLocks noGrp="1" noChangeArrowheads="1"/>
          </p:cNvSpPr>
          <p:nvPr>
            <p:ph type="body" idx="1"/>
          </p:nvPr>
        </p:nvSpPr>
        <p:spPr>
          <a:xfrm>
            <a:off x="990600" y="4343400"/>
            <a:ext cx="5181600" cy="4114800"/>
          </a:xfrm>
          <a:noFill/>
          <a:ln/>
        </p:spPr>
        <p:txBody>
          <a:bodyPr lIns="91438" tIns="45719" rIns="91438" bIns="45719"/>
          <a:lstStyle/>
          <a:p>
            <a:pPr eaLnBrk="1" hangingPunct="1"/>
            <a:endParaRPr 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8AEBB71-AB54-4907-8021-95B80E35716A}" type="slidenum">
              <a:rPr lang="fr-FR" smtClean="0"/>
              <a:pPr/>
              <a:t>14</a:t>
            </a:fld>
            <a:endParaRPr lang="fr-FR" smtClean="0"/>
          </a:p>
        </p:txBody>
      </p:sp>
      <p:sp>
        <p:nvSpPr>
          <p:cNvPr id="372739" name="Forme 3"/>
          <p:cNvSpPr txBox="1">
            <a:spLocks noGrp="1" noChangeArrowheads="1"/>
          </p:cNvSpPr>
          <p:nvPr/>
        </p:nvSpPr>
        <p:spPr bwMode="auto">
          <a:xfrm>
            <a:off x="0" y="0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eaLnBrk="1" hangingPunct="1"/>
            <a:fld id="{50055E9D-A629-44C2-8DA7-545BD783FBE2}" type="datetime5">
              <a:rPr lang="en-US" sz="900">
                <a:solidFill>
                  <a:srgbClr val="5F5F5F"/>
                </a:solidFill>
                <a:latin typeface="Arial" pitchFamily="34" charset="0"/>
              </a:rPr>
              <a:pPr eaLnBrk="1" hangingPunct="1"/>
              <a:t>11-Oct-25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372740" name="Forme 4"/>
          <p:cNvSpPr txBox="1">
            <a:spLocks noGrp="1" noChangeArrowheads="1"/>
          </p:cNvSpPr>
          <p:nvPr/>
        </p:nvSpPr>
        <p:spPr bwMode="auto">
          <a:xfrm>
            <a:off x="6400800" y="8685213"/>
            <a:ext cx="4556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algn="r" eaLnBrk="1" hangingPunct="1"/>
            <a:fld id="{E592CCB0-DF78-469F-93B0-7DB1E8AEC117}" type="slidenum">
              <a:rPr lang="fr-FR" sz="900">
                <a:solidFill>
                  <a:srgbClr val="5F5F5F"/>
                </a:solidFill>
                <a:latin typeface="Arial" pitchFamily="34" charset="0"/>
              </a:rPr>
              <a:pPr algn="r" eaLnBrk="1" hangingPunct="1"/>
              <a:t>14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372741" name="Forme 5"/>
          <p:cNvSpPr txBox="1">
            <a:spLocks noGrp="1" noChangeArrowheads="1"/>
          </p:cNvSpPr>
          <p:nvPr/>
        </p:nvSpPr>
        <p:spPr bwMode="auto">
          <a:xfrm>
            <a:off x="0" y="8685213"/>
            <a:ext cx="563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Copyright © 2004-2005 NameOfTheOrganization. All rights reserved.</a:t>
            </a:r>
          </a:p>
        </p:txBody>
      </p:sp>
      <p:sp>
        <p:nvSpPr>
          <p:cNvPr id="372742" name="Forme 6"/>
          <p:cNvSpPr txBox="1">
            <a:spLocks noGrp="1" noChangeArrowheads="1"/>
          </p:cNvSpPr>
          <p:nvPr/>
        </p:nvSpPr>
        <p:spPr bwMode="auto">
          <a:xfrm>
            <a:off x="2286000" y="0"/>
            <a:ext cx="457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algn="r"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[Title of the course]</a:t>
            </a:r>
          </a:p>
        </p:txBody>
      </p:sp>
      <p:sp>
        <p:nvSpPr>
          <p:cNvPr id="372743" name="Rectangle 6963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 algn="ctr">
            <a:headEnd type="none" w="med" len="med"/>
            <a:tailEnd type="none" w="med" len="med"/>
          </a:ln>
        </p:spPr>
      </p:sp>
      <p:sp>
        <p:nvSpPr>
          <p:cNvPr id="372744" name="Rectangle 69634"/>
          <p:cNvSpPr>
            <a:spLocks noGrp="1" noChangeArrowheads="1"/>
          </p:cNvSpPr>
          <p:nvPr>
            <p:ph type="body" idx="1"/>
          </p:nvPr>
        </p:nvSpPr>
        <p:spPr>
          <a:xfrm>
            <a:off x="990600" y="4343400"/>
            <a:ext cx="5181600" cy="4114800"/>
          </a:xfrm>
          <a:noFill/>
          <a:ln/>
        </p:spPr>
        <p:txBody>
          <a:bodyPr lIns="91438" tIns="45719" rIns="91438" bIns="45719"/>
          <a:lstStyle/>
          <a:p>
            <a:pPr eaLnBrk="1" hangingPunct="1"/>
            <a:endParaRPr 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7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AB80F2D-9C16-4F97-A323-992ADEA1E557}" type="slidenum">
              <a:rPr lang="fr-FR" smtClean="0"/>
              <a:pPr/>
              <a:t>15</a:t>
            </a:fld>
            <a:endParaRPr lang="fr-FR" smtClean="0"/>
          </a:p>
        </p:txBody>
      </p:sp>
      <p:sp>
        <p:nvSpPr>
          <p:cNvPr id="373763" name="Forme 3"/>
          <p:cNvSpPr txBox="1">
            <a:spLocks noGrp="1" noChangeArrowheads="1"/>
          </p:cNvSpPr>
          <p:nvPr/>
        </p:nvSpPr>
        <p:spPr bwMode="auto">
          <a:xfrm>
            <a:off x="0" y="0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eaLnBrk="1" hangingPunct="1"/>
            <a:fld id="{59C92315-AADE-44D3-86D8-43C86E465569}" type="datetime5">
              <a:rPr lang="en-US" sz="900">
                <a:solidFill>
                  <a:srgbClr val="5F5F5F"/>
                </a:solidFill>
                <a:latin typeface="Arial" pitchFamily="34" charset="0"/>
              </a:rPr>
              <a:pPr eaLnBrk="1" hangingPunct="1"/>
              <a:t>11-Oct-25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373764" name="Forme 4"/>
          <p:cNvSpPr txBox="1">
            <a:spLocks noGrp="1" noChangeArrowheads="1"/>
          </p:cNvSpPr>
          <p:nvPr/>
        </p:nvSpPr>
        <p:spPr bwMode="auto">
          <a:xfrm>
            <a:off x="6400800" y="8685213"/>
            <a:ext cx="4556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algn="r" eaLnBrk="1" hangingPunct="1"/>
            <a:fld id="{7370AE08-635C-4838-9D20-FF5503C89877}" type="slidenum">
              <a:rPr lang="fr-FR" sz="900">
                <a:solidFill>
                  <a:srgbClr val="5F5F5F"/>
                </a:solidFill>
                <a:latin typeface="Arial" pitchFamily="34" charset="0"/>
              </a:rPr>
              <a:pPr algn="r" eaLnBrk="1" hangingPunct="1"/>
              <a:t>15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373765" name="Forme 5"/>
          <p:cNvSpPr txBox="1">
            <a:spLocks noGrp="1" noChangeArrowheads="1"/>
          </p:cNvSpPr>
          <p:nvPr/>
        </p:nvSpPr>
        <p:spPr bwMode="auto">
          <a:xfrm>
            <a:off x="0" y="8685213"/>
            <a:ext cx="563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Copyright © 2004-2005 NameOfTheOrganization. All rights reserved.</a:t>
            </a:r>
          </a:p>
        </p:txBody>
      </p:sp>
      <p:sp>
        <p:nvSpPr>
          <p:cNvPr id="373766" name="Forme 6"/>
          <p:cNvSpPr txBox="1">
            <a:spLocks noGrp="1" noChangeArrowheads="1"/>
          </p:cNvSpPr>
          <p:nvPr/>
        </p:nvSpPr>
        <p:spPr bwMode="auto">
          <a:xfrm>
            <a:off x="2286000" y="0"/>
            <a:ext cx="457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algn="r"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[Title of the course]</a:t>
            </a:r>
          </a:p>
        </p:txBody>
      </p:sp>
      <p:sp>
        <p:nvSpPr>
          <p:cNvPr id="373767" name="Rectangle 6963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 algn="ctr">
            <a:headEnd type="none" w="med" len="med"/>
            <a:tailEnd type="none" w="med" len="med"/>
          </a:ln>
        </p:spPr>
      </p:sp>
      <p:sp>
        <p:nvSpPr>
          <p:cNvPr id="373768" name="Rectangle 69634"/>
          <p:cNvSpPr>
            <a:spLocks noGrp="1" noChangeArrowheads="1"/>
          </p:cNvSpPr>
          <p:nvPr>
            <p:ph type="body" idx="1"/>
          </p:nvPr>
        </p:nvSpPr>
        <p:spPr>
          <a:xfrm>
            <a:off x="990600" y="4343400"/>
            <a:ext cx="5181600" cy="4114800"/>
          </a:xfrm>
          <a:noFill/>
          <a:ln/>
        </p:spPr>
        <p:txBody>
          <a:bodyPr lIns="91438" tIns="45719" rIns="91438" bIns="45719"/>
          <a:lstStyle/>
          <a:p>
            <a:pPr eaLnBrk="1" hangingPunct="1"/>
            <a:endParaRPr 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7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62E074C-81D4-482D-A2C9-B8F3054F90A0}" type="slidenum">
              <a:rPr lang="fr-FR" smtClean="0"/>
              <a:pPr/>
              <a:t>16</a:t>
            </a:fld>
            <a:endParaRPr lang="fr-FR" smtClean="0"/>
          </a:p>
        </p:txBody>
      </p:sp>
      <p:sp>
        <p:nvSpPr>
          <p:cNvPr id="374787" name="Forme 3"/>
          <p:cNvSpPr txBox="1">
            <a:spLocks noGrp="1" noChangeArrowheads="1"/>
          </p:cNvSpPr>
          <p:nvPr/>
        </p:nvSpPr>
        <p:spPr bwMode="auto">
          <a:xfrm>
            <a:off x="0" y="0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eaLnBrk="1" hangingPunct="1"/>
            <a:fld id="{F4751097-694C-458B-AA3D-A96057FA5BAE}" type="datetime5">
              <a:rPr lang="en-US" sz="900">
                <a:solidFill>
                  <a:srgbClr val="5F5F5F"/>
                </a:solidFill>
                <a:latin typeface="Arial" pitchFamily="34" charset="0"/>
              </a:rPr>
              <a:pPr eaLnBrk="1" hangingPunct="1"/>
              <a:t>11-Oct-25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374788" name="Forme 4"/>
          <p:cNvSpPr txBox="1">
            <a:spLocks noGrp="1" noChangeArrowheads="1"/>
          </p:cNvSpPr>
          <p:nvPr/>
        </p:nvSpPr>
        <p:spPr bwMode="auto">
          <a:xfrm>
            <a:off x="6400800" y="8685213"/>
            <a:ext cx="4556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algn="r" eaLnBrk="1" hangingPunct="1"/>
            <a:fld id="{B64864C6-2E03-4CD3-A55E-CF9091B634AF}" type="slidenum">
              <a:rPr lang="fr-FR" sz="900">
                <a:solidFill>
                  <a:srgbClr val="5F5F5F"/>
                </a:solidFill>
                <a:latin typeface="Arial" pitchFamily="34" charset="0"/>
              </a:rPr>
              <a:pPr algn="r" eaLnBrk="1" hangingPunct="1"/>
              <a:t>16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374789" name="Forme 5"/>
          <p:cNvSpPr txBox="1">
            <a:spLocks noGrp="1" noChangeArrowheads="1"/>
          </p:cNvSpPr>
          <p:nvPr/>
        </p:nvSpPr>
        <p:spPr bwMode="auto">
          <a:xfrm>
            <a:off x="0" y="8685213"/>
            <a:ext cx="563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Copyright © 2004-2005 NameOfTheOrganization. All rights reserved.</a:t>
            </a:r>
          </a:p>
        </p:txBody>
      </p:sp>
      <p:sp>
        <p:nvSpPr>
          <p:cNvPr id="374790" name="Forme 6"/>
          <p:cNvSpPr txBox="1">
            <a:spLocks noGrp="1" noChangeArrowheads="1"/>
          </p:cNvSpPr>
          <p:nvPr/>
        </p:nvSpPr>
        <p:spPr bwMode="auto">
          <a:xfrm>
            <a:off x="2286000" y="0"/>
            <a:ext cx="457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algn="r"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[Title of the course]</a:t>
            </a:r>
          </a:p>
        </p:txBody>
      </p:sp>
      <p:sp>
        <p:nvSpPr>
          <p:cNvPr id="374791" name="Rectangle 6963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 algn="ctr">
            <a:headEnd type="none" w="med" len="med"/>
            <a:tailEnd type="none" w="med" len="med"/>
          </a:ln>
        </p:spPr>
      </p:sp>
      <p:sp>
        <p:nvSpPr>
          <p:cNvPr id="374792" name="Rectangle 69634"/>
          <p:cNvSpPr>
            <a:spLocks noGrp="1" noChangeArrowheads="1"/>
          </p:cNvSpPr>
          <p:nvPr>
            <p:ph type="body" idx="1"/>
          </p:nvPr>
        </p:nvSpPr>
        <p:spPr>
          <a:xfrm>
            <a:off x="990600" y="4343400"/>
            <a:ext cx="5181600" cy="4114800"/>
          </a:xfrm>
          <a:noFill/>
          <a:ln/>
        </p:spPr>
        <p:txBody>
          <a:bodyPr lIns="91438" tIns="45719" rIns="91438" bIns="45719"/>
          <a:lstStyle/>
          <a:p>
            <a:pPr eaLnBrk="1" hangingPunct="1"/>
            <a:endParaRPr 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8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5EB77FE-3D3E-4A70-988C-426EC19DEB11}" type="slidenum">
              <a:rPr lang="fr-FR" smtClean="0"/>
              <a:pPr/>
              <a:t>17</a:t>
            </a:fld>
            <a:endParaRPr lang="fr-FR" smtClean="0"/>
          </a:p>
        </p:txBody>
      </p:sp>
      <p:sp>
        <p:nvSpPr>
          <p:cNvPr id="375811" name="Forme 3"/>
          <p:cNvSpPr txBox="1">
            <a:spLocks noGrp="1" noChangeArrowheads="1"/>
          </p:cNvSpPr>
          <p:nvPr/>
        </p:nvSpPr>
        <p:spPr bwMode="auto">
          <a:xfrm>
            <a:off x="0" y="0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eaLnBrk="1" hangingPunct="1"/>
            <a:fld id="{7D67B2AA-A0C8-4FE9-A820-A7B759DD15D9}" type="datetime5">
              <a:rPr lang="en-US" sz="900">
                <a:solidFill>
                  <a:srgbClr val="5F5F5F"/>
                </a:solidFill>
                <a:latin typeface="Arial" pitchFamily="34" charset="0"/>
              </a:rPr>
              <a:pPr eaLnBrk="1" hangingPunct="1"/>
              <a:t>11-Oct-25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375812" name="Forme 4"/>
          <p:cNvSpPr txBox="1">
            <a:spLocks noGrp="1" noChangeArrowheads="1"/>
          </p:cNvSpPr>
          <p:nvPr/>
        </p:nvSpPr>
        <p:spPr bwMode="auto">
          <a:xfrm>
            <a:off x="6400800" y="8685213"/>
            <a:ext cx="4556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algn="r" eaLnBrk="1" hangingPunct="1"/>
            <a:fld id="{5F3EEDB0-2DC4-4CF5-9F19-F1CAB077F499}" type="slidenum">
              <a:rPr lang="fr-FR" sz="900">
                <a:solidFill>
                  <a:srgbClr val="5F5F5F"/>
                </a:solidFill>
                <a:latin typeface="Arial" pitchFamily="34" charset="0"/>
              </a:rPr>
              <a:pPr algn="r" eaLnBrk="1" hangingPunct="1"/>
              <a:t>17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375813" name="Forme 5"/>
          <p:cNvSpPr txBox="1">
            <a:spLocks noGrp="1" noChangeArrowheads="1"/>
          </p:cNvSpPr>
          <p:nvPr/>
        </p:nvSpPr>
        <p:spPr bwMode="auto">
          <a:xfrm>
            <a:off x="0" y="8685213"/>
            <a:ext cx="563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Copyright © 2004-2005 NameOfTheOrganization. All rights reserved.</a:t>
            </a:r>
          </a:p>
        </p:txBody>
      </p:sp>
      <p:sp>
        <p:nvSpPr>
          <p:cNvPr id="375814" name="Forme 6"/>
          <p:cNvSpPr txBox="1">
            <a:spLocks noGrp="1" noChangeArrowheads="1"/>
          </p:cNvSpPr>
          <p:nvPr/>
        </p:nvSpPr>
        <p:spPr bwMode="auto">
          <a:xfrm>
            <a:off x="2286000" y="0"/>
            <a:ext cx="457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algn="r"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[Title of the course]</a:t>
            </a:r>
          </a:p>
        </p:txBody>
      </p:sp>
      <p:sp>
        <p:nvSpPr>
          <p:cNvPr id="375815" name="Rectangle 6963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 algn="ctr">
            <a:headEnd type="none" w="med" len="med"/>
            <a:tailEnd type="none" w="med" len="med"/>
          </a:ln>
        </p:spPr>
      </p:sp>
      <p:sp>
        <p:nvSpPr>
          <p:cNvPr id="375816" name="Rectangle 69634"/>
          <p:cNvSpPr>
            <a:spLocks noGrp="1" noChangeArrowheads="1"/>
          </p:cNvSpPr>
          <p:nvPr>
            <p:ph type="body" idx="1"/>
          </p:nvPr>
        </p:nvSpPr>
        <p:spPr>
          <a:xfrm>
            <a:off x="990600" y="4343400"/>
            <a:ext cx="5181600" cy="4114800"/>
          </a:xfrm>
          <a:noFill/>
          <a:ln/>
        </p:spPr>
        <p:txBody>
          <a:bodyPr lIns="91438" tIns="45719" rIns="91438" bIns="45719"/>
          <a:lstStyle/>
          <a:p>
            <a:pPr eaLnBrk="1" hangingPunct="1"/>
            <a:endParaRPr 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8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8E62BE9-1C74-4D83-B218-570F5C06641A}" type="slidenum">
              <a:rPr lang="fr-FR" smtClean="0"/>
              <a:pPr/>
              <a:t>18</a:t>
            </a:fld>
            <a:endParaRPr lang="fr-FR" smtClean="0"/>
          </a:p>
        </p:txBody>
      </p:sp>
      <p:sp>
        <p:nvSpPr>
          <p:cNvPr id="376835" name="Forme 3"/>
          <p:cNvSpPr txBox="1">
            <a:spLocks noGrp="1" noChangeArrowheads="1"/>
          </p:cNvSpPr>
          <p:nvPr/>
        </p:nvSpPr>
        <p:spPr bwMode="auto">
          <a:xfrm>
            <a:off x="0" y="0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eaLnBrk="1" hangingPunct="1"/>
            <a:fld id="{82301BF9-A8A7-4292-91D2-1618311FD3C5}" type="datetime5">
              <a:rPr lang="en-US" sz="900">
                <a:solidFill>
                  <a:srgbClr val="5F5F5F"/>
                </a:solidFill>
                <a:latin typeface="Arial" pitchFamily="34" charset="0"/>
              </a:rPr>
              <a:pPr eaLnBrk="1" hangingPunct="1"/>
              <a:t>11-Oct-25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376836" name="Forme 4"/>
          <p:cNvSpPr txBox="1">
            <a:spLocks noGrp="1" noChangeArrowheads="1"/>
          </p:cNvSpPr>
          <p:nvPr/>
        </p:nvSpPr>
        <p:spPr bwMode="auto">
          <a:xfrm>
            <a:off x="6400800" y="8685213"/>
            <a:ext cx="4556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algn="r" eaLnBrk="1" hangingPunct="1"/>
            <a:fld id="{FEFFB7A7-D4EF-488D-9E1E-ACB57BACD579}" type="slidenum">
              <a:rPr lang="fr-FR" sz="900">
                <a:solidFill>
                  <a:srgbClr val="5F5F5F"/>
                </a:solidFill>
                <a:latin typeface="Arial" pitchFamily="34" charset="0"/>
              </a:rPr>
              <a:pPr algn="r" eaLnBrk="1" hangingPunct="1"/>
              <a:t>18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376837" name="Forme 5"/>
          <p:cNvSpPr txBox="1">
            <a:spLocks noGrp="1" noChangeArrowheads="1"/>
          </p:cNvSpPr>
          <p:nvPr/>
        </p:nvSpPr>
        <p:spPr bwMode="auto">
          <a:xfrm>
            <a:off x="0" y="8685213"/>
            <a:ext cx="563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Copyright © 2004-2005 NameOfTheOrganization. All rights reserved.</a:t>
            </a:r>
          </a:p>
        </p:txBody>
      </p:sp>
      <p:sp>
        <p:nvSpPr>
          <p:cNvPr id="376838" name="Forme 6"/>
          <p:cNvSpPr txBox="1">
            <a:spLocks noGrp="1" noChangeArrowheads="1"/>
          </p:cNvSpPr>
          <p:nvPr/>
        </p:nvSpPr>
        <p:spPr bwMode="auto">
          <a:xfrm>
            <a:off x="2286000" y="0"/>
            <a:ext cx="457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algn="r"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[Title of the course]</a:t>
            </a:r>
          </a:p>
        </p:txBody>
      </p:sp>
      <p:sp>
        <p:nvSpPr>
          <p:cNvPr id="376839" name="Rectangle 6963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 algn="ctr">
            <a:headEnd type="none" w="med" len="med"/>
            <a:tailEnd type="none" w="med" len="med"/>
          </a:ln>
        </p:spPr>
      </p:sp>
      <p:sp>
        <p:nvSpPr>
          <p:cNvPr id="376840" name="Rectangle 69634"/>
          <p:cNvSpPr>
            <a:spLocks noGrp="1" noChangeArrowheads="1"/>
          </p:cNvSpPr>
          <p:nvPr>
            <p:ph type="body" idx="1"/>
          </p:nvPr>
        </p:nvSpPr>
        <p:spPr>
          <a:xfrm>
            <a:off x="990600" y="4343400"/>
            <a:ext cx="5181600" cy="4114800"/>
          </a:xfrm>
          <a:noFill/>
          <a:ln/>
        </p:spPr>
        <p:txBody>
          <a:bodyPr lIns="91438" tIns="45719" rIns="91438" bIns="45719"/>
          <a:lstStyle/>
          <a:p>
            <a:pPr eaLnBrk="1" hangingPunct="1"/>
            <a:endParaRPr 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652131D-0AC7-4D74-9952-7E360E8EA9F8}" type="slidenum">
              <a:rPr lang="fr-FR" smtClean="0"/>
              <a:pPr/>
              <a:t>19</a:t>
            </a:fld>
            <a:endParaRPr lang="fr-FR" smtClean="0"/>
          </a:p>
        </p:txBody>
      </p:sp>
      <p:sp>
        <p:nvSpPr>
          <p:cNvPr id="377859" name="Forme 3"/>
          <p:cNvSpPr txBox="1">
            <a:spLocks noGrp="1" noChangeArrowheads="1"/>
          </p:cNvSpPr>
          <p:nvPr/>
        </p:nvSpPr>
        <p:spPr bwMode="auto">
          <a:xfrm>
            <a:off x="0" y="0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eaLnBrk="1" hangingPunct="1"/>
            <a:fld id="{EE11FCE1-12DF-40F8-99C0-770F4296DDBA}" type="datetime5">
              <a:rPr lang="en-US" sz="900">
                <a:solidFill>
                  <a:srgbClr val="5F5F5F"/>
                </a:solidFill>
                <a:latin typeface="Arial" pitchFamily="34" charset="0"/>
              </a:rPr>
              <a:pPr eaLnBrk="1" hangingPunct="1"/>
              <a:t>11-Oct-25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377860" name="Forme 4"/>
          <p:cNvSpPr txBox="1">
            <a:spLocks noGrp="1" noChangeArrowheads="1"/>
          </p:cNvSpPr>
          <p:nvPr/>
        </p:nvSpPr>
        <p:spPr bwMode="auto">
          <a:xfrm>
            <a:off x="6400800" y="8685213"/>
            <a:ext cx="4556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algn="r" eaLnBrk="1" hangingPunct="1"/>
            <a:fld id="{2F78D158-F2EE-49D0-A54A-7F81C8F45B3F}" type="slidenum">
              <a:rPr lang="fr-FR" sz="900">
                <a:solidFill>
                  <a:srgbClr val="5F5F5F"/>
                </a:solidFill>
                <a:latin typeface="Arial" pitchFamily="34" charset="0"/>
              </a:rPr>
              <a:pPr algn="r" eaLnBrk="1" hangingPunct="1"/>
              <a:t>19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377861" name="Forme 5"/>
          <p:cNvSpPr txBox="1">
            <a:spLocks noGrp="1" noChangeArrowheads="1"/>
          </p:cNvSpPr>
          <p:nvPr/>
        </p:nvSpPr>
        <p:spPr bwMode="auto">
          <a:xfrm>
            <a:off x="0" y="8685213"/>
            <a:ext cx="563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Copyright © 2004-2005 NameOfTheOrganization. All rights reserved.</a:t>
            </a:r>
          </a:p>
        </p:txBody>
      </p:sp>
      <p:sp>
        <p:nvSpPr>
          <p:cNvPr id="377862" name="Forme 6"/>
          <p:cNvSpPr txBox="1">
            <a:spLocks noGrp="1" noChangeArrowheads="1"/>
          </p:cNvSpPr>
          <p:nvPr/>
        </p:nvSpPr>
        <p:spPr bwMode="auto">
          <a:xfrm>
            <a:off x="2286000" y="0"/>
            <a:ext cx="457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algn="r"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[Title of the course]</a:t>
            </a:r>
          </a:p>
        </p:txBody>
      </p:sp>
      <p:sp>
        <p:nvSpPr>
          <p:cNvPr id="377863" name="Rectangle 6963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 algn="ctr">
            <a:headEnd type="none" w="med" len="med"/>
            <a:tailEnd type="none" w="med" len="med"/>
          </a:ln>
        </p:spPr>
      </p:sp>
      <p:sp>
        <p:nvSpPr>
          <p:cNvPr id="377864" name="Rectangle 69634"/>
          <p:cNvSpPr>
            <a:spLocks noGrp="1" noChangeArrowheads="1"/>
          </p:cNvSpPr>
          <p:nvPr>
            <p:ph type="body" idx="1"/>
          </p:nvPr>
        </p:nvSpPr>
        <p:spPr>
          <a:xfrm>
            <a:off x="990600" y="4343400"/>
            <a:ext cx="5181600" cy="4114800"/>
          </a:xfrm>
          <a:noFill/>
          <a:ln/>
        </p:spPr>
        <p:txBody>
          <a:bodyPr lIns="91438" tIns="45719" rIns="91438" bIns="45719"/>
          <a:lstStyle/>
          <a:p>
            <a:pPr eaLnBrk="1" hangingPunct="1"/>
            <a:endParaRPr 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1390749-BA07-45F9-96A3-0BF8D6D37622}" type="slidenum">
              <a:rPr lang="fr-FR" smtClean="0"/>
              <a:pPr/>
              <a:t>20</a:t>
            </a:fld>
            <a:endParaRPr lang="fr-FR" smtClean="0"/>
          </a:p>
        </p:txBody>
      </p:sp>
      <p:sp>
        <p:nvSpPr>
          <p:cNvPr id="378883" name="Forme 3"/>
          <p:cNvSpPr txBox="1">
            <a:spLocks noGrp="1" noChangeArrowheads="1"/>
          </p:cNvSpPr>
          <p:nvPr/>
        </p:nvSpPr>
        <p:spPr bwMode="auto">
          <a:xfrm>
            <a:off x="0" y="0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eaLnBrk="1" hangingPunct="1"/>
            <a:fld id="{619D83F4-CE06-4CA3-9BE3-89CFB49D7BB9}" type="datetime5">
              <a:rPr lang="en-US" sz="900">
                <a:solidFill>
                  <a:srgbClr val="5F5F5F"/>
                </a:solidFill>
                <a:latin typeface="Arial" pitchFamily="34" charset="0"/>
              </a:rPr>
              <a:pPr eaLnBrk="1" hangingPunct="1"/>
              <a:t>11-Oct-25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378884" name="Forme 4"/>
          <p:cNvSpPr txBox="1">
            <a:spLocks noGrp="1" noChangeArrowheads="1"/>
          </p:cNvSpPr>
          <p:nvPr/>
        </p:nvSpPr>
        <p:spPr bwMode="auto">
          <a:xfrm>
            <a:off x="6400800" y="8685213"/>
            <a:ext cx="4556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algn="r" eaLnBrk="1" hangingPunct="1"/>
            <a:fld id="{78B6637B-3353-4218-B887-68F53E24E7ED}" type="slidenum">
              <a:rPr lang="fr-FR" sz="900">
                <a:solidFill>
                  <a:srgbClr val="5F5F5F"/>
                </a:solidFill>
                <a:latin typeface="Arial" pitchFamily="34" charset="0"/>
              </a:rPr>
              <a:pPr algn="r" eaLnBrk="1" hangingPunct="1"/>
              <a:t>20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378885" name="Forme 5"/>
          <p:cNvSpPr txBox="1">
            <a:spLocks noGrp="1" noChangeArrowheads="1"/>
          </p:cNvSpPr>
          <p:nvPr/>
        </p:nvSpPr>
        <p:spPr bwMode="auto">
          <a:xfrm>
            <a:off x="0" y="8685213"/>
            <a:ext cx="563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Copyright © 2004-2005 NameOfTheOrganization. All rights reserved.</a:t>
            </a:r>
          </a:p>
        </p:txBody>
      </p:sp>
      <p:sp>
        <p:nvSpPr>
          <p:cNvPr id="378886" name="Forme 6"/>
          <p:cNvSpPr txBox="1">
            <a:spLocks noGrp="1" noChangeArrowheads="1"/>
          </p:cNvSpPr>
          <p:nvPr/>
        </p:nvSpPr>
        <p:spPr bwMode="auto">
          <a:xfrm>
            <a:off x="2286000" y="0"/>
            <a:ext cx="457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algn="r"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[Title of the course]</a:t>
            </a:r>
          </a:p>
        </p:txBody>
      </p:sp>
      <p:sp>
        <p:nvSpPr>
          <p:cNvPr id="378887" name="Rectangle 6963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 algn="ctr">
            <a:headEnd type="none" w="med" len="med"/>
            <a:tailEnd type="none" w="med" len="med"/>
          </a:ln>
        </p:spPr>
      </p:sp>
      <p:sp>
        <p:nvSpPr>
          <p:cNvPr id="378888" name="Rectangle 69634"/>
          <p:cNvSpPr>
            <a:spLocks noGrp="1" noChangeArrowheads="1"/>
          </p:cNvSpPr>
          <p:nvPr>
            <p:ph type="body" idx="1"/>
          </p:nvPr>
        </p:nvSpPr>
        <p:spPr>
          <a:xfrm>
            <a:off x="990600" y="4343400"/>
            <a:ext cx="5181600" cy="4114800"/>
          </a:xfrm>
          <a:noFill/>
          <a:ln/>
        </p:spPr>
        <p:txBody>
          <a:bodyPr lIns="91438" tIns="45719" rIns="91438" bIns="45719"/>
          <a:lstStyle/>
          <a:p>
            <a:pPr eaLnBrk="1" hangingPunct="1"/>
            <a:endParaRPr 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9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B298493-DCFF-4F5A-82FD-6B876E925570}" type="slidenum">
              <a:rPr lang="fr-FR" smtClean="0"/>
              <a:pPr/>
              <a:t>21</a:t>
            </a:fld>
            <a:endParaRPr lang="fr-FR" smtClean="0"/>
          </a:p>
        </p:txBody>
      </p:sp>
      <p:sp>
        <p:nvSpPr>
          <p:cNvPr id="379907" name="Forme 3"/>
          <p:cNvSpPr txBox="1">
            <a:spLocks noGrp="1" noChangeArrowheads="1"/>
          </p:cNvSpPr>
          <p:nvPr/>
        </p:nvSpPr>
        <p:spPr bwMode="auto">
          <a:xfrm>
            <a:off x="0" y="0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eaLnBrk="1" hangingPunct="1"/>
            <a:fld id="{6EB0E1BE-3CD7-4CDD-94B5-23D225124F79}" type="datetime5">
              <a:rPr lang="en-US" sz="900">
                <a:solidFill>
                  <a:srgbClr val="5F5F5F"/>
                </a:solidFill>
                <a:latin typeface="Arial" pitchFamily="34" charset="0"/>
              </a:rPr>
              <a:pPr eaLnBrk="1" hangingPunct="1"/>
              <a:t>11-Oct-25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379908" name="Forme 4"/>
          <p:cNvSpPr txBox="1">
            <a:spLocks noGrp="1" noChangeArrowheads="1"/>
          </p:cNvSpPr>
          <p:nvPr/>
        </p:nvSpPr>
        <p:spPr bwMode="auto">
          <a:xfrm>
            <a:off x="6400800" y="8685213"/>
            <a:ext cx="4556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algn="r" eaLnBrk="1" hangingPunct="1"/>
            <a:fld id="{9F1B2719-7CB6-4887-A84E-25AE0DE68ED6}" type="slidenum">
              <a:rPr lang="fr-FR" sz="900">
                <a:solidFill>
                  <a:srgbClr val="5F5F5F"/>
                </a:solidFill>
                <a:latin typeface="Arial" pitchFamily="34" charset="0"/>
              </a:rPr>
              <a:pPr algn="r" eaLnBrk="1" hangingPunct="1"/>
              <a:t>21</a:t>
            </a:fld>
            <a:endParaRPr lang="en-US" sz="900">
              <a:solidFill>
                <a:srgbClr val="5F5F5F"/>
              </a:solidFill>
              <a:latin typeface="Arial" pitchFamily="34" charset="0"/>
            </a:endParaRPr>
          </a:p>
        </p:txBody>
      </p:sp>
      <p:sp>
        <p:nvSpPr>
          <p:cNvPr id="379909" name="Forme 5"/>
          <p:cNvSpPr txBox="1">
            <a:spLocks noGrp="1" noChangeArrowheads="1"/>
          </p:cNvSpPr>
          <p:nvPr/>
        </p:nvSpPr>
        <p:spPr bwMode="auto">
          <a:xfrm>
            <a:off x="0" y="8685213"/>
            <a:ext cx="563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 anchor="b"/>
          <a:lstStyle/>
          <a:p>
            <a:pPr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Copyright © 2004-2005 NameOfTheOrganization. All rights reserved.</a:t>
            </a:r>
          </a:p>
        </p:txBody>
      </p:sp>
      <p:sp>
        <p:nvSpPr>
          <p:cNvPr id="379910" name="Forme 6"/>
          <p:cNvSpPr txBox="1">
            <a:spLocks noGrp="1" noChangeArrowheads="1"/>
          </p:cNvSpPr>
          <p:nvPr/>
        </p:nvSpPr>
        <p:spPr bwMode="auto">
          <a:xfrm>
            <a:off x="2286000" y="0"/>
            <a:ext cx="457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/>
          <a:lstStyle/>
          <a:p>
            <a:pPr algn="r" eaLnBrk="1" hangingPunct="1"/>
            <a:r>
              <a:rPr lang="en-US" sz="900">
                <a:solidFill>
                  <a:srgbClr val="5F5F5F"/>
                </a:solidFill>
                <a:latin typeface="Arial" pitchFamily="34" charset="0"/>
              </a:rPr>
              <a:t>[Title of the course]</a:t>
            </a:r>
          </a:p>
        </p:txBody>
      </p:sp>
      <p:sp>
        <p:nvSpPr>
          <p:cNvPr id="379911" name="Rectangle 6963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 algn="ctr">
            <a:headEnd type="none" w="med" len="med"/>
            <a:tailEnd type="none" w="med" len="med"/>
          </a:ln>
        </p:spPr>
      </p:sp>
      <p:sp>
        <p:nvSpPr>
          <p:cNvPr id="379912" name="Rectangle 69634"/>
          <p:cNvSpPr>
            <a:spLocks noGrp="1" noChangeArrowheads="1"/>
          </p:cNvSpPr>
          <p:nvPr>
            <p:ph type="body" idx="1"/>
          </p:nvPr>
        </p:nvSpPr>
        <p:spPr>
          <a:xfrm>
            <a:off x="990600" y="4343400"/>
            <a:ext cx="5181600" cy="4114800"/>
          </a:xfrm>
          <a:noFill/>
          <a:ln/>
        </p:spPr>
        <p:txBody>
          <a:bodyPr lIns="91438" tIns="45719" rIns="91438" bIns="45719"/>
          <a:lstStyle/>
          <a:p>
            <a:pPr eaLnBrk="1" hangingPunct="1"/>
            <a:endParaRPr 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723F0-F836-4657-9944-B3EC01AFF6A5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00A02-871E-403C-BFD6-9F031F5FDFB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290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723F0-F836-4657-9944-B3EC01AFF6A5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00A02-871E-403C-BFD6-9F031F5FDFB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309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723F0-F836-4657-9944-B3EC01AFF6A5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00A02-871E-403C-BFD6-9F031F5FDFB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24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723F0-F836-4657-9944-B3EC01AFF6A5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00A02-871E-403C-BFD6-9F031F5FDFB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989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723F0-F836-4657-9944-B3EC01AFF6A5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00A02-871E-403C-BFD6-9F031F5FDFB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109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723F0-F836-4657-9944-B3EC01AFF6A5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00A02-871E-403C-BFD6-9F031F5FDFB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21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723F0-F836-4657-9944-B3EC01AFF6A5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00A02-871E-403C-BFD6-9F031F5FDFB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1400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723F0-F836-4657-9944-B3EC01AFF6A5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00A02-871E-403C-BFD6-9F031F5FDFB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353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723F0-F836-4657-9944-B3EC01AFF6A5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00A02-871E-403C-BFD6-9F031F5FDFB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289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723F0-F836-4657-9944-B3EC01AFF6A5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00A02-871E-403C-BFD6-9F031F5FDFB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5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723F0-F836-4657-9944-B3EC01AFF6A5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00A02-871E-403C-BFD6-9F031F5FDFB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5668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1622425"/>
            <a:ext cx="9144000" cy="2263775"/>
          </a:xfrm>
          <a:prstGeom prst="rect">
            <a:avLst/>
          </a:prstGeom>
          <a:gradFill rotWithShape="1">
            <a:gsLst>
              <a:gs pos="0">
                <a:schemeClr val="accent2">
                  <a:alpha val="75000"/>
                </a:schemeClr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336666"/>
              </a:buClr>
              <a:buFont typeface="Wingdings" panose="05000000000000000000" pitchFamily="2" charset="2"/>
              <a:buNone/>
              <a:defRPr/>
            </a:pPr>
            <a:endParaRPr lang="fr-FR" smtClean="0"/>
          </a:p>
        </p:txBody>
      </p:sp>
      <p:sp>
        <p:nvSpPr>
          <p:cNvPr id="3409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514600" y="3962400"/>
            <a:ext cx="6248400" cy="14478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xfrm>
            <a:off x="2928938" y="6500813"/>
            <a:ext cx="6357937" cy="357187"/>
          </a:xfrm>
        </p:spPr>
        <p:txBody>
          <a:bodyPr/>
          <a:lstStyle>
            <a:lvl1pPr algn="ctr">
              <a:defRPr sz="9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it-IT"/>
              <a:t>A.DARIF            SUPMTI / ISI                      2015 / 2016 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9534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7723F0-F836-4657-9944-B3EC01AFF6A5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600A02-871E-403C-BFD6-9F031F5FDFB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372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s-titre 1"/>
          <p:cNvSpPr>
            <a:spLocks noGrp="1"/>
          </p:cNvSpPr>
          <p:nvPr>
            <p:ph type="subTitle" idx="1"/>
          </p:nvPr>
        </p:nvSpPr>
        <p:spPr>
          <a:xfrm>
            <a:off x="1259632" y="1772816"/>
            <a:ext cx="6248400" cy="1447800"/>
          </a:xfrm>
        </p:spPr>
        <p:txBody>
          <a:bodyPr>
            <a:noAutofit/>
          </a:bodyPr>
          <a:lstStyle/>
          <a:p>
            <a:pPr algn="ctr"/>
            <a:r>
              <a:rPr lang="fr-FR" sz="4000" dirty="0">
                <a:ea typeface="+mj-ea"/>
                <a:cs typeface="+mj-cs"/>
              </a:rPr>
              <a:t>Chapitre </a:t>
            </a:r>
            <a:r>
              <a:rPr lang="fr-FR" sz="4000" dirty="0">
                <a:ea typeface="+mj-ea"/>
                <a:cs typeface="+mj-cs"/>
              </a:rPr>
              <a:t>4</a:t>
            </a:r>
            <a:r>
              <a:rPr lang="fr-FR" sz="4000" dirty="0" smtClean="0">
                <a:ea typeface="+mj-ea"/>
                <a:cs typeface="+mj-cs"/>
              </a:rPr>
              <a:t> </a:t>
            </a:r>
            <a:r>
              <a:rPr lang="fr-FR" sz="4000" dirty="0" smtClean="0">
                <a:ea typeface="+mj-ea"/>
                <a:cs typeface="+mj-cs"/>
              </a:rPr>
              <a:t>:</a:t>
            </a:r>
          </a:p>
          <a:p>
            <a:pPr algn="ctr"/>
            <a:r>
              <a:rPr lang="fr-FR" sz="4000" dirty="0" smtClean="0">
                <a:solidFill>
                  <a:srgbClr val="C00000"/>
                </a:solidFill>
                <a:ea typeface="+mj-ea"/>
                <a:cs typeface="+mj-cs"/>
              </a:rPr>
              <a:t> </a:t>
            </a:r>
            <a:r>
              <a:rPr lang="fr-FR" sz="4000" dirty="0">
                <a:solidFill>
                  <a:schemeClr val="accent2"/>
                </a:solidFill>
              </a:rPr>
              <a:t>Gestion des fichiers et des exceptions</a:t>
            </a:r>
          </a:p>
        </p:txBody>
      </p:sp>
    </p:spTree>
    <p:extLst>
      <p:ext uri="{BB962C8B-B14F-4D97-AF65-F5344CB8AC3E}">
        <p14:creationId xmlns:p14="http://schemas.microsoft.com/office/powerpoint/2010/main" val="254615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Text Box 9"/>
          <p:cNvSpPr txBox="1">
            <a:spLocks noChangeArrowheads="1"/>
          </p:cNvSpPr>
          <p:nvPr/>
        </p:nvSpPr>
        <p:spPr bwMode="auto">
          <a:xfrm>
            <a:off x="971550" y="58738"/>
            <a:ext cx="8172450" cy="36988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1800" b="1">
                <a:solidFill>
                  <a:srgbClr val="000000"/>
                </a:solidFill>
                <a:latin typeface="Arial" pitchFamily="34" charset="0"/>
              </a:rPr>
              <a:t>Structures de données et leurs utilisations</a:t>
            </a:r>
          </a:p>
        </p:txBody>
      </p:sp>
      <p:sp>
        <p:nvSpPr>
          <p:cNvPr id="62467" name="Rectangle 10"/>
          <p:cNvSpPr>
            <a:spLocks noChangeArrowheads="1"/>
          </p:cNvSpPr>
          <p:nvPr/>
        </p:nvSpPr>
        <p:spPr bwMode="auto">
          <a:xfrm>
            <a:off x="1033463" y="404813"/>
            <a:ext cx="8110537" cy="452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spcBef>
                <a:spcPct val="500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sz="2400" b="1" dirty="0">
                <a:latin typeface="+mj-lt"/>
              </a:rPr>
              <a:t>Les Fichiers</a:t>
            </a:r>
          </a:p>
        </p:txBody>
      </p:sp>
      <p:cxnSp>
        <p:nvCxnSpPr>
          <p:cNvPr id="179205" name="Connecteur droit avec flèche 17"/>
          <p:cNvCxnSpPr>
            <a:cxnSpLocks noChangeShapeType="1"/>
          </p:cNvCxnSpPr>
          <p:nvPr/>
        </p:nvCxnSpPr>
        <p:spPr bwMode="auto">
          <a:xfrm>
            <a:off x="4071938" y="5643563"/>
            <a:ext cx="1285875" cy="1587"/>
          </a:xfrm>
          <a:prstGeom prst="straightConnector1">
            <a:avLst/>
          </a:prstGeom>
          <a:noFill/>
          <a:ln w="9525" algn="ctr">
            <a:noFill/>
            <a:round/>
            <a:headEnd/>
            <a:tailEnd type="arrow" w="med" len="med"/>
          </a:ln>
        </p:spPr>
      </p:cxnSp>
      <p:cxnSp>
        <p:nvCxnSpPr>
          <p:cNvPr id="179206" name="Connecteur droit avec flèche 19"/>
          <p:cNvCxnSpPr>
            <a:cxnSpLocks noChangeShapeType="1"/>
          </p:cNvCxnSpPr>
          <p:nvPr/>
        </p:nvCxnSpPr>
        <p:spPr bwMode="auto">
          <a:xfrm>
            <a:off x="4071938" y="5572125"/>
            <a:ext cx="1357312" cy="285750"/>
          </a:xfrm>
          <a:prstGeom prst="straightConnector1">
            <a:avLst/>
          </a:prstGeom>
          <a:noFill/>
          <a:ln w="9525" algn="ctr">
            <a:noFill/>
            <a:round/>
            <a:headEnd/>
            <a:tailEnd type="arrow" w="med" len="med"/>
          </a:ln>
        </p:spPr>
      </p:cxnSp>
      <p:sp>
        <p:nvSpPr>
          <p:cNvPr id="9" name="Rectangle 8"/>
          <p:cNvSpPr/>
          <p:nvPr/>
        </p:nvSpPr>
        <p:spPr>
          <a:xfrm>
            <a:off x="428625" y="928688"/>
            <a:ext cx="8358188" cy="717073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en-US" b="1" dirty="0" err="1">
                <a:solidFill>
                  <a:srgbClr val="FF0000"/>
                </a:solidFill>
                <a:latin typeface="+mn-lt"/>
                <a:ea typeface="ＭＳ Ｐゴシック" pitchFamily="34" charset="-128"/>
              </a:rPr>
              <a:t>Généralités</a:t>
            </a:r>
            <a:endParaRPr lang="en-US" b="1" dirty="0">
              <a:solidFill>
                <a:srgbClr val="FF0000"/>
              </a:solidFill>
              <a:latin typeface="+mn-lt"/>
              <a:ea typeface="ＭＳ Ｐゴシック" pitchFamily="34" charset="-128"/>
            </a:endParaRPr>
          </a:p>
          <a:p>
            <a:pPr lvl="2" eaLnBrk="1" hangingPunct="1">
              <a:spcBef>
                <a:spcPts val="1800"/>
              </a:spcBef>
              <a:buClr>
                <a:srgbClr val="336666"/>
              </a:buClr>
              <a:buFont typeface="Wingdings" pitchFamily="2" charset="2"/>
              <a:buChar char="§"/>
              <a:defRPr/>
            </a:pPr>
            <a:r>
              <a:rPr lang="fr-FR" sz="1800" b="1" dirty="0">
                <a:solidFill>
                  <a:srgbClr val="0000FF"/>
                </a:solidFill>
                <a:ea typeface="ＭＳ Ｐゴシック" pitchFamily="34" charset="-128"/>
              </a:rPr>
              <a:t> </a:t>
            </a:r>
            <a:r>
              <a:rPr lang="fr-FR" sz="1800" b="1" dirty="0">
                <a:solidFill>
                  <a:srgbClr val="008E40"/>
                </a:solidFill>
                <a:ea typeface="ＭＳ Ｐゴシック" pitchFamily="34" charset="-128"/>
              </a:rPr>
              <a:t>Objectif de la gestion de fichiers </a:t>
            </a:r>
            <a:r>
              <a:rPr lang="fr-FR" sz="1800" dirty="0">
                <a:solidFill>
                  <a:srgbClr val="008E40"/>
                </a:solidFill>
                <a:ea typeface="ＭＳ Ｐゴシック" pitchFamily="34" charset="-128"/>
              </a:rPr>
              <a:t>:</a:t>
            </a:r>
          </a:p>
          <a:p>
            <a:pPr lvl="1" indent="182563" algn="just" eaLnBrk="1" hangingPunct="1">
              <a:spcBef>
                <a:spcPct val="50000"/>
              </a:spcBef>
              <a:buClr>
                <a:srgbClr val="336666"/>
              </a:buClr>
              <a:buFont typeface="Arial" pitchFamily="34" charset="0"/>
              <a:buChar char="•"/>
              <a:defRPr/>
            </a:pPr>
            <a:r>
              <a:rPr lang="fr-FR" dirty="0">
                <a:latin typeface="+mn-lt"/>
                <a:ea typeface="ＭＳ Ｐゴシック" pitchFamily="34" charset="-128"/>
              </a:rPr>
              <a:t>Pouvoir conserver des données en mémoire de </a:t>
            </a:r>
            <a:r>
              <a:rPr lang="fr-FR" b="1" dirty="0">
                <a:solidFill>
                  <a:srgbClr val="0000FF"/>
                </a:solidFill>
                <a:latin typeface="+mn-lt"/>
                <a:ea typeface="ＭＳ Ｐゴシック" pitchFamily="34" charset="-128"/>
              </a:rPr>
              <a:t>façon durable</a:t>
            </a:r>
            <a:r>
              <a:rPr lang="fr-FR" dirty="0">
                <a:latin typeface="+mn-lt"/>
                <a:ea typeface="ＭＳ Ｐゴシック" pitchFamily="34" charset="-128"/>
              </a:rPr>
              <a:t>.</a:t>
            </a:r>
          </a:p>
          <a:p>
            <a:pPr lvl="1" indent="182563" algn="just" eaLnBrk="1" hangingPunct="1">
              <a:spcBef>
                <a:spcPct val="50000"/>
              </a:spcBef>
              <a:buClr>
                <a:srgbClr val="336666"/>
              </a:buClr>
              <a:buFont typeface="Arial" pitchFamily="34" charset="0"/>
              <a:buChar char="•"/>
              <a:defRPr/>
            </a:pPr>
            <a:r>
              <a:rPr lang="fr-FR" dirty="0">
                <a:latin typeface="+mn-lt"/>
                <a:ea typeface="ＭＳ Ｐゴシック" pitchFamily="34" charset="-128"/>
              </a:rPr>
              <a:t>Pour l</a:t>
            </a:r>
            <a:r>
              <a:rPr lang="fr-FR" altLang="fr-FR" dirty="0">
                <a:latin typeface="+mn-lt"/>
                <a:ea typeface="ＭＳ Ｐゴシック" pitchFamily="34" charset="-128"/>
              </a:rPr>
              <a:t>’</a:t>
            </a:r>
            <a:r>
              <a:rPr lang="fr-FR" dirty="0">
                <a:latin typeface="+mn-lt"/>
                <a:ea typeface="ＭＳ Ｐゴシック" pitchFamily="34" charset="-128"/>
              </a:rPr>
              <a:t>instant nos données ne sont disponibles que </a:t>
            </a:r>
            <a:r>
              <a:rPr lang="fr-FR" b="1" dirty="0">
                <a:solidFill>
                  <a:srgbClr val="0000FF"/>
                </a:solidFill>
                <a:latin typeface="+mn-lt"/>
                <a:ea typeface="ＭＳ Ｐゴシック" pitchFamily="34" charset="-128"/>
              </a:rPr>
              <a:t>pendant</a:t>
            </a:r>
            <a:r>
              <a:rPr lang="fr-FR" dirty="0">
                <a:latin typeface="+mn-lt"/>
                <a:ea typeface="ＭＳ Ｐゴシック" pitchFamily="34" charset="-128"/>
              </a:rPr>
              <a:t> l</a:t>
            </a:r>
            <a:r>
              <a:rPr lang="fr-FR" altLang="fr-FR" dirty="0">
                <a:latin typeface="+mn-lt"/>
                <a:ea typeface="ＭＳ Ｐゴシック" pitchFamily="34" charset="-128"/>
              </a:rPr>
              <a:t>’</a:t>
            </a:r>
            <a:r>
              <a:rPr lang="fr-FR" dirty="0">
                <a:latin typeface="+mn-lt"/>
                <a:ea typeface="ＭＳ Ｐゴシック" pitchFamily="34" charset="-128"/>
              </a:rPr>
              <a:t>exécution du programme.</a:t>
            </a:r>
          </a:p>
          <a:p>
            <a:pPr lvl="1" indent="182563" algn="just" eaLnBrk="1" hangingPunct="1">
              <a:spcBef>
                <a:spcPct val="50000"/>
              </a:spcBef>
              <a:buClr>
                <a:srgbClr val="336666"/>
              </a:buClr>
              <a:buFont typeface="Arial" pitchFamily="34" charset="0"/>
              <a:buChar char="•"/>
              <a:defRPr/>
            </a:pPr>
            <a:r>
              <a:rPr lang="fr-FR" dirty="0">
                <a:latin typeface="+mn-lt"/>
                <a:ea typeface="ＭＳ Ｐゴシック" pitchFamily="34" charset="-128"/>
              </a:rPr>
              <a:t>Pour nous, un fichier sera donc un </a:t>
            </a:r>
            <a:r>
              <a:rPr lang="fr-FR" b="1" dirty="0">
                <a:solidFill>
                  <a:srgbClr val="0000FF"/>
                </a:solidFill>
                <a:latin typeface="+mn-lt"/>
                <a:ea typeface="ＭＳ Ｐゴシック" pitchFamily="34" charset="-128"/>
              </a:rPr>
              <a:t>support </a:t>
            </a:r>
            <a:r>
              <a:rPr lang="fr-FR" dirty="0">
                <a:latin typeface="+mn-lt"/>
                <a:ea typeface="ＭＳ Ｐゴシック" pitchFamily="34" charset="-128"/>
              </a:rPr>
              <a:t>pour conserver une masse de données.</a:t>
            </a:r>
          </a:p>
          <a:p>
            <a:pPr lvl="2" indent="182563" algn="just" eaLnBrk="1" hangingPunct="1">
              <a:spcBef>
                <a:spcPts val="3000"/>
              </a:spcBef>
              <a:buClr>
                <a:srgbClr val="336666"/>
              </a:buClr>
              <a:buFont typeface="Wingdings" pitchFamily="2" charset="2"/>
              <a:buChar char="§"/>
              <a:defRPr/>
            </a:pPr>
            <a:r>
              <a:rPr lang="fr-FR" sz="1800" b="1" dirty="0">
                <a:solidFill>
                  <a:srgbClr val="008E40"/>
                </a:solidFill>
                <a:ea typeface="ＭＳ Ｐゴシック" pitchFamily="34" charset="-128"/>
              </a:rPr>
              <a:t>Deux principaux types de fichiers :</a:t>
            </a:r>
          </a:p>
          <a:p>
            <a:pPr lvl="1" indent="173038" algn="just" eaLnBrk="1" hangingPunct="1">
              <a:spcBef>
                <a:spcPct val="50000"/>
              </a:spcBef>
              <a:buClr>
                <a:srgbClr val="336666"/>
              </a:buClr>
              <a:buFont typeface="Arial" pitchFamily="34" charset="0"/>
              <a:buChar char="•"/>
              <a:defRPr/>
            </a:pPr>
            <a:r>
              <a:rPr lang="fr-FR" b="1" dirty="0">
                <a:solidFill>
                  <a:srgbClr val="0000FF"/>
                </a:solidFill>
                <a:latin typeface="+mn-lt"/>
                <a:ea typeface="ＭＳ Ｐゴシック" pitchFamily="34" charset="-128"/>
              </a:rPr>
              <a:t>Fichier texte </a:t>
            </a:r>
            <a:r>
              <a:rPr lang="fr-FR" dirty="0">
                <a:latin typeface="+mn-lt"/>
                <a:ea typeface="ＭＳ Ｐゴシック" pitchFamily="34" charset="-128"/>
              </a:rPr>
              <a:t>: fichier organisé sous la forme d</a:t>
            </a:r>
            <a:r>
              <a:rPr lang="fr-FR" altLang="fr-FR" dirty="0">
                <a:latin typeface="+mn-lt"/>
                <a:ea typeface="ＭＳ Ｐゴシック" pitchFamily="34" charset="-128"/>
              </a:rPr>
              <a:t>’</a:t>
            </a:r>
            <a:r>
              <a:rPr lang="fr-FR" dirty="0">
                <a:latin typeface="+mn-lt"/>
                <a:ea typeface="ＭＳ Ｐゴシック" pitchFamily="34" charset="-128"/>
              </a:rPr>
              <a:t>une suite de lignes, chacune étant composée d</a:t>
            </a:r>
            <a:r>
              <a:rPr lang="fr-FR" altLang="fr-FR" dirty="0">
                <a:latin typeface="+mn-lt"/>
                <a:ea typeface="ＭＳ Ｐゴシック" pitchFamily="34" charset="-128"/>
              </a:rPr>
              <a:t>’</a:t>
            </a:r>
            <a:r>
              <a:rPr lang="fr-FR" dirty="0">
                <a:latin typeface="+mn-lt"/>
                <a:ea typeface="ＭＳ Ｐゴシック" pitchFamily="34" charset="-128"/>
              </a:rPr>
              <a:t>un certain nombres de caractères et terminée par </a:t>
            </a:r>
            <a:r>
              <a:rPr lang="fr-FR" altLang="fr-FR" dirty="0">
                <a:latin typeface="+mn-lt"/>
                <a:ea typeface="ＭＳ Ｐゴシック" pitchFamily="34" charset="-128"/>
              </a:rPr>
              <a:t>‘</a:t>
            </a:r>
            <a:r>
              <a:rPr lang="fr-FR" dirty="0">
                <a:latin typeface="+mn-lt"/>
                <a:ea typeface="ＭＳ Ｐゴシック" pitchFamily="34" charset="-128"/>
              </a:rPr>
              <a:t>\n</a:t>
            </a:r>
            <a:r>
              <a:rPr lang="fr-FR" altLang="fr-FR" dirty="0">
                <a:latin typeface="+mn-lt"/>
                <a:ea typeface="ＭＳ Ｐゴシック" pitchFamily="34" charset="-128"/>
              </a:rPr>
              <a:t>’</a:t>
            </a:r>
            <a:r>
              <a:rPr lang="fr-FR" dirty="0">
                <a:latin typeface="+mn-lt"/>
                <a:ea typeface="ＭＳ Ｐゴシック" pitchFamily="34" charset="-128"/>
              </a:rPr>
              <a:t>.</a:t>
            </a:r>
          </a:p>
          <a:p>
            <a:pPr lvl="1" indent="173038" algn="just" eaLnBrk="1" hangingPunct="1">
              <a:spcBef>
                <a:spcPct val="50000"/>
              </a:spcBef>
              <a:buClr>
                <a:srgbClr val="336666"/>
              </a:buClr>
              <a:buFont typeface="Arial" pitchFamily="34" charset="0"/>
              <a:buChar char="•"/>
              <a:defRPr/>
            </a:pPr>
            <a:r>
              <a:rPr lang="fr-FR" b="1" dirty="0">
                <a:solidFill>
                  <a:srgbClr val="0000FF"/>
                </a:solidFill>
                <a:latin typeface="+mn-lt"/>
                <a:ea typeface="ＭＳ Ｐゴシック" pitchFamily="34" charset="-128"/>
              </a:rPr>
              <a:t>Fichier binaire </a:t>
            </a:r>
            <a:r>
              <a:rPr lang="fr-FR" dirty="0">
                <a:latin typeface="+mn-lt"/>
                <a:ea typeface="ＭＳ Ｐゴシック" pitchFamily="34" charset="-128"/>
              </a:rPr>
              <a:t>: suite d</a:t>
            </a:r>
            <a:r>
              <a:rPr lang="fr-FR" altLang="fr-FR" dirty="0">
                <a:latin typeface="+mn-lt"/>
                <a:ea typeface="ＭＳ Ｐゴシック" pitchFamily="34" charset="-128"/>
              </a:rPr>
              <a:t>’</a:t>
            </a:r>
            <a:r>
              <a:rPr lang="fr-FR" dirty="0">
                <a:latin typeface="+mn-lt"/>
                <a:ea typeface="ＭＳ Ｐゴシック" pitchFamily="34" charset="-128"/>
              </a:rPr>
              <a:t>octets, pouvant représenter toutes sortes de donnée. Ils ne peuvent être lues qu’avec le logiciel adéquat. </a:t>
            </a:r>
          </a:p>
          <a:p>
            <a:pPr lvl="2" indent="-466725" algn="just" eaLnBrk="1" hangingPunct="1">
              <a:spcBef>
                <a:spcPct val="500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endParaRPr lang="fr-FR" sz="1800" b="1" dirty="0">
              <a:solidFill>
                <a:srgbClr val="0000FF"/>
              </a:solidFill>
              <a:ea typeface="ＭＳ Ｐゴシック" pitchFamily="34" charset="-128"/>
            </a:endParaRPr>
          </a:p>
          <a:p>
            <a:pPr lvl="1" indent="182563" algn="just" eaLnBrk="1" hangingPunct="1">
              <a:spcBef>
                <a:spcPct val="500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endParaRPr lang="fr-FR" dirty="0">
              <a:latin typeface="+mn-lt"/>
              <a:ea typeface="ＭＳ Ｐゴシック" pitchFamily="34" charset="-128"/>
            </a:endParaRPr>
          </a:p>
          <a:p>
            <a:pPr lvl="2" eaLnBrk="1" hangingPunct="1">
              <a:spcBef>
                <a:spcPct val="500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endParaRPr lang="fr-FR" sz="1800" dirty="0">
              <a:solidFill>
                <a:srgbClr val="0000FF"/>
              </a:solidFill>
              <a:ea typeface="ＭＳ Ｐゴシック" pitchFamily="34" charset="-128"/>
            </a:endParaRPr>
          </a:p>
          <a:p>
            <a:pPr eaLnBrk="1" hangingPunct="1">
              <a:spcBef>
                <a:spcPct val="500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endParaRPr lang="fr-FR" dirty="0">
              <a:solidFill>
                <a:srgbClr val="FF0000"/>
              </a:solidFill>
              <a:latin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1691787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Text Box 9"/>
          <p:cNvSpPr txBox="1">
            <a:spLocks noChangeArrowheads="1"/>
          </p:cNvSpPr>
          <p:nvPr/>
        </p:nvSpPr>
        <p:spPr bwMode="auto">
          <a:xfrm>
            <a:off x="971550" y="58738"/>
            <a:ext cx="8172450" cy="36988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1800" b="1">
                <a:solidFill>
                  <a:srgbClr val="000000"/>
                </a:solidFill>
                <a:latin typeface="Arial" pitchFamily="34" charset="0"/>
              </a:rPr>
              <a:t>Structures de données et leurs utilisations</a:t>
            </a:r>
          </a:p>
        </p:txBody>
      </p:sp>
      <p:sp>
        <p:nvSpPr>
          <p:cNvPr id="62467" name="Rectangle 10"/>
          <p:cNvSpPr>
            <a:spLocks noChangeArrowheads="1"/>
          </p:cNvSpPr>
          <p:nvPr/>
        </p:nvSpPr>
        <p:spPr bwMode="auto">
          <a:xfrm>
            <a:off x="1033463" y="404813"/>
            <a:ext cx="8110537" cy="452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spcBef>
                <a:spcPct val="500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sz="2400" b="1" dirty="0">
                <a:latin typeface="+mj-lt"/>
              </a:rPr>
              <a:t>Les Fichiers</a:t>
            </a:r>
          </a:p>
        </p:txBody>
      </p:sp>
      <p:cxnSp>
        <p:nvCxnSpPr>
          <p:cNvPr id="180229" name="Connecteur droit avec flèche 17"/>
          <p:cNvCxnSpPr>
            <a:cxnSpLocks noChangeShapeType="1"/>
          </p:cNvCxnSpPr>
          <p:nvPr/>
        </p:nvCxnSpPr>
        <p:spPr bwMode="auto">
          <a:xfrm>
            <a:off x="4071938" y="5643563"/>
            <a:ext cx="1285875" cy="1587"/>
          </a:xfrm>
          <a:prstGeom prst="straightConnector1">
            <a:avLst/>
          </a:prstGeom>
          <a:noFill/>
          <a:ln w="9525" algn="ctr">
            <a:noFill/>
            <a:round/>
            <a:headEnd/>
            <a:tailEnd type="arrow" w="med" len="med"/>
          </a:ln>
        </p:spPr>
      </p:cxnSp>
      <p:cxnSp>
        <p:nvCxnSpPr>
          <p:cNvPr id="180230" name="Connecteur droit avec flèche 19"/>
          <p:cNvCxnSpPr>
            <a:cxnSpLocks noChangeShapeType="1"/>
          </p:cNvCxnSpPr>
          <p:nvPr/>
        </p:nvCxnSpPr>
        <p:spPr bwMode="auto">
          <a:xfrm>
            <a:off x="4071938" y="5572125"/>
            <a:ext cx="1357312" cy="285750"/>
          </a:xfrm>
          <a:prstGeom prst="straightConnector1">
            <a:avLst/>
          </a:prstGeom>
          <a:noFill/>
          <a:ln w="9525" algn="ctr">
            <a:noFill/>
            <a:round/>
            <a:headEnd/>
            <a:tailEnd type="arrow" w="med" len="med"/>
          </a:ln>
        </p:spPr>
      </p:cxnSp>
      <p:sp>
        <p:nvSpPr>
          <p:cNvPr id="7" name="Rectangle 6"/>
          <p:cNvSpPr/>
          <p:nvPr/>
        </p:nvSpPr>
        <p:spPr>
          <a:xfrm>
            <a:off x="2071688" y="1000125"/>
            <a:ext cx="2860675" cy="8620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en-US" b="1" dirty="0" err="1">
                <a:solidFill>
                  <a:srgbClr val="FF0000"/>
                </a:solidFill>
                <a:latin typeface="+mn-lt"/>
                <a:ea typeface="ＭＳ Ｐゴシック" pitchFamily="34" charset="-128"/>
              </a:rPr>
              <a:t>Ouverture</a:t>
            </a:r>
            <a:r>
              <a:rPr lang="en-US" b="1" dirty="0">
                <a:solidFill>
                  <a:srgbClr val="FF0000"/>
                </a:solidFill>
                <a:latin typeface="+mn-lt"/>
                <a:ea typeface="ＭＳ Ｐゴシック" pitchFamily="34" charset="-128"/>
              </a:rPr>
              <a:t> d</a:t>
            </a:r>
            <a:r>
              <a:rPr lang="en-US" altLang="fr-FR" b="1" dirty="0">
                <a:solidFill>
                  <a:srgbClr val="FF0000"/>
                </a:solidFill>
                <a:latin typeface="+mn-lt"/>
                <a:ea typeface="ＭＳ Ｐゴシック" pitchFamily="34" charset="-128"/>
              </a:rPr>
              <a:t>’</a:t>
            </a:r>
            <a:r>
              <a:rPr lang="en-US" b="1" dirty="0">
                <a:solidFill>
                  <a:srgbClr val="FF0000"/>
                </a:solidFill>
                <a:latin typeface="+mn-lt"/>
                <a:ea typeface="ＭＳ Ｐゴシック" pitchFamily="34" charset="-128"/>
              </a:rPr>
              <a:t>un </a:t>
            </a:r>
            <a:r>
              <a:rPr lang="en-US" b="1" dirty="0" err="1">
                <a:solidFill>
                  <a:srgbClr val="FF0000"/>
                </a:solidFill>
                <a:latin typeface="+mn-lt"/>
                <a:ea typeface="ＭＳ Ｐゴシック" pitchFamily="34" charset="-128"/>
              </a:rPr>
              <a:t>fichier</a:t>
            </a:r>
            <a:endParaRPr lang="en-US" b="1" dirty="0">
              <a:solidFill>
                <a:srgbClr val="FF0000"/>
              </a:solidFill>
              <a:latin typeface="+mn-lt"/>
              <a:ea typeface="ＭＳ Ｐゴシック" pitchFamily="34" charset="-128"/>
            </a:endParaRPr>
          </a:p>
          <a:p>
            <a:pPr eaLnBrk="1" hangingPunct="1">
              <a:spcBef>
                <a:spcPct val="500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endParaRPr lang="fr-FR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57250" y="1416050"/>
            <a:ext cx="6143625" cy="369888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182563" eaLnBrk="1" hangingPunct="1">
              <a:spcBef>
                <a:spcPct val="50000"/>
              </a:spcBef>
              <a:buClr>
                <a:srgbClr val="336666"/>
              </a:buClr>
              <a:buFont typeface="Wingdings" pitchFamily="2" charset="2"/>
              <a:buChar char="§"/>
              <a:defRPr/>
            </a:pPr>
            <a:r>
              <a:rPr lang="en-US" sz="1800" b="1" dirty="0" err="1">
                <a:solidFill>
                  <a:srgbClr val="008E40"/>
                </a:solidFill>
                <a:latin typeface="+mn-lt"/>
                <a:ea typeface="ＭＳ Ｐゴシック" pitchFamily="34" charset="-128"/>
              </a:rPr>
              <a:t>Syntaxe</a:t>
            </a:r>
            <a:r>
              <a:rPr lang="en-US" sz="1800" b="1" dirty="0">
                <a:solidFill>
                  <a:srgbClr val="008E40"/>
                </a:solidFill>
                <a:latin typeface="+mn-lt"/>
                <a:ea typeface="ＭＳ Ｐゴシック" pitchFamily="34" charset="-128"/>
              </a:rPr>
              <a:t> de </a:t>
            </a:r>
            <a:r>
              <a:rPr lang="en-US" sz="1800" b="1" dirty="0" err="1">
                <a:solidFill>
                  <a:srgbClr val="008E40"/>
                </a:solidFill>
                <a:latin typeface="+mn-lt"/>
                <a:ea typeface="ＭＳ Ｐゴシック" pitchFamily="34" charset="-128"/>
              </a:rPr>
              <a:t>l</a:t>
            </a:r>
            <a:r>
              <a:rPr lang="en-US" altLang="fr-FR" sz="1800" b="1" dirty="0" err="1">
                <a:solidFill>
                  <a:srgbClr val="008E40"/>
                </a:solidFill>
                <a:latin typeface="+mn-lt"/>
                <a:ea typeface="ＭＳ Ｐゴシック" pitchFamily="34" charset="-128"/>
              </a:rPr>
              <a:t>’</a:t>
            </a:r>
            <a:r>
              <a:rPr lang="en-US" sz="1800" b="1" dirty="0" err="1">
                <a:solidFill>
                  <a:srgbClr val="008E40"/>
                </a:solidFill>
                <a:latin typeface="+mn-lt"/>
                <a:ea typeface="ＭＳ Ｐゴシック" pitchFamily="34" charset="-128"/>
              </a:rPr>
              <a:t>ouverture</a:t>
            </a:r>
            <a:r>
              <a:rPr lang="en-US" sz="1800" b="1" dirty="0">
                <a:solidFill>
                  <a:srgbClr val="008E40"/>
                </a:solidFill>
                <a:latin typeface="+mn-lt"/>
                <a:ea typeface="ＭＳ Ｐゴシック" pitchFamily="34" charset="-128"/>
              </a:rPr>
              <a:t> d</a:t>
            </a:r>
            <a:r>
              <a:rPr lang="en-US" altLang="fr-FR" sz="1800" b="1" dirty="0">
                <a:solidFill>
                  <a:srgbClr val="008E40"/>
                </a:solidFill>
                <a:latin typeface="+mn-lt"/>
                <a:ea typeface="ＭＳ Ｐゴシック" pitchFamily="34" charset="-128"/>
              </a:rPr>
              <a:t>’</a:t>
            </a:r>
            <a:r>
              <a:rPr lang="en-US" sz="1800" b="1" dirty="0">
                <a:solidFill>
                  <a:srgbClr val="008E40"/>
                </a:solidFill>
                <a:latin typeface="+mn-lt"/>
                <a:ea typeface="ＭＳ Ｐゴシック" pitchFamily="34" charset="-128"/>
              </a:rPr>
              <a:t>un </a:t>
            </a:r>
            <a:r>
              <a:rPr lang="en-US" sz="1800" b="1" dirty="0" err="1">
                <a:solidFill>
                  <a:srgbClr val="008E40"/>
                </a:solidFill>
                <a:latin typeface="+mn-lt"/>
                <a:ea typeface="ＭＳ Ｐゴシック" pitchFamily="34" charset="-128"/>
              </a:rPr>
              <a:t>fichier</a:t>
            </a:r>
            <a:r>
              <a:rPr lang="en-US" sz="1800" b="1" dirty="0">
                <a:solidFill>
                  <a:srgbClr val="008E40"/>
                </a:solidFill>
                <a:latin typeface="+mn-lt"/>
                <a:ea typeface="ＭＳ Ｐゴシック" pitchFamily="34" charset="-128"/>
              </a:rPr>
              <a:t> </a:t>
            </a:r>
            <a:r>
              <a:rPr lang="en-US" sz="1800" dirty="0">
                <a:solidFill>
                  <a:srgbClr val="008E40"/>
                </a:solidFill>
                <a:latin typeface="+mn-lt"/>
                <a:ea typeface="ＭＳ Ｐゴシック" pitchFamily="34" charset="-128"/>
              </a:rPr>
              <a:t>:</a:t>
            </a:r>
          </a:p>
        </p:txBody>
      </p:sp>
      <p:sp>
        <p:nvSpPr>
          <p:cNvPr id="10" name="Rectangle à coins arrondis 9"/>
          <p:cNvSpPr/>
          <p:nvPr/>
        </p:nvSpPr>
        <p:spPr>
          <a:xfrm>
            <a:off x="1071563" y="1847850"/>
            <a:ext cx="7358062" cy="65246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lvl="1" eaLnBrk="1" hangingPunct="1">
              <a:spcBef>
                <a:spcPct val="500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b="1" dirty="0" err="1">
                <a:solidFill>
                  <a:schemeClr val="tx1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monFichier</a:t>
            </a:r>
            <a:r>
              <a:rPr lang="fr-FR" b="1" dirty="0">
                <a:solidFill>
                  <a:schemeClr val="tx1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 = </a:t>
            </a:r>
            <a:r>
              <a:rPr lang="fr-FR" b="1" dirty="0">
                <a:solidFill>
                  <a:srgbClr val="3366FF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open</a:t>
            </a:r>
            <a:r>
              <a:rPr lang="fr-FR" b="1" dirty="0">
                <a:solidFill>
                  <a:schemeClr val="tx1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(</a:t>
            </a:r>
            <a:r>
              <a:rPr lang="fr-FR" altLang="fr-FR" b="1" dirty="0">
                <a:solidFill>
                  <a:schemeClr val="tx1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‘</a:t>
            </a:r>
            <a:r>
              <a:rPr lang="fr-FR" b="1" dirty="0" err="1">
                <a:solidFill>
                  <a:schemeClr val="tx1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NomDuFichier</a:t>
            </a:r>
            <a:r>
              <a:rPr lang="fr-FR" altLang="fr-FR" b="1" dirty="0">
                <a:solidFill>
                  <a:schemeClr val="tx1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’</a:t>
            </a:r>
            <a:r>
              <a:rPr lang="fr-FR" b="1" dirty="0">
                <a:solidFill>
                  <a:schemeClr val="tx1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,</a:t>
            </a:r>
            <a:r>
              <a:rPr lang="fr-FR" altLang="fr-FR" b="1" dirty="0">
                <a:solidFill>
                  <a:schemeClr val="tx1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’</a:t>
            </a:r>
            <a:r>
              <a:rPr lang="fr-FR" b="1" dirty="0">
                <a:solidFill>
                  <a:schemeClr val="tx1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mode</a:t>
            </a:r>
            <a:r>
              <a:rPr lang="fr-FR" altLang="fr-FR" b="1" dirty="0">
                <a:solidFill>
                  <a:schemeClr val="tx1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’</a:t>
            </a:r>
            <a:r>
              <a:rPr lang="fr-FR" b="1" dirty="0">
                <a:solidFill>
                  <a:schemeClr val="tx1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7250" y="2511425"/>
            <a:ext cx="8286750" cy="3602038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182563" algn="just" eaLnBrk="1" hangingPunct="1">
              <a:spcBef>
                <a:spcPct val="50000"/>
              </a:spcBef>
              <a:buClr>
                <a:srgbClr val="336666"/>
              </a:buClr>
              <a:buFont typeface="Arial" pitchFamily="34" charset="0"/>
              <a:buChar char="•"/>
              <a:defRPr/>
            </a:pPr>
            <a:r>
              <a:rPr lang="en-US" dirty="0">
                <a:latin typeface="+mn-lt"/>
                <a:ea typeface="ＭＳ Ｐゴシック" pitchFamily="34" charset="-128"/>
              </a:rPr>
              <a:t>Le nom du </a:t>
            </a:r>
            <a:r>
              <a:rPr lang="en-US" dirty="0" err="1">
                <a:latin typeface="+mn-lt"/>
                <a:ea typeface="ＭＳ Ｐゴシック" pitchFamily="34" charset="-128"/>
              </a:rPr>
              <a:t>fichier</a:t>
            </a:r>
            <a:r>
              <a:rPr lang="en-US" dirty="0">
                <a:latin typeface="+mn-lt"/>
                <a:ea typeface="ＭＳ Ｐゴシック" pitchFamily="34" charset="-128"/>
              </a:rPr>
              <a:t> </a:t>
            </a:r>
            <a:r>
              <a:rPr lang="en-US" dirty="0" err="1">
                <a:latin typeface="+mn-lt"/>
                <a:ea typeface="ＭＳ Ｐゴシック" pitchFamily="34" charset="-128"/>
              </a:rPr>
              <a:t>contient</a:t>
            </a:r>
            <a:r>
              <a:rPr lang="en-US" dirty="0">
                <a:latin typeface="+mn-lt"/>
                <a:ea typeface="ＭＳ Ｐゴシック" pitchFamily="34" charset="-128"/>
              </a:rPr>
              <a:t> </a:t>
            </a:r>
            <a:r>
              <a:rPr lang="en-US" dirty="0" err="1">
                <a:latin typeface="+mn-lt"/>
                <a:ea typeface="ＭＳ Ｐゴシック" pitchFamily="34" charset="-128"/>
              </a:rPr>
              <a:t>également</a:t>
            </a:r>
            <a:r>
              <a:rPr lang="en-US" dirty="0">
                <a:latin typeface="+mn-lt"/>
                <a:ea typeface="ＭＳ Ｐゴシック" pitchFamily="34" charset="-128"/>
              </a:rPr>
              <a:t> son </a:t>
            </a:r>
            <a:r>
              <a:rPr lang="en-US" b="1" dirty="0">
                <a:solidFill>
                  <a:srgbClr val="0000FF"/>
                </a:solidFill>
                <a:latin typeface="+mn-lt"/>
                <a:ea typeface="ＭＳ Ｐゴシック" pitchFamily="34" charset="-128"/>
              </a:rPr>
              <a:t>extension</a:t>
            </a:r>
            <a:r>
              <a:rPr lang="en-US" dirty="0">
                <a:latin typeface="+mn-lt"/>
                <a:ea typeface="ＭＳ Ｐゴシック" pitchFamily="34" charset="-128"/>
              </a:rPr>
              <a:t> (.txt, .</a:t>
            </a:r>
            <a:r>
              <a:rPr lang="en-US" dirty="0" err="1">
                <a:latin typeface="+mn-lt"/>
                <a:ea typeface="ＭＳ Ｐゴシック" pitchFamily="34" charset="-128"/>
              </a:rPr>
              <a:t>csv</a:t>
            </a:r>
            <a:r>
              <a:rPr lang="en-US" dirty="0">
                <a:latin typeface="+mn-lt"/>
                <a:ea typeface="ＭＳ Ｐゴシック" pitchFamily="34" charset="-128"/>
              </a:rPr>
              <a:t>, …).</a:t>
            </a:r>
          </a:p>
          <a:p>
            <a:pPr indent="182563" algn="just" eaLnBrk="1" hangingPunct="1">
              <a:spcBef>
                <a:spcPct val="50000"/>
              </a:spcBef>
              <a:buClr>
                <a:srgbClr val="336666"/>
              </a:buClr>
              <a:buFont typeface="Arial" pitchFamily="34" charset="0"/>
              <a:buChar char="•"/>
              <a:defRPr/>
            </a:pPr>
            <a:r>
              <a:rPr lang="en-US" dirty="0">
                <a:latin typeface="+mn-lt"/>
                <a:ea typeface="ＭＳ Ｐゴシック" pitchFamily="34" charset="-128"/>
              </a:rPr>
              <a:t>Le mode </a:t>
            </a:r>
            <a:r>
              <a:rPr lang="en-US" dirty="0" err="1">
                <a:latin typeface="+mn-lt"/>
                <a:ea typeface="ＭＳ Ｐゴシック" pitchFamily="34" charset="-128"/>
              </a:rPr>
              <a:t>est</a:t>
            </a:r>
            <a:r>
              <a:rPr lang="en-US" dirty="0">
                <a:latin typeface="+mn-lt"/>
                <a:ea typeface="ＭＳ Ｐゴシック" pitchFamily="34" charset="-128"/>
              </a:rPr>
              <a:t> la </a:t>
            </a:r>
            <a:r>
              <a:rPr lang="en-US" b="1" dirty="0" err="1">
                <a:solidFill>
                  <a:srgbClr val="0000FF"/>
                </a:solidFill>
                <a:latin typeface="+mn-lt"/>
                <a:ea typeface="ＭＳ Ｐゴシック" pitchFamily="34" charset="-128"/>
              </a:rPr>
              <a:t>façon</a:t>
            </a:r>
            <a:r>
              <a:rPr lang="en-US" b="1" dirty="0">
                <a:solidFill>
                  <a:srgbClr val="0000FF"/>
                </a:solidFill>
                <a:latin typeface="+mn-lt"/>
                <a:ea typeface="ＭＳ Ｐゴシック" pitchFamily="34" charset="-128"/>
              </a:rPr>
              <a:t> </a:t>
            </a:r>
            <a:r>
              <a:rPr lang="fr-FR" dirty="0">
                <a:latin typeface="+mn-lt"/>
                <a:ea typeface="ＭＳ Ｐゴシック" pitchFamily="34" charset="-128"/>
              </a:rPr>
              <a:t>selon laquelle on va ouvrir le fichier.</a:t>
            </a:r>
          </a:p>
          <a:p>
            <a:pPr marL="0" lvl="1" indent="182563" algn="just" eaLnBrk="1" hangingPunct="1">
              <a:spcBef>
                <a:spcPts val="3600"/>
              </a:spcBef>
              <a:buClr>
                <a:srgbClr val="336666"/>
              </a:buClr>
              <a:buFont typeface="Wingdings" pitchFamily="2" charset="2"/>
              <a:buChar char="§"/>
              <a:defRPr/>
            </a:pPr>
            <a:r>
              <a:rPr lang="en-US" sz="1800" b="1" dirty="0">
                <a:solidFill>
                  <a:srgbClr val="008E40"/>
                </a:solidFill>
                <a:latin typeface="+mn-lt"/>
                <a:ea typeface="ＭＳ Ｐゴシック" pitchFamily="34" charset="-128"/>
              </a:rPr>
              <a:t>Remarque :</a:t>
            </a:r>
            <a:endParaRPr lang="fr-FR" sz="1800" b="1" dirty="0">
              <a:solidFill>
                <a:srgbClr val="008E40"/>
              </a:solidFill>
              <a:latin typeface="+mn-lt"/>
              <a:ea typeface="ＭＳ Ｐゴシック" pitchFamily="34" charset="-128"/>
            </a:endParaRPr>
          </a:p>
          <a:p>
            <a:pPr indent="182563" algn="just" eaLnBrk="1" hangingPunct="1">
              <a:spcBef>
                <a:spcPct val="50000"/>
              </a:spcBef>
              <a:buClr>
                <a:srgbClr val="336666"/>
              </a:buClr>
              <a:buFont typeface="Arial" pitchFamily="34" charset="0"/>
              <a:buChar char="•"/>
              <a:defRPr/>
            </a:pPr>
            <a:r>
              <a:rPr lang="en-US" kern="0" dirty="0">
                <a:latin typeface="+mn-lt"/>
                <a:ea typeface="ＭＳ Ｐゴシック" pitchFamily="34" charset="-128"/>
              </a:rPr>
              <a:t>Par </a:t>
            </a:r>
            <a:r>
              <a:rPr lang="en-US" kern="0" dirty="0" err="1">
                <a:latin typeface="+mn-lt"/>
                <a:ea typeface="ＭＳ Ｐゴシック" pitchFamily="34" charset="-128"/>
              </a:rPr>
              <a:t>défaut</a:t>
            </a:r>
            <a:r>
              <a:rPr lang="en-US" kern="0" dirty="0">
                <a:latin typeface="+mn-lt"/>
                <a:ea typeface="ＭＳ Ｐゴシック" pitchFamily="34" charset="-128"/>
              </a:rPr>
              <a:t> on </a:t>
            </a:r>
            <a:r>
              <a:rPr lang="en-US" kern="0" dirty="0" err="1">
                <a:latin typeface="+mn-lt"/>
                <a:ea typeface="ＭＳ Ｐゴシック" pitchFamily="34" charset="-128"/>
              </a:rPr>
              <a:t>considère</a:t>
            </a:r>
            <a:r>
              <a:rPr lang="en-US" kern="0" dirty="0">
                <a:latin typeface="+mn-lt"/>
                <a:ea typeface="ＭＳ Ｐゴシック" pitchFamily="34" charset="-128"/>
              </a:rPr>
              <a:t> </a:t>
            </a:r>
            <a:r>
              <a:rPr lang="en-US" kern="0" dirty="0" err="1">
                <a:latin typeface="+mn-lt"/>
                <a:ea typeface="ＭＳ Ｐゴシック" pitchFamily="34" charset="-128"/>
              </a:rPr>
              <a:t>que</a:t>
            </a:r>
            <a:r>
              <a:rPr lang="en-US" kern="0" dirty="0">
                <a:latin typeface="+mn-lt"/>
                <a:ea typeface="ＭＳ Ｐゴシック" pitchFamily="34" charset="-128"/>
              </a:rPr>
              <a:t> le </a:t>
            </a:r>
            <a:r>
              <a:rPr lang="en-US" kern="0" dirty="0" err="1">
                <a:latin typeface="+mn-lt"/>
                <a:ea typeface="ＭＳ Ｐゴシック" pitchFamily="34" charset="-128"/>
              </a:rPr>
              <a:t>fichier</a:t>
            </a:r>
            <a:r>
              <a:rPr lang="en-US" kern="0" dirty="0">
                <a:latin typeface="+mn-lt"/>
                <a:ea typeface="ＭＳ Ｐゴシック" pitchFamily="34" charset="-128"/>
              </a:rPr>
              <a:t> </a:t>
            </a:r>
            <a:r>
              <a:rPr lang="en-US" kern="0" dirty="0" err="1">
                <a:latin typeface="+mn-lt"/>
                <a:ea typeface="ＭＳ Ｐゴシック" pitchFamily="34" charset="-128"/>
              </a:rPr>
              <a:t>est</a:t>
            </a:r>
            <a:r>
              <a:rPr lang="en-US" kern="0" dirty="0">
                <a:latin typeface="+mn-lt"/>
                <a:ea typeface="ＭＳ Ｐゴシック" pitchFamily="34" charset="-128"/>
              </a:rPr>
              <a:t> </a:t>
            </a:r>
            <a:r>
              <a:rPr lang="en-US" kern="0" dirty="0" err="1">
                <a:latin typeface="+mn-lt"/>
                <a:ea typeface="ＭＳ Ｐゴシック" pitchFamily="34" charset="-128"/>
              </a:rPr>
              <a:t>situé</a:t>
            </a:r>
            <a:r>
              <a:rPr lang="en-US" kern="0" dirty="0">
                <a:latin typeface="+mn-lt"/>
                <a:ea typeface="ＭＳ Ｐゴシック" pitchFamily="34" charset="-128"/>
              </a:rPr>
              <a:t> </a:t>
            </a:r>
            <a:r>
              <a:rPr lang="en-US" kern="0" dirty="0" err="1">
                <a:latin typeface="+mn-lt"/>
                <a:ea typeface="ＭＳ Ｐゴシック" pitchFamily="34" charset="-128"/>
              </a:rPr>
              <a:t>dans</a:t>
            </a:r>
            <a:r>
              <a:rPr lang="en-US" kern="0" dirty="0">
                <a:latin typeface="+mn-lt"/>
                <a:ea typeface="ＭＳ Ｐゴシック" pitchFamily="34" charset="-128"/>
              </a:rPr>
              <a:t> le </a:t>
            </a:r>
            <a:r>
              <a:rPr lang="en-US" b="1" kern="0" dirty="0" err="1">
                <a:solidFill>
                  <a:srgbClr val="0000FF"/>
                </a:solidFill>
                <a:latin typeface="+mn-lt"/>
                <a:ea typeface="ＭＳ Ｐゴシック" pitchFamily="34" charset="-128"/>
              </a:rPr>
              <a:t>même</a:t>
            </a:r>
            <a:r>
              <a:rPr lang="en-US" b="1" kern="0" dirty="0">
                <a:solidFill>
                  <a:srgbClr val="0000FF"/>
                </a:solidFill>
                <a:latin typeface="+mn-lt"/>
                <a:ea typeface="ＭＳ Ｐゴシック" pitchFamily="34" charset="-128"/>
              </a:rPr>
              <a:t> </a:t>
            </a:r>
            <a:r>
              <a:rPr lang="en-US" b="1" kern="0" dirty="0" err="1">
                <a:solidFill>
                  <a:srgbClr val="0000FF"/>
                </a:solidFill>
                <a:latin typeface="+mn-lt"/>
                <a:ea typeface="ＭＳ Ｐゴシック" pitchFamily="34" charset="-128"/>
              </a:rPr>
              <a:t>répertoire</a:t>
            </a:r>
            <a:r>
              <a:rPr lang="en-US" b="1" kern="0" dirty="0">
                <a:solidFill>
                  <a:srgbClr val="0000FF"/>
                </a:solidFill>
                <a:latin typeface="+mn-lt"/>
                <a:ea typeface="ＭＳ Ｐゴシック" pitchFamily="34" charset="-128"/>
              </a:rPr>
              <a:t> </a:t>
            </a:r>
            <a:r>
              <a:rPr lang="en-US" kern="0" dirty="0" err="1">
                <a:latin typeface="+mn-lt"/>
                <a:ea typeface="ＭＳ Ｐゴシック" pitchFamily="34" charset="-128"/>
              </a:rPr>
              <a:t>que</a:t>
            </a:r>
            <a:r>
              <a:rPr lang="en-US" kern="0" dirty="0">
                <a:latin typeface="+mn-lt"/>
                <a:ea typeface="ＭＳ Ｐゴシック" pitchFamily="34" charset="-128"/>
              </a:rPr>
              <a:t> </a:t>
            </a:r>
            <a:r>
              <a:rPr lang="en-US" kern="0" dirty="0" err="1">
                <a:latin typeface="+mn-lt"/>
                <a:ea typeface="ＭＳ Ｐゴシック" pitchFamily="34" charset="-128"/>
              </a:rPr>
              <a:t>notre</a:t>
            </a:r>
            <a:r>
              <a:rPr lang="en-US" kern="0" dirty="0">
                <a:latin typeface="+mn-lt"/>
                <a:ea typeface="ＭＳ Ｐゴシック" pitchFamily="34" charset="-128"/>
              </a:rPr>
              <a:t> script.</a:t>
            </a:r>
          </a:p>
          <a:p>
            <a:pPr indent="182563" algn="just" eaLnBrk="1" hangingPunct="1">
              <a:spcBef>
                <a:spcPct val="50000"/>
              </a:spcBef>
              <a:buClr>
                <a:srgbClr val="336666"/>
              </a:buClr>
              <a:buFont typeface="Arial" pitchFamily="34" charset="0"/>
              <a:buChar char="•"/>
              <a:defRPr/>
            </a:pPr>
            <a:r>
              <a:rPr lang="en-US" kern="0" dirty="0" err="1">
                <a:latin typeface="+mn-lt"/>
                <a:ea typeface="ＭＳ Ｐゴシック" pitchFamily="34" charset="-128"/>
              </a:rPr>
              <a:t>Dans</a:t>
            </a:r>
            <a:r>
              <a:rPr lang="en-US" kern="0" dirty="0">
                <a:latin typeface="+mn-lt"/>
                <a:ea typeface="ＭＳ Ｐゴシック" pitchFamily="34" charset="-128"/>
              </a:rPr>
              <a:t> le </a:t>
            </a:r>
            <a:r>
              <a:rPr lang="en-US" kern="0" dirty="0" err="1">
                <a:latin typeface="+mn-lt"/>
                <a:ea typeface="ＭＳ Ｐゴシック" pitchFamily="34" charset="-128"/>
              </a:rPr>
              <a:t>cas</a:t>
            </a:r>
            <a:r>
              <a:rPr lang="en-US" kern="0" dirty="0">
                <a:latin typeface="+mn-lt"/>
                <a:ea typeface="ＭＳ Ｐゴシック" pitchFamily="34" charset="-128"/>
              </a:rPr>
              <a:t> contraire, on </a:t>
            </a:r>
            <a:r>
              <a:rPr lang="en-US" kern="0" dirty="0" err="1">
                <a:latin typeface="+mn-lt"/>
                <a:ea typeface="ＭＳ Ｐゴシック" pitchFamily="34" charset="-128"/>
              </a:rPr>
              <a:t>devra</a:t>
            </a:r>
            <a:r>
              <a:rPr lang="en-US" kern="0" dirty="0">
                <a:latin typeface="+mn-lt"/>
                <a:ea typeface="ＭＳ Ｐゴシック" pitchFamily="34" charset="-128"/>
              </a:rPr>
              <a:t> </a:t>
            </a:r>
            <a:r>
              <a:rPr lang="en-US" kern="0" dirty="0" err="1">
                <a:latin typeface="+mn-lt"/>
                <a:ea typeface="ＭＳ Ｐゴシック" pitchFamily="34" charset="-128"/>
              </a:rPr>
              <a:t>préciser</a:t>
            </a:r>
            <a:r>
              <a:rPr lang="en-US" kern="0" dirty="0">
                <a:latin typeface="+mn-lt"/>
                <a:ea typeface="ＭＳ Ｐゴシック" pitchFamily="34" charset="-128"/>
              </a:rPr>
              <a:t> son </a:t>
            </a:r>
            <a:r>
              <a:rPr lang="en-US" b="1" kern="0" dirty="0">
                <a:solidFill>
                  <a:srgbClr val="0000FF"/>
                </a:solidFill>
                <a:latin typeface="+mn-lt"/>
                <a:ea typeface="ＭＳ Ｐゴシック" pitchFamily="34" charset="-128"/>
              </a:rPr>
              <a:t>emplacement</a:t>
            </a:r>
            <a:r>
              <a:rPr lang="en-US" kern="0" dirty="0">
                <a:latin typeface="+mn-lt"/>
                <a:ea typeface="ＭＳ Ｐゴシック" pitchFamily="34" charset="-128"/>
              </a:rPr>
              <a:t>, par </a:t>
            </a:r>
            <a:r>
              <a:rPr lang="en-US" kern="0" dirty="0" err="1">
                <a:latin typeface="+mn-lt"/>
                <a:ea typeface="ＭＳ Ｐゴシック" pitchFamily="34" charset="-128"/>
              </a:rPr>
              <a:t>exemple</a:t>
            </a:r>
            <a:r>
              <a:rPr lang="en-US" kern="0" dirty="0">
                <a:latin typeface="+mn-lt"/>
                <a:ea typeface="ＭＳ Ｐゴシック" pitchFamily="34" charset="-128"/>
              </a:rPr>
              <a:t> avec un </a:t>
            </a:r>
            <a:r>
              <a:rPr lang="en-US" kern="0" dirty="0" err="1">
                <a:latin typeface="+mn-lt"/>
                <a:ea typeface="ＭＳ Ｐゴシック" pitchFamily="34" charset="-128"/>
              </a:rPr>
              <a:t>chemin</a:t>
            </a:r>
            <a:r>
              <a:rPr lang="en-US" kern="0" dirty="0">
                <a:latin typeface="+mn-lt"/>
                <a:ea typeface="ＭＳ Ｐゴシック" pitchFamily="34" charset="-128"/>
              </a:rPr>
              <a:t> </a:t>
            </a:r>
            <a:r>
              <a:rPr lang="en-US" kern="0" dirty="0" err="1">
                <a:latin typeface="+mn-lt"/>
                <a:ea typeface="ＭＳ Ｐゴシック" pitchFamily="34" charset="-128"/>
              </a:rPr>
              <a:t>absolu</a:t>
            </a:r>
            <a:r>
              <a:rPr lang="en-US" kern="0" dirty="0">
                <a:latin typeface="+mn-lt"/>
                <a:ea typeface="ＭＳ Ｐゴシック" pitchFamily="34" charset="-128"/>
              </a:rPr>
              <a:t> (du style </a:t>
            </a:r>
            <a:r>
              <a:rPr lang="en-US" b="1" kern="0" dirty="0">
                <a:latin typeface="+mn-lt"/>
                <a:ea typeface="ＭＳ Ｐゴシック" pitchFamily="34" charset="-128"/>
              </a:rPr>
              <a:t>C:\ … </a:t>
            </a:r>
            <a:r>
              <a:rPr lang="en-US" kern="0" dirty="0" err="1">
                <a:latin typeface="+mn-lt"/>
                <a:ea typeface="ＭＳ Ｐゴシック" pitchFamily="34" charset="-128"/>
              </a:rPr>
              <a:t>sous</a:t>
            </a:r>
            <a:r>
              <a:rPr lang="en-US" kern="0" dirty="0">
                <a:latin typeface="+mn-lt"/>
                <a:ea typeface="ＭＳ Ｐゴシック" pitchFamily="34" charset="-128"/>
              </a:rPr>
              <a:t> windows).</a:t>
            </a:r>
          </a:p>
          <a:p>
            <a:pPr indent="182563" algn="just" eaLnBrk="1" hangingPunct="1">
              <a:spcBef>
                <a:spcPct val="50000"/>
              </a:spcBef>
              <a:buClr>
                <a:srgbClr val="336666"/>
              </a:buClr>
              <a:buFont typeface="Arial" pitchFamily="34" charset="0"/>
              <a:buChar char="•"/>
              <a:defRPr/>
            </a:pPr>
            <a:endParaRPr lang="en-US" dirty="0">
              <a:latin typeface="+mn-lt"/>
              <a:ea typeface="ＭＳ Ｐゴシック" pitchFamily="34" charset="-128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4205147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Text Box 9"/>
          <p:cNvSpPr txBox="1">
            <a:spLocks noChangeArrowheads="1"/>
          </p:cNvSpPr>
          <p:nvPr/>
        </p:nvSpPr>
        <p:spPr bwMode="auto">
          <a:xfrm>
            <a:off x="971550" y="58738"/>
            <a:ext cx="8172450" cy="36988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1800" b="1">
                <a:solidFill>
                  <a:srgbClr val="000000"/>
                </a:solidFill>
                <a:latin typeface="Arial" pitchFamily="34" charset="0"/>
              </a:rPr>
              <a:t>Structures de données et leurs utilisations</a:t>
            </a:r>
          </a:p>
        </p:txBody>
      </p:sp>
      <p:sp>
        <p:nvSpPr>
          <p:cNvPr id="62467" name="Rectangle 10"/>
          <p:cNvSpPr>
            <a:spLocks noChangeArrowheads="1"/>
          </p:cNvSpPr>
          <p:nvPr/>
        </p:nvSpPr>
        <p:spPr bwMode="auto">
          <a:xfrm>
            <a:off x="1033463" y="404813"/>
            <a:ext cx="8110537" cy="452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spcBef>
                <a:spcPct val="500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sz="2400" b="1" dirty="0">
                <a:latin typeface="+mj-lt"/>
              </a:rPr>
              <a:t>Les Fichiers</a:t>
            </a:r>
          </a:p>
        </p:txBody>
      </p:sp>
      <p:cxnSp>
        <p:nvCxnSpPr>
          <p:cNvPr id="181253" name="Connecteur droit avec flèche 17"/>
          <p:cNvCxnSpPr>
            <a:cxnSpLocks noChangeShapeType="1"/>
          </p:cNvCxnSpPr>
          <p:nvPr/>
        </p:nvCxnSpPr>
        <p:spPr bwMode="auto">
          <a:xfrm>
            <a:off x="4071938" y="5643563"/>
            <a:ext cx="1285875" cy="1587"/>
          </a:xfrm>
          <a:prstGeom prst="straightConnector1">
            <a:avLst/>
          </a:prstGeom>
          <a:noFill/>
          <a:ln w="9525" algn="ctr">
            <a:noFill/>
            <a:round/>
            <a:headEnd/>
            <a:tailEnd type="arrow" w="med" len="med"/>
          </a:ln>
        </p:spPr>
      </p:cxnSp>
      <p:cxnSp>
        <p:nvCxnSpPr>
          <p:cNvPr id="181254" name="Connecteur droit avec flèche 19"/>
          <p:cNvCxnSpPr>
            <a:cxnSpLocks noChangeShapeType="1"/>
          </p:cNvCxnSpPr>
          <p:nvPr/>
        </p:nvCxnSpPr>
        <p:spPr bwMode="auto">
          <a:xfrm>
            <a:off x="4071938" y="5572125"/>
            <a:ext cx="1357312" cy="285750"/>
          </a:xfrm>
          <a:prstGeom prst="straightConnector1">
            <a:avLst/>
          </a:prstGeom>
          <a:noFill/>
          <a:ln w="9525" algn="ctr">
            <a:noFill/>
            <a:round/>
            <a:headEnd/>
            <a:tailEnd type="arrow" w="med" len="med"/>
          </a:ln>
        </p:spPr>
      </p:cxnSp>
      <p:sp>
        <p:nvSpPr>
          <p:cNvPr id="7" name="Content Placeholder 2"/>
          <p:cNvSpPr txBox="1">
            <a:spLocks/>
          </p:cNvSpPr>
          <p:nvPr/>
        </p:nvSpPr>
        <p:spPr>
          <a:xfrm>
            <a:off x="457200" y="1495425"/>
            <a:ext cx="8435975" cy="5076825"/>
          </a:xfrm>
          <a:prstGeom prst="rect">
            <a:avLst/>
          </a:prstGeom>
        </p:spPr>
        <p:txBody>
          <a:bodyPr/>
          <a:lstStyle/>
          <a:p>
            <a:pPr lvl="1" indent="80963" algn="just"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Font typeface="Wingdings" pitchFamily="2" charset="2"/>
              <a:buChar char="§"/>
              <a:defRPr/>
            </a:pPr>
            <a:r>
              <a:rPr lang="en-US" b="1" kern="0" dirty="0" err="1">
                <a:solidFill>
                  <a:srgbClr val="008E40"/>
                </a:solidFill>
                <a:latin typeface="+mn-lt"/>
                <a:ea typeface="ＭＳ Ｐゴシック" pitchFamily="34" charset="-128"/>
                <a:cs typeface="+mn-cs"/>
              </a:rPr>
              <a:t>Trois</a:t>
            </a:r>
            <a:r>
              <a:rPr lang="en-US" b="1" kern="0" dirty="0">
                <a:solidFill>
                  <a:srgbClr val="008E40"/>
                </a:solidFill>
                <a:latin typeface="+mn-lt"/>
                <a:ea typeface="ＭＳ Ｐゴシック" pitchFamily="34" charset="-128"/>
                <a:cs typeface="+mn-cs"/>
              </a:rPr>
              <a:t> modes </a:t>
            </a:r>
            <a:r>
              <a:rPr lang="en-US" b="1" kern="0" dirty="0" err="1">
                <a:solidFill>
                  <a:srgbClr val="008E40"/>
                </a:solidFill>
                <a:latin typeface="+mn-lt"/>
                <a:ea typeface="ＭＳ Ｐゴシック" pitchFamily="34" charset="-128"/>
                <a:cs typeface="+mn-cs"/>
              </a:rPr>
              <a:t>d</a:t>
            </a:r>
            <a:r>
              <a:rPr lang="en-US" altLang="fr-FR" b="1" kern="0" dirty="0" err="1">
                <a:solidFill>
                  <a:srgbClr val="008E40"/>
                </a:solidFill>
                <a:latin typeface="+mn-lt"/>
                <a:ea typeface="ＭＳ Ｐゴシック" pitchFamily="34" charset="-128"/>
                <a:cs typeface="+mn-cs"/>
              </a:rPr>
              <a:t>’</a:t>
            </a:r>
            <a:r>
              <a:rPr lang="en-US" b="1" kern="0" dirty="0" err="1">
                <a:solidFill>
                  <a:srgbClr val="008E40"/>
                </a:solidFill>
                <a:latin typeface="+mn-lt"/>
                <a:ea typeface="ＭＳ Ｐゴシック" pitchFamily="34" charset="-128"/>
                <a:cs typeface="+mn-cs"/>
              </a:rPr>
              <a:t>ouverture</a:t>
            </a:r>
            <a:r>
              <a:rPr lang="en-US" b="1" kern="0" dirty="0">
                <a:solidFill>
                  <a:srgbClr val="008E40"/>
                </a:solidFill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lang="en-US" b="1" kern="0" dirty="0" err="1">
                <a:solidFill>
                  <a:srgbClr val="008E40"/>
                </a:solidFill>
                <a:latin typeface="+mn-lt"/>
                <a:ea typeface="ＭＳ Ｐゴシック" pitchFamily="34" charset="-128"/>
                <a:cs typeface="+mn-cs"/>
              </a:rPr>
              <a:t>possibles</a:t>
            </a:r>
            <a:r>
              <a:rPr lang="en-US" b="1" kern="0" dirty="0">
                <a:solidFill>
                  <a:srgbClr val="008E40"/>
                </a:solidFill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lang="en-US" kern="0" dirty="0">
                <a:solidFill>
                  <a:srgbClr val="008E40"/>
                </a:solidFill>
                <a:latin typeface="+mn-lt"/>
                <a:ea typeface="ＭＳ Ｐゴシック" pitchFamily="34" charset="-128"/>
                <a:cs typeface="+mn-cs"/>
              </a:rPr>
              <a:t>:</a:t>
            </a:r>
          </a:p>
          <a:p>
            <a:pPr lvl="1" indent="173038" algn="just"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Font typeface="Arial" pitchFamily="34" charset="0"/>
              <a:buChar char="•"/>
              <a:defRPr/>
            </a:pPr>
            <a:r>
              <a:rPr lang="en-US" altLang="fr-FR" sz="2800" kern="0" dirty="0">
                <a:latin typeface="+mn-lt"/>
                <a:ea typeface="ＭＳ Ｐゴシック" pitchFamily="34" charset="-128"/>
                <a:cs typeface="+mn-cs"/>
              </a:rPr>
              <a:t>‘</a:t>
            </a:r>
            <a:r>
              <a:rPr lang="en-US" sz="2800" kern="0" dirty="0">
                <a:latin typeface="+mn-lt"/>
                <a:ea typeface="ＭＳ Ｐゴシック" pitchFamily="34" charset="-128"/>
                <a:cs typeface="+mn-cs"/>
              </a:rPr>
              <a:t>r</a:t>
            </a:r>
            <a:r>
              <a:rPr lang="en-US" altLang="fr-FR" sz="2800" kern="0" dirty="0">
                <a:latin typeface="+mn-lt"/>
                <a:ea typeface="ＭＳ Ｐゴシック" pitchFamily="34" charset="-128"/>
                <a:cs typeface="+mn-cs"/>
              </a:rPr>
              <a:t>’</a:t>
            </a:r>
            <a:r>
              <a:rPr lang="en-US" sz="2800" kern="0" dirty="0"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lang="en-US" kern="0" dirty="0">
                <a:latin typeface="+mn-lt"/>
                <a:ea typeface="ＭＳ Ｐゴシック" pitchFamily="34" charset="-128"/>
                <a:cs typeface="+mn-cs"/>
              </a:rPr>
              <a:t>: </a:t>
            </a:r>
            <a:r>
              <a:rPr lang="en-US" b="1" kern="0" dirty="0">
                <a:solidFill>
                  <a:srgbClr val="0000FF"/>
                </a:solidFill>
                <a:latin typeface="+mn-lt"/>
                <a:ea typeface="ＭＳ Ｐゴシック" pitchFamily="34" charset="-128"/>
                <a:cs typeface="+mn-cs"/>
              </a:rPr>
              <a:t>lecture</a:t>
            </a:r>
            <a:r>
              <a:rPr lang="en-US" kern="0" dirty="0">
                <a:latin typeface="+mn-lt"/>
                <a:ea typeface="ＭＳ Ｐゴシック" pitchFamily="34" charset="-128"/>
                <a:cs typeface="+mn-cs"/>
              </a:rPr>
              <a:t>. On </a:t>
            </a:r>
            <a:r>
              <a:rPr lang="en-US" kern="0" dirty="0" err="1">
                <a:latin typeface="+mn-lt"/>
                <a:ea typeface="ＭＳ Ｐゴシック" pitchFamily="34" charset="-128"/>
                <a:cs typeface="+mn-cs"/>
              </a:rPr>
              <a:t>peut</a:t>
            </a:r>
            <a:r>
              <a:rPr lang="en-US" kern="0" dirty="0">
                <a:latin typeface="+mn-lt"/>
                <a:ea typeface="ＭＳ Ｐゴシック" pitchFamily="34" charset="-128"/>
                <a:cs typeface="+mn-cs"/>
              </a:rPr>
              <a:t> lire le </a:t>
            </a:r>
            <a:r>
              <a:rPr lang="en-US" kern="0" dirty="0" err="1">
                <a:latin typeface="+mn-lt"/>
                <a:ea typeface="ＭＳ Ｐゴシック" pitchFamily="34" charset="-128"/>
                <a:cs typeface="+mn-cs"/>
              </a:rPr>
              <a:t>contenu</a:t>
            </a:r>
            <a:r>
              <a:rPr lang="en-US" kern="0" dirty="0">
                <a:latin typeface="+mn-lt"/>
                <a:ea typeface="ＭＳ Ｐゴシック" pitchFamily="34" charset="-128"/>
                <a:cs typeface="+mn-cs"/>
              </a:rPr>
              <a:t> du </a:t>
            </a:r>
            <a:r>
              <a:rPr lang="en-US" kern="0" dirty="0" err="1">
                <a:latin typeface="+mn-lt"/>
                <a:ea typeface="ＭＳ Ｐゴシック" pitchFamily="34" charset="-128"/>
                <a:cs typeface="+mn-cs"/>
              </a:rPr>
              <a:t>fichier</a:t>
            </a:r>
            <a:r>
              <a:rPr lang="en-US" kern="0" dirty="0"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lang="en-US" kern="0" dirty="0" err="1">
                <a:latin typeface="+mn-lt"/>
                <a:ea typeface="ＭＳ Ｐゴシック" pitchFamily="34" charset="-128"/>
                <a:cs typeface="+mn-cs"/>
              </a:rPr>
              <a:t>mais</a:t>
            </a:r>
            <a:r>
              <a:rPr lang="en-US" kern="0" dirty="0">
                <a:latin typeface="+mn-lt"/>
                <a:ea typeface="ＭＳ Ｐゴシック" pitchFamily="34" charset="-128"/>
                <a:cs typeface="+mn-cs"/>
              </a:rPr>
              <a:t> pas y </a:t>
            </a:r>
            <a:r>
              <a:rPr lang="en-US" kern="0" dirty="0" err="1">
                <a:latin typeface="+mn-lt"/>
                <a:ea typeface="ＭＳ Ｐゴシック" pitchFamily="34" charset="-128"/>
                <a:cs typeface="+mn-cs"/>
              </a:rPr>
              <a:t>écrire</a:t>
            </a:r>
            <a:r>
              <a:rPr lang="en-US" kern="0" dirty="0">
                <a:latin typeface="+mn-lt"/>
                <a:ea typeface="ＭＳ Ｐゴシック" pitchFamily="34" charset="-128"/>
                <a:cs typeface="+mn-cs"/>
              </a:rPr>
              <a:t>. Le </a:t>
            </a:r>
            <a:r>
              <a:rPr lang="en-US" kern="0" dirty="0" err="1">
                <a:latin typeface="+mn-lt"/>
                <a:ea typeface="ＭＳ Ｐゴシック" pitchFamily="34" charset="-128"/>
                <a:cs typeface="+mn-cs"/>
              </a:rPr>
              <a:t>fichier</a:t>
            </a:r>
            <a:r>
              <a:rPr lang="en-US" kern="0" dirty="0"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lang="en-US" kern="0" dirty="0" err="1">
                <a:latin typeface="+mn-lt"/>
                <a:ea typeface="ＭＳ Ｐゴシック" pitchFamily="34" charset="-128"/>
                <a:cs typeface="+mn-cs"/>
              </a:rPr>
              <a:t>doit</a:t>
            </a:r>
            <a:r>
              <a:rPr lang="en-US" kern="0" dirty="0"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lang="en-US" kern="0" dirty="0" err="1">
                <a:latin typeface="+mn-lt"/>
                <a:ea typeface="ＭＳ Ｐゴシック" pitchFamily="34" charset="-128"/>
                <a:cs typeface="+mn-cs"/>
              </a:rPr>
              <a:t>exister</a:t>
            </a:r>
            <a:r>
              <a:rPr lang="en-US" kern="0" dirty="0"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lang="en-US" kern="0" dirty="0" err="1">
                <a:latin typeface="+mn-lt"/>
                <a:ea typeface="ＭＳ Ｐゴシック" pitchFamily="34" charset="-128"/>
                <a:cs typeface="+mn-cs"/>
              </a:rPr>
              <a:t>auparavant</a:t>
            </a:r>
            <a:r>
              <a:rPr lang="en-US" kern="0" dirty="0">
                <a:latin typeface="+mn-lt"/>
                <a:ea typeface="ＭＳ Ｐゴシック" pitchFamily="34" charset="-128"/>
                <a:cs typeface="+mn-cs"/>
              </a:rPr>
              <a:t>.</a:t>
            </a:r>
          </a:p>
          <a:p>
            <a:pPr lvl="1" algn="just"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Font typeface="Arial" pitchFamily="34" charset="0"/>
              <a:buChar char="•"/>
              <a:defRPr/>
            </a:pPr>
            <a:endParaRPr lang="en-US" kern="0" dirty="0">
              <a:latin typeface="+mn-lt"/>
              <a:ea typeface="ＭＳ Ｐゴシック" pitchFamily="34" charset="-128"/>
              <a:cs typeface="+mn-cs"/>
            </a:endParaRPr>
          </a:p>
          <a:p>
            <a:pPr lvl="1" indent="263525" algn="just"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Font typeface="Arial" pitchFamily="34" charset="0"/>
              <a:buChar char="•"/>
              <a:defRPr/>
            </a:pPr>
            <a:r>
              <a:rPr lang="en-US" altLang="fr-FR" sz="2800" kern="0" dirty="0">
                <a:latin typeface="+mn-lt"/>
                <a:ea typeface="ＭＳ Ｐゴシック" pitchFamily="34" charset="-128"/>
                <a:cs typeface="+mn-cs"/>
              </a:rPr>
              <a:t>‘</a:t>
            </a:r>
            <a:r>
              <a:rPr lang="en-US" sz="2800" kern="0" dirty="0">
                <a:latin typeface="+mn-lt"/>
                <a:ea typeface="ＭＳ Ｐゴシック" pitchFamily="34" charset="-128"/>
                <a:cs typeface="+mn-cs"/>
              </a:rPr>
              <a:t>w</a:t>
            </a:r>
            <a:r>
              <a:rPr lang="en-US" altLang="fr-FR" sz="2800" kern="0" dirty="0">
                <a:latin typeface="+mn-lt"/>
                <a:ea typeface="ＭＳ Ｐゴシック" pitchFamily="34" charset="-128"/>
                <a:cs typeface="+mn-cs"/>
              </a:rPr>
              <a:t>’</a:t>
            </a:r>
            <a:r>
              <a:rPr lang="en-US" sz="2800" kern="0" dirty="0"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lang="en-US" kern="0" dirty="0">
                <a:latin typeface="+mn-lt"/>
                <a:ea typeface="ＭＳ Ｐゴシック" pitchFamily="34" charset="-128"/>
                <a:cs typeface="+mn-cs"/>
              </a:rPr>
              <a:t>: </a:t>
            </a:r>
            <a:r>
              <a:rPr lang="en-US" b="1" kern="0" dirty="0" err="1">
                <a:solidFill>
                  <a:srgbClr val="0000FF"/>
                </a:solidFill>
                <a:latin typeface="+mn-lt"/>
                <a:ea typeface="ＭＳ Ｐゴシック" pitchFamily="34" charset="-128"/>
                <a:cs typeface="+mn-cs"/>
              </a:rPr>
              <a:t>écriture</a:t>
            </a:r>
            <a:r>
              <a:rPr lang="en-US" kern="0" dirty="0">
                <a:latin typeface="+mn-lt"/>
                <a:ea typeface="ＭＳ Ｐゴシック" pitchFamily="34" charset="-128"/>
                <a:cs typeface="+mn-cs"/>
              </a:rPr>
              <a:t>. Si le </a:t>
            </a:r>
            <a:r>
              <a:rPr lang="en-US" kern="0" dirty="0" err="1">
                <a:latin typeface="+mn-lt"/>
                <a:ea typeface="ＭＳ Ｐゴシック" pitchFamily="34" charset="-128"/>
                <a:cs typeface="+mn-cs"/>
              </a:rPr>
              <a:t>fichier</a:t>
            </a:r>
            <a:r>
              <a:rPr lang="en-US" kern="0" dirty="0"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lang="en-US" kern="0" dirty="0" err="1">
                <a:latin typeface="+mn-lt"/>
                <a:ea typeface="ＭＳ Ｐゴシック" pitchFamily="34" charset="-128"/>
                <a:cs typeface="+mn-cs"/>
              </a:rPr>
              <a:t>existait</a:t>
            </a:r>
            <a:r>
              <a:rPr lang="en-US" kern="0" dirty="0">
                <a:latin typeface="+mn-lt"/>
                <a:ea typeface="ＭＳ Ｐゴシック" pitchFamily="34" charset="-128"/>
                <a:cs typeface="+mn-cs"/>
              </a:rPr>
              <a:t>, son </a:t>
            </a:r>
            <a:r>
              <a:rPr lang="en-US" kern="0" dirty="0" err="1">
                <a:latin typeface="+mn-lt"/>
                <a:ea typeface="ＭＳ Ｐゴシック" pitchFamily="34" charset="-128"/>
                <a:cs typeface="+mn-cs"/>
              </a:rPr>
              <a:t>contenu</a:t>
            </a:r>
            <a:r>
              <a:rPr lang="en-US" kern="0" dirty="0"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lang="en-US" kern="0" dirty="0" err="1">
                <a:latin typeface="+mn-lt"/>
                <a:ea typeface="ＭＳ Ｐゴシック" pitchFamily="34" charset="-128"/>
                <a:cs typeface="+mn-cs"/>
              </a:rPr>
              <a:t>est</a:t>
            </a:r>
            <a:r>
              <a:rPr lang="en-US" kern="0" dirty="0"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lang="en-US" kern="0" dirty="0" err="1">
                <a:latin typeface="+mn-lt"/>
                <a:ea typeface="ＭＳ Ｐゴシック" pitchFamily="34" charset="-128"/>
                <a:cs typeface="+mn-cs"/>
              </a:rPr>
              <a:t>effacé</a:t>
            </a:r>
            <a:r>
              <a:rPr lang="en-US" kern="0" dirty="0">
                <a:latin typeface="+mn-lt"/>
                <a:ea typeface="ＭＳ Ｐゴシック" pitchFamily="34" charset="-128"/>
                <a:cs typeface="+mn-cs"/>
              </a:rPr>
              <a:t>, </a:t>
            </a:r>
            <a:r>
              <a:rPr lang="en-US" kern="0" dirty="0" err="1">
                <a:latin typeface="+mn-lt"/>
                <a:ea typeface="ＭＳ Ｐゴシック" pitchFamily="34" charset="-128"/>
                <a:cs typeface="+mn-cs"/>
              </a:rPr>
              <a:t>sinon</a:t>
            </a:r>
            <a:r>
              <a:rPr lang="en-US" kern="0" dirty="0"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lang="en-US" kern="0" dirty="0" err="1">
                <a:latin typeface="+mn-lt"/>
                <a:ea typeface="ＭＳ Ｐゴシック" pitchFamily="34" charset="-128"/>
                <a:cs typeface="+mn-cs"/>
              </a:rPr>
              <a:t>il</a:t>
            </a:r>
            <a:r>
              <a:rPr lang="en-US" kern="0" dirty="0"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lang="en-US" kern="0" dirty="0" err="1">
                <a:latin typeface="+mn-lt"/>
                <a:ea typeface="ＭＳ Ｐゴシック" pitchFamily="34" charset="-128"/>
                <a:cs typeface="+mn-cs"/>
              </a:rPr>
              <a:t>est</a:t>
            </a:r>
            <a:r>
              <a:rPr lang="en-US" kern="0" dirty="0"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lang="en-US" kern="0" dirty="0" err="1">
                <a:latin typeface="+mn-lt"/>
                <a:ea typeface="ＭＳ Ｐゴシック" pitchFamily="34" charset="-128"/>
                <a:cs typeface="+mn-cs"/>
              </a:rPr>
              <a:t>créé</a:t>
            </a:r>
            <a:r>
              <a:rPr lang="en-US" kern="0" dirty="0">
                <a:latin typeface="+mn-lt"/>
                <a:ea typeface="ＭＳ Ｐゴシック" pitchFamily="34" charset="-128"/>
                <a:cs typeface="+mn-cs"/>
              </a:rPr>
              <a:t>.</a:t>
            </a:r>
          </a:p>
          <a:p>
            <a:pPr lvl="1" algn="just"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Font typeface="Arial" pitchFamily="34" charset="0"/>
              <a:buChar char="•"/>
              <a:defRPr/>
            </a:pPr>
            <a:endParaRPr lang="en-US" kern="0" dirty="0">
              <a:latin typeface="+mn-lt"/>
              <a:ea typeface="ＭＳ Ｐゴシック" pitchFamily="34" charset="-128"/>
              <a:cs typeface="+mn-cs"/>
            </a:endParaRPr>
          </a:p>
          <a:p>
            <a:pPr lvl="1" indent="263525" algn="just"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Font typeface="Arial" pitchFamily="34" charset="0"/>
              <a:buChar char="•"/>
              <a:defRPr/>
            </a:pPr>
            <a:r>
              <a:rPr lang="en-US" altLang="fr-FR" sz="2800" kern="0" dirty="0">
                <a:latin typeface="+mn-lt"/>
                <a:ea typeface="ＭＳ Ｐゴシック" pitchFamily="34" charset="-128"/>
                <a:cs typeface="+mn-cs"/>
              </a:rPr>
              <a:t>‘</a:t>
            </a:r>
            <a:r>
              <a:rPr lang="en-US" sz="2800" kern="0" dirty="0">
                <a:latin typeface="+mn-lt"/>
                <a:ea typeface="ＭＳ Ｐゴシック" pitchFamily="34" charset="-128"/>
                <a:cs typeface="+mn-cs"/>
              </a:rPr>
              <a:t>a</a:t>
            </a:r>
            <a:r>
              <a:rPr lang="en-US" altLang="fr-FR" sz="2800" kern="0" dirty="0">
                <a:latin typeface="+mn-lt"/>
                <a:ea typeface="ＭＳ Ｐゴシック" pitchFamily="34" charset="-128"/>
                <a:cs typeface="+mn-cs"/>
              </a:rPr>
              <a:t>’</a:t>
            </a:r>
            <a:r>
              <a:rPr lang="en-US" sz="2800" kern="0" dirty="0"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lang="en-US" kern="0" dirty="0">
                <a:latin typeface="+mn-lt"/>
                <a:ea typeface="ＭＳ Ｐゴシック" pitchFamily="34" charset="-128"/>
                <a:cs typeface="+mn-cs"/>
              </a:rPr>
              <a:t>: </a:t>
            </a:r>
            <a:r>
              <a:rPr lang="en-US" b="1" kern="0" dirty="0" err="1">
                <a:solidFill>
                  <a:srgbClr val="0000FF"/>
                </a:solidFill>
                <a:latin typeface="+mn-lt"/>
                <a:ea typeface="ＭＳ Ｐゴシック" pitchFamily="34" charset="-128"/>
                <a:cs typeface="+mn-cs"/>
              </a:rPr>
              <a:t>ajout</a:t>
            </a:r>
            <a:r>
              <a:rPr lang="en-US" kern="0" dirty="0">
                <a:latin typeface="+mn-lt"/>
                <a:ea typeface="ＭＳ Ｐゴシック" pitchFamily="34" charset="-128"/>
                <a:cs typeface="+mn-cs"/>
              </a:rPr>
              <a:t>. Si le </a:t>
            </a:r>
            <a:r>
              <a:rPr lang="en-US" kern="0" dirty="0" err="1">
                <a:latin typeface="+mn-lt"/>
                <a:ea typeface="ＭＳ Ｐゴシック" pitchFamily="34" charset="-128"/>
                <a:cs typeface="+mn-cs"/>
              </a:rPr>
              <a:t>fichier</a:t>
            </a:r>
            <a:r>
              <a:rPr lang="en-US" kern="0" dirty="0"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lang="en-US" kern="0" dirty="0" err="1">
                <a:latin typeface="+mn-lt"/>
                <a:ea typeface="ＭＳ Ｐゴシック" pitchFamily="34" charset="-128"/>
                <a:cs typeface="+mn-cs"/>
              </a:rPr>
              <a:t>existait</a:t>
            </a:r>
            <a:r>
              <a:rPr lang="en-US" kern="0" dirty="0">
                <a:latin typeface="+mn-lt"/>
                <a:ea typeface="ＭＳ Ｐゴシック" pitchFamily="34" charset="-128"/>
                <a:cs typeface="+mn-cs"/>
              </a:rPr>
              <a:t> on </a:t>
            </a:r>
            <a:r>
              <a:rPr lang="en-US" kern="0" dirty="0" err="1">
                <a:latin typeface="+mn-lt"/>
                <a:ea typeface="ＭＳ Ｐゴシック" pitchFamily="34" charset="-128"/>
                <a:cs typeface="+mn-cs"/>
              </a:rPr>
              <a:t>peut</a:t>
            </a:r>
            <a:r>
              <a:rPr lang="en-US" kern="0" dirty="0"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lang="en-US" kern="0" dirty="0" err="1">
                <a:latin typeface="+mn-lt"/>
                <a:ea typeface="ＭＳ Ｐゴシック" pitchFamily="34" charset="-128"/>
                <a:cs typeface="+mn-cs"/>
              </a:rPr>
              <a:t>écrire</a:t>
            </a:r>
            <a:r>
              <a:rPr lang="en-US" kern="0" dirty="0">
                <a:latin typeface="+mn-lt"/>
                <a:ea typeface="ＭＳ Ｐゴシック" pitchFamily="34" charset="-128"/>
                <a:cs typeface="+mn-cs"/>
              </a:rPr>
              <a:t> à la fin de </a:t>
            </a:r>
            <a:r>
              <a:rPr lang="en-US" kern="0" dirty="0" err="1">
                <a:latin typeface="+mn-lt"/>
                <a:ea typeface="ＭＳ Ｐゴシック" pitchFamily="34" charset="-128"/>
                <a:cs typeface="+mn-cs"/>
              </a:rPr>
              <a:t>celui-ci</a:t>
            </a:r>
            <a:r>
              <a:rPr lang="en-US" kern="0" dirty="0">
                <a:latin typeface="+mn-lt"/>
                <a:ea typeface="ＭＳ Ｐゴシック" pitchFamily="34" charset="-128"/>
                <a:cs typeface="+mn-cs"/>
              </a:rPr>
              <a:t> sans effacer son </a:t>
            </a:r>
            <a:r>
              <a:rPr lang="en-US" kern="0" dirty="0" err="1">
                <a:latin typeface="+mn-lt"/>
                <a:ea typeface="ＭＳ Ｐゴシック" pitchFamily="34" charset="-128"/>
                <a:cs typeface="+mn-cs"/>
              </a:rPr>
              <a:t>contenu</a:t>
            </a:r>
            <a:r>
              <a:rPr lang="en-US" kern="0" dirty="0">
                <a:latin typeface="+mn-lt"/>
                <a:ea typeface="ＭＳ Ｐゴシック" pitchFamily="34" charset="-128"/>
                <a:cs typeface="+mn-cs"/>
              </a:rPr>
              <a:t>. </a:t>
            </a:r>
            <a:r>
              <a:rPr lang="en-US" kern="0" dirty="0" err="1">
                <a:latin typeface="+mn-lt"/>
                <a:ea typeface="ＭＳ Ｐゴシック" pitchFamily="34" charset="-128"/>
                <a:cs typeface="+mn-cs"/>
              </a:rPr>
              <a:t>Sinon</a:t>
            </a:r>
            <a:r>
              <a:rPr lang="en-US" kern="0" dirty="0"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lang="en-US" kern="0" dirty="0" err="1">
                <a:latin typeface="+mn-lt"/>
                <a:ea typeface="ＭＳ Ｐゴシック" pitchFamily="34" charset="-128"/>
                <a:cs typeface="+mn-cs"/>
              </a:rPr>
              <a:t>il</a:t>
            </a:r>
            <a:r>
              <a:rPr lang="en-US" kern="0" dirty="0"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lang="en-US" kern="0" dirty="0" err="1">
                <a:latin typeface="+mn-lt"/>
                <a:ea typeface="ＭＳ Ｐゴシック" pitchFamily="34" charset="-128"/>
                <a:cs typeface="+mn-cs"/>
              </a:rPr>
              <a:t>est</a:t>
            </a:r>
            <a:r>
              <a:rPr lang="en-US" kern="0" dirty="0"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lang="en-US" kern="0" dirty="0" err="1">
                <a:latin typeface="+mn-lt"/>
                <a:ea typeface="ＭＳ Ｐゴシック" pitchFamily="34" charset="-128"/>
                <a:cs typeface="+mn-cs"/>
              </a:rPr>
              <a:t>créé</a:t>
            </a:r>
            <a:r>
              <a:rPr lang="en-US" kern="0" dirty="0">
                <a:latin typeface="+mn-lt"/>
                <a:ea typeface="ＭＳ Ｐゴシック" pitchFamily="34" charset="-128"/>
                <a:cs typeface="+mn-cs"/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2071688" y="1000125"/>
            <a:ext cx="2860675" cy="8620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en-US" b="1" dirty="0" err="1">
                <a:solidFill>
                  <a:srgbClr val="FF0000"/>
                </a:solidFill>
                <a:latin typeface="+mn-lt"/>
                <a:ea typeface="ＭＳ Ｐゴシック" pitchFamily="34" charset="-128"/>
              </a:rPr>
              <a:t>Ouverture</a:t>
            </a:r>
            <a:r>
              <a:rPr lang="en-US" b="1" dirty="0">
                <a:solidFill>
                  <a:srgbClr val="FF0000"/>
                </a:solidFill>
                <a:latin typeface="+mn-lt"/>
                <a:ea typeface="ＭＳ Ｐゴシック" pitchFamily="34" charset="-128"/>
              </a:rPr>
              <a:t> d</a:t>
            </a:r>
            <a:r>
              <a:rPr lang="en-US" altLang="fr-FR" b="1" dirty="0">
                <a:solidFill>
                  <a:srgbClr val="FF0000"/>
                </a:solidFill>
                <a:latin typeface="+mn-lt"/>
                <a:ea typeface="ＭＳ Ｐゴシック" pitchFamily="34" charset="-128"/>
              </a:rPr>
              <a:t>’</a:t>
            </a:r>
            <a:r>
              <a:rPr lang="en-US" b="1" dirty="0">
                <a:solidFill>
                  <a:srgbClr val="FF0000"/>
                </a:solidFill>
                <a:latin typeface="+mn-lt"/>
                <a:ea typeface="ＭＳ Ｐゴシック" pitchFamily="34" charset="-128"/>
              </a:rPr>
              <a:t>un </a:t>
            </a:r>
            <a:r>
              <a:rPr lang="en-US" b="1" dirty="0" err="1">
                <a:solidFill>
                  <a:srgbClr val="FF0000"/>
                </a:solidFill>
                <a:latin typeface="+mn-lt"/>
                <a:ea typeface="ＭＳ Ｐゴシック" pitchFamily="34" charset="-128"/>
              </a:rPr>
              <a:t>fichier</a:t>
            </a:r>
            <a:endParaRPr lang="en-US" b="1" dirty="0">
              <a:solidFill>
                <a:srgbClr val="FF0000"/>
              </a:solidFill>
              <a:latin typeface="+mn-lt"/>
              <a:ea typeface="ＭＳ Ｐゴシック" pitchFamily="34" charset="-128"/>
            </a:endParaRPr>
          </a:p>
          <a:p>
            <a:pPr eaLnBrk="1" hangingPunct="1">
              <a:spcBef>
                <a:spcPct val="500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endParaRPr lang="fr-FR" b="1" dirty="0">
              <a:solidFill>
                <a:srgbClr val="FF0000"/>
              </a:solidFill>
              <a:latin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83474468"/>
      </p:ext>
    </p:extLst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Text Box 9"/>
          <p:cNvSpPr txBox="1">
            <a:spLocks noChangeArrowheads="1"/>
          </p:cNvSpPr>
          <p:nvPr/>
        </p:nvSpPr>
        <p:spPr bwMode="auto">
          <a:xfrm>
            <a:off x="971550" y="58738"/>
            <a:ext cx="8172450" cy="36988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1800" b="1">
                <a:solidFill>
                  <a:srgbClr val="000000"/>
                </a:solidFill>
                <a:latin typeface="Arial" pitchFamily="34" charset="0"/>
              </a:rPr>
              <a:t>Structures de données et leurs utilisations</a:t>
            </a:r>
          </a:p>
        </p:txBody>
      </p:sp>
      <p:sp>
        <p:nvSpPr>
          <p:cNvPr id="62467" name="Rectangle 10"/>
          <p:cNvSpPr>
            <a:spLocks noChangeArrowheads="1"/>
          </p:cNvSpPr>
          <p:nvPr/>
        </p:nvSpPr>
        <p:spPr bwMode="auto">
          <a:xfrm>
            <a:off x="1033463" y="404813"/>
            <a:ext cx="8110537" cy="452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spcBef>
                <a:spcPct val="500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sz="2400" b="1" dirty="0">
                <a:latin typeface="+mj-lt"/>
              </a:rPr>
              <a:t>Les Fichiers</a:t>
            </a:r>
          </a:p>
        </p:txBody>
      </p:sp>
      <p:cxnSp>
        <p:nvCxnSpPr>
          <p:cNvPr id="182277" name="Connecteur droit avec flèche 17"/>
          <p:cNvCxnSpPr>
            <a:cxnSpLocks noChangeShapeType="1"/>
          </p:cNvCxnSpPr>
          <p:nvPr/>
        </p:nvCxnSpPr>
        <p:spPr bwMode="auto">
          <a:xfrm>
            <a:off x="4071938" y="5643563"/>
            <a:ext cx="1285875" cy="1587"/>
          </a:xfrm>
          <a:prstGeom prst="straightConnector1">
            <a:avLst/>
          </a:prstGeom>
          <a:noFill/>
          <a:ln w="9525" algn="ctr">
            <a:noFill/>
            <a:round/>
            <a:headEnd/>
            <a:tailEnd type="arrow" w="med" len="med"/>
          </a:ln>
        </p:spPr>
      </p:cxnSp>
      <p:cxnSp>
        <p:nvCxnSpPr>
          <p:cNvPr id="182278" name="Connecteur droit avec flèche 19"/>
          <p:cNvCxnSpPr>
            <a:cxnSpLocks noChangeShapeType="1"/>
          </p:cNvCxnSpPr>
          <p:nvPr/>
        </p:nvCxnSpPr>
        <p:spPr bwMode="auto">
          <a:xfrm>
            <a:off x="4071938" y="5572125"/>
            <a:ext cx="1357312" cy="285750"/>
          </a:xfrm>
          <a:prstGeom prst="straightConnector1">
            <a:avLst/>
          </a:prstGeom>
          <a:noFill/>
          <a:ln w="9525" algn="ctr">
            <a:noFill/>
            <a:round/>
            <a:headEnd/>
            <a:tailEnd type="arrow" w="med" len="med"/>
          </a:ln>
        </p:spPr>
      </p:cxnSp>
      <p:sp>
        <p:nvSpPr>
          <p:cNvPr id="7" name="Content Placeholder 2"/>
          <p:cNvSpPr txBox="1">
            <a:spLocks/>
          </p:cNvSpPr>
          <p:nvPr/>
        </p:nvSpPr>
        <p:spPr>
          <a:xfrm>
            <a:off x="457200" y="1495425"/>
            <a:ext cx="8435975" cy="433388"/>
          </a:xfrm>
          <a:prstGeom prst="rect">
            <a:avLst/>
          </a:prstGeom>
        </p:spPr>
        <p:txBody>
          <a:bodyPr/>
          <a:lstStyle/>
          <a:p>
            <a:pPr lvl="1" indent="80963" algn="just"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Font typeface="Wingdings" pitchFamily="2" charset="2"/>
              <a:buChar char="§"/>
              <a:defRPr/>
            </a:pPr>
            <a:r>
              <a:rPr lang="fr-FR" b="1" kern="0" dirty="0">
                <a:solidFill>
                  <a:srgbClr val="008E40"/>
                </a:solidFill>
                <a:latin typeface="+mn-lt"/>
                <a:ea typeface="ＭＳ Ｐゴシック" pitchFamily="34" charset="-128"/>
                <a:cs typeface="+mn-cs"/>
              </a:rPr>
              <a:t>Syntaxe de la fermeture d’un fichier :</a:t>
            </a:r>
          </a:p>
        </p:txBody>
      </p:sp>
      <p:sp>
        <p:nvSpPr>
          <p:cNvPr id="9" name="Rectangle 8"/>
          <p:cNvSpPr/>
          <p:nvPr/>
        </p:nvSpPr>
        <p:spPr>
          <a:xfrm>
            <a:off x="2071688" y="1000125"/>
            <a:ext cx="2944812" cy="4000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en-US" b="1" dirty="0" err="1">
                <a:solidFill>
                  <a:srgbClr val="FF0000"/>
                </a:solidFill>
                <a:latin typeface="+mn-lt"/>
                <a:ea typeface="ＭＳ Ｐゴシック" pitchFamily="34" charset="-128"/>
              </a:rPr>
              <a:t>Fermeture</a:t>
            </a:r>
            <a:r>
              <a:rPr lang="en-US" b="1" dirty="0">
                <a:solidFill>
                  <a:srgbClr val="FF0000"/>
                </a:solidFill>
                <a:latin typeface="+mn-lt"/>
                <a:ea typeface="ＭＳ Ｐゴシック" pitchFamily="34" charset="-128"/>
              </a:rPr>
              <a:t> d’un </a:t>
            </a:r>
            <a:r>
              <a:rPr lang="en-US" b="1" dirty="0" err="1">
                <a:solidFill>
                  <a:srgbClr val="FF0000"/>
                </a:solidFill>
                <a:latin typeface="+mn-lt"/>
                <a:ea typeface="ＭＳ Ｐゴシック" pitchFamily="34" charset="-128"/>
              </a:rPr>
              <a:t>fichier</a:t>
            </a:r>
            <a:endParaRPr lang="fr-FR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10" name="Rectangle à coins arrondis 9"/>
          <p:cNvSpPr/>
          <p:nvPr/>
        </p:nvSpPr>
        <p:spPr>
          <a:xfrm>
            <a:off x="1000125" y="2000250"/>
            <a:ext cx="7500938" cy="5715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lvl="1" eaLnBrk="1" hangingPunct="1">
              <a:spcBef>
                <a:spcPct val="500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b="1">
                <a:solidFill>
                  <a:schemeClr val="tx1"/>
                </a:solidFill>
                <a:latin typeface="Courier New"/>
                <a:cs typeface="Courier New"/>
              </a:rPr>
              <a:t>monFichier.close()</a:t>
            </a:r>
            <a:endParaRPr lang="fr-FR" b="1" dirty="0">
              <a:solidFill>
                <a:schemeClr val="tx1"/>
              </a:solidFill>
              <a:latin typeface="Courier New"/>
              <a:cs typeface="Courier New"/>
            </a:endParaRP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1000125" y="2211388"/>
            <a:ext cx="7893050" cy="2074862"/>
          </a:xfrm>
          <a:prstGeom prst="rect">
            <a:avLst/>
          </a:prstGeom>
        </p:spPr>
        <p:txBody>
          <a:bodyPr/>
          <a:lstStyle/>
          <a:p>
            <a:pPr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Font typeface="Arial" pitchFamily="34" charset="0"/>
              <a:buNone/>
              <a:defRPr/>
            </a:pPr>
            <a:endParaRPr lang="en-US" sz="2600" kern="0" dirty="0">
              <a:latin typeface="+mn-lt"/>
              <a:ea typeface="ＭＳ Ｐゴシック" pitchFamily="34" charset="-128"/>
              <a:cs typeface="+mn-cs"/>
            </a:endParaRPr>
          </a:p>
          <a:p>
            <a:pPr algn="just"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Font typeface="Arial" pitchFamily="34" charset="0"/>
              <a:buChar char="•"/>
              <a:defRPr/>
            </a:pPr>
            <a:r>
              <a:rPr lang="en-US" kern="0" dirty="0" err="1">
                <a:latin typeface="+mn-lt"/>
                <a:ea typeface="ＭＳ Ｐゴシック" pitchFamily="34" charset="-128"/>
                <a:cs typeface="+mn-cs"/>
              </a:rPr>
              <a:t>Cela</a:t>
            </a:r>
            <a:r>
              <a:rPr lang="en-US" kern="0" dirty="0"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lang="en-US" kern="0" dirty="0" err="1">
                <a:latin typeface="+mn-lt"/>
                <a:ea typeface="ＭＳ Ｐゴシック" pitchFamily="34" charset="-128"/>
                <a:cs typeface="+mn-cs"/>
              </a:rPr>
              <a:t>permet</a:t>
            </a:r>
            <a:r>
              <a:rPr lang="en-US" kern="0" dirty="0">
                <a:latin typeface="+mn-lt"/>
                <a:ea typeface="ＭＳ Ｐゴシック" pitchFamily="34" charset="-128"/>
                <a:cs typeface="+mn-cs"/>
              </a:rPr>
              <a:t> de </a:t>
            </a:r>
            <a:r>
              <a:rPr lang="en-US" b="1" kern="0" dirty="0" err="1">
                <a:solidFill>
                  <a:srgbClr val="0000FF"/>
                </a:solidFill>
                <a:latin typeface="+mn-lt"/>
                <a:ea typeface="ＭＳ Ｐゴシック" pitchFamily="34" charset="-128"/>
                <a:cs typeface="+mn-cs"/>
              </a:rPr>
              <a:t>libérer</a:t>
            </a:r>
            <a:r>
              <a:rPr lang="en-US" b="1" kern="0" dirty="0">
                <a:solidFill>
                  <a:srgbClr val="0000FF"/>
                </a:solidFill>
                <a:latin typeface="+mn-lt"/>
                <a:ea typeface="ＭＳ Ｐゴシック" pitchFamily="34" charset="-128"/>
                <a:cs typeface="+mn-cs"/>
              </a:rPr>
              <a:t> la </a:t>
            </a:r>
            <a:r>
              <a:rPr lang="en-US" b="1" kern="0" dirty="0" err="1">
                <a:solidFill>
                  <a:srgbClr val="0000FF"/>
                </a:solidFill>
                <a:latin typeface="+mn-lt"/>
                <a:ea typeface="ＭＳ Ｐゴシック" pitchFamily="34" charset="-128"/>
                <a:cs typeface="+mn-cs"/>
              </a:rPr>
              <a:t>mémoire</a:t>
            </a:r>
            <a:r>
              <a:rPr lang="en-US" b="1" kern="0" dirty="0">
                <a:solidFill>
                  <a:srgbClr val="0000FF"/>
                </a:solidFill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lang="en-US" kern="0" dirty="0" err="1">
                <a:latin typeface="+mn-lt"/>
                <a:ea typeface="ＭＳ Ｐゴシック" pitchFamily="34" charset="-128"/>
                <a:cs typeface="+mn-cs"/>
              </a:rPr>
              <a:t>allouée</a:t>
            </a:r>
            <a:r>
              <a:rPr lang="en-US" kern="0" dirty="0">
                <a:latin typeface="+mn-lt"/>
                <a:ea typeface="ＭＳ Ｐゴシック" pitchFamily="34" charset="-128"/>
                <a:cs typeface="+mn-cs"/>
              </a:rPr>
              <a:t> à </a:t>
            </a:r>
            <a:r>
              <a:rPr lang="en-US" altLang="fr-FR" kern="0" dirty="0">
                <a:latin typeface="+mn-lt"/>
                <a:ea typeface="ＭＳ Ｐゴシック" pitchFamily="34" charset="-128"/>
                <a:cs typeface="+mn-cs"/>
              </a:rPr>
              <a:t>‘</a:t>
            </a:r>
            <a:r>
              <a:rPr lang="en-US" b="1" kern="0" dirty="0" err="1">
                <a:latin typeface="+mn-lt"/>
                <a:ea typeface="ＭＳ Ｐゴシック" pitchFamily="34" charset="-128"/>
                <a:cs typeface="+mn-cs"/>
              </a:rPr>
              <a:t>monFichier</a:t>
            </a:r>
            <a:r>
              <a:rPr lang="en-US" altLang="fr-FR" kern="0" dirty="0">
                <a:latin typeface="+mn-lt"/>
                <a:ea typeface="ＭＳ Ｐゴシック" pitchFamily="34" charset="-128"/>
                <a:cs typeface="+mn-cs"/>
              </a:rPr>
              <a:t>’</a:t>
            </a:r>
            <a:r>
              <a:rPr lang="en-US" kern="0" dirty="0">
                <a:latin typeface="+mn-lt"/>
                <a:ea typeface="ＭＳ Ｐゴシック" pitchFamily="34" charset="-128"/>
                <a:cs typeface="+mn-cs"/>
              </a:rPr>
              <a:t>.</a:t>
            </a:r>
          </a:p>
          <a:p>
            <a:pPr algn="just"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Font typeface="Wingdings" pitchFamily="2" charset="2"/>
              <a:buNone/>
              <a:defRPr/>
            </a:pPr>
            <a:endParaRPr lang="en-US" kern="0" dirty="0">
              <a:latin typeface="+mn-lt"/>
              <a:ea typeface="ＭＳ Ｐゴシック" pitchFamily="34" charset="-128"/>
              <a:cs typeface="+mn-cs"/>
            </a:endParaRPr>
          </a:p>
          <a:p>
            <a:pPr algn="just"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Font typeface="Arial" pitchFamily="34" charset="0"/>
              <a:buChar char="•"/>
              <a:defRPr/>
            </a:pPr>
            <a:r>
              <a:rPr lang="en-US" kern="0" dirty="0" err="1">
                <a:latin typeface="+mn-lt"/>
                <a:ea typeface="ＭＳ Ｐゴシック" pitchFamily="34" charset="-128"/>
                <a:cs typeface="+mn-cs"/>
              </a:rPr>
              <a:t>Cela</a:t>
            </a:r>
            <a:r>
              <a:rPr lang="en-US" kern="0" dirty="0"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lang="en-US" kern="0" dirty="0" err="1">
                <a:latin typeface="+mn-lt"/>
                <a:ea typeface="ＭＳ Ｐゴシック" pitchFamily="34" charset="-128"/>
                <a:cs typeface="+mn-cs"/>
              </a:rPr>
              <a:t>permet</a:t>
            </a:r>
            <a:r>
              <a:rPr lang="en-US" kern="0" dirty="0"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lang="en-US" kern="0" dirty="0" err="1">
                <a:latin typeface="+mn-lt"/>
                <a:ea typeface="ＭＳ Ｐゴシック" pitchFamily="34" charset="-128"/>
                <a:cs typeface="+mn-cs"/>
              </a:rPr>
              <a:t>également</a:t>
            </a:r>
            <a:r>
              <a:rPr lang="en-US" kern="0" dirty="0">
                <a:latin typeface="+mn-lt"/>
                <a:ea typeface="ＭＳ Ｐゴシック" pitchFamily="34" charset="-128"/>
                <a:cs typeface="+mn-cs"/>
              </a:rPr>
              <a:t> à </a:t>
            </a:r>
            <a:r>
              <a:rPr lang="en-US" kern="0" dirty="0" err="1">
                <a:latin typeface="+mn-lt"/>
                <a:ea typeface="ＭＳ Ｐゴシック" pitchFamily="34" charset="-128"/>
                <a:cs typeface="+mn-cs"/>
              </a:rPr>
              <a:t>d</a:t>
            </a:r>
            <a:r>
              <a:rPr lang="en-US" altLang="fr-FR" kern="0" dirty="0" err="1">
                <a:latin typeface="+mn-lt"/>
                <a:ea typeface="ＭＳ Ｐゴシック" pitchFamily="34" charset="-128"/>
                <a:cs typeface="+mn-cs"/>
              </a:rPr>
              <a:t>’</a:t>
            </a:r>
            <a:r>
              <a:rPr lang="en-US" altLang="ja-JP" b="1" kern="0" dirty="0" err="1">
                <a:solidFill>
                  <a:srgbClr val="0000FF"/>
                </a:solidFill>
                <a:latin typeface="+mn-lt"/>
                <a:ea typeface="ＭＳ Ｐゴシック" pitchFamily="34" charset="-128"/>
                <a:cs typeface="+mn-cs"/>
              </a:rPr>
              <a:t>autres</a:t>
            </a:r>
            <a:r>
              <a:rPr lang="en-US" altLang="ja-JP" b="1" kern="0" dirty="0">
                <a:solidFill>
                  <a:srgbClr val="0000FF"/>
                </a:solidFill>
                <a:latin typeface="+mn-lt"/>
                <a:ea typeface="ＭＳ Ｐゴシック" pitchFamily="34" charset="-128"/>
                <a:cs typeface="+mn-cs"/>
              </a:rPr>
              <a:t> applications </a:t>
            </a:r>
            <a:r>
              <a:rPr lang="en-US" altLang="ja-JP" kern="0" dirty="0" err="1">
                <a:latin typeface="+mn-lt"/>
                <a:ea typeface="ＭＳ Ｐゴシック" pitchFamily="34" charset="-128"/>
                <a:cs typeface="+mn-cs"/>
              </a:rPr>
              <a:t>d</a:t>
            </a:r>
            <a:r>
              <a:rPr lang="en-US" altLang="fr-FR" kern="0" dirty="0" err="1">
                <a:latin typeface="+mn-lt"/>
                <a:ea typeface="ＭＳ Ｐゴシック" pitchFamily="34" charset="-128"/>
                <a:cs typeface="+mn-cs"/>
              </a:rPr>
              <a:t>’</a:t>
            </a:r>
            <a:r>
              <a:rPr lang="en-US" altLang="ja-JP" kern="0" dirty="0" err="1">
                <a:latin typeface="+mn-lt"/>
                <a:ea typeface="ＭＳ Ｐゴシック" pitchFamily="34" charset="-128"/>
                <a:cs typeface="+mn-cs"/>
              </a:rPr>
              <a:t>accéder</a:t>
            </a:r>
            <a:r>
              <a:rPr lang="en-US" altLang="ja-JP" kern="0" dirty="0">
                <a:latin typeface="+mn-lt"/>
                <a:ea typeface="ＭＳ Ｐゴシック" pitchFamily="34" charset="-128"/>
                <a:cs typeface="+mn-cs"/>
              </a:rPr>
              <a:t> au </a:t>
            </a:r>
            <a:r>
              <a:rPr lang="en-US" altLang="ja-JP" kern="0" dirty="0" err="1">
                <a:latin typeface="+mn-lt"/>
                <a:ea typeface="ＭＳ Ｐゴシック" pitchFamily="34" charset="-128"/>
                <a:cs typeface="+mn-cs"/>
              </a:rPr>
              <a:t>fichier</a:t>
            </a:r>
            <a:r>
              <a:rPr lang="en-US" altLang="ja-JP" kern="0" dirty="0">
                <a:latin typeface="+mn-lt"/>
                <a:ea typeface="ＭＳ Ｐゴシック" pitchFamily="34" charset="-128"/>
                <a:cs typeface="+mn-cs"/>
              </a:rPr>
              <a:t> en question.</a:t>
            </a:r>
            <a:endParaRPr lang="en-US" kern="0" dirty="0">
              <a:latin typeface="+mn-lt"/>
              <a:ea typeface="ＭＳ Ｐゴシック" pitchFamily="34" charset="-128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72848119"/>
      </p:ext>
    </p:extLst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Text Box 9"/>
          <p:cNvSpPr txBox="1">
            <a:spLocks noChangeArrowheads="1"/>
          </p:cNvSpPr>
          <p:nvPr/>
        </p:nvSpPr>
        <p:spPr bwMode="auto">
          <a:xfrm>
            <a:off x="971550" y="58738"/>
            <a:ext cx="8172450" cy="36988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1800" b="1">
                <a:solidFill>
                  <a:srgbClr val="000000"/>
                </a:solidFill>
                <a:latin typeface="Arial" pitchFamily="34" charset="0"/>
              </a:rPr>
              <a:t>Structures de données et leurs utilisations</a:t>
            </a:r>
          </a:p>
        </p:txBody>
      </p:sp>
      <p:sp>
        <p:nvSpPr>
          <p:cNvPr id="62467" name="Rectangle 10"/>
          <p:cNvSpPr>
            <a:spLocks noChangeArrowheads="1"/>
          </p:cNvSpPr>
          <p:nvPr/>
        </p:nvSpPr>
        <p:spPr bwMode="auto">
          <a:xfrm>
            <a:off x="1033463" y="404813"/>
            <a:ext cx="8110537" cy="452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spcBef>
                <a:spcPct val="500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sz="2400" b="1" dirty="0">
                <a:latin typeface="+mj-lt"/>
              </a:rPr>
              <a:t>Les Fichiers</a:t>
            </a:r>
          </a:p>
        </p:txBody>
      </p:sp>
      <p:cxnSp>
        <p:nvCxnSpPr>
          <p:cNvPr id="183301" name="Connecteur droit avec flèche 17"/>
          <p:cNvCxnSpPr>
            <a:cxnSpLocks noChangeShapeType="1"/>
          </p:cNvCxnSpPr>
          <p:nvPr/>
        </p:nvCxnSpPr>
        <p:spPr bwMode="auto">
          <a:xfrm>
            <a:off x="4071938" y="5643563"/>
            <a:ext cx="1285875" cy="1587"/>
          </a:xfrm>
          <a:prstGeom prst="straightConnector1">
            <a:avLst/>
          </a:prstGeom>
          <a:noFill/>
          <a:ln w="9525" algn="ctr">
            <a:noFill/>
            <a:round/>
            <a:headEnd/>
            <a:tailEnd type="arrow" w="med" len="med"/>
          </a:ln>
        </p:spPr>
      </p:cxnSp>
      <p:cxnSp>
        <p:nvCxnSpPr>
          <p:cNvPr id="183302" name="Connecteur droit avec flèche 19"/>
          <p:cNvCxnSpPr>
            <a:cxnSpLocks noChangeShapeType="1"/>
          </p:cNvCxnSpPr>
          <p:nvPr/>
        </p:nvCxnSpPr>
        <p:spPr bwMode="auto">
          <a:xfrm>
            <a:off x="4071938" y="5572125"/>
            <a:ext cx="1357312" cy="285750"/>
          </a:xfrm>
          <a:prstGeom prst="straightConnector1">
            <a:avLst/>
          </a:prstGeom>
          <a:noFill/>
          <a:ln w="9525" algn="ctr">
            <a:noFill/>
            <a:round/>
            <a:headEnd/>
            <a:tailEnd type="arrow" w="med" len="med"/>
          </a:ln>
        </p:spPr>
      </p:cxnSp>
      <p:sp>
        <p:nvSpPr>
          <p:cNvPr id="9" name="Rectangle 8"/>
          <p:cNvSpPr/>
          <p:nvPr/>
        </p:nvSpPr>
        <p:spPr>
          <a:xfrm>
            <a:off x="2714625" y="1000125"/>
            <a:ext cx="3060700" cy="4000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en-US" b="1" dirty="0">
                <a:solidFill>
                  <a:srgbClr val="FF0000"/>
                </a:solidFill>
                <a:latin typeface="+mn-lt"/>
                <a:ea typeface="ＭＳ Ｐゴシック" pitchFamily="34" charset="-128"/>
              </a:rPr>
              <a:t>Lecture </a:t>
            </a:r>
            <a:r>
              <a:rPr lang="en-US" b="1" dirty="0" err="1">
                <a:solidFill>
                  <a:srgbClr val="FF0000"/>
                </a:solidFill>
                <a:latin typeface="+mn-lt"/>
                <a:ea typeface="ＭＳ Ｐゴシック" pitchFamily="34" charset="-128"/>
              </a:rPr>
              <a:t>dans</a:t>
            </a:r>
            <a:r>
              <a:rPr lang="en-US" b="1" dirty="0">
                <a:solidFill>
                  <a:srgbClr val="FF0000"/>
                </a:solidFill>
                <a:latin typeface="+mn-lt"/>
                <a:ea typeface="ＭＳ Ｐゴシック" pitchFamily="34" charset="-128"/>
              </a:rPr>
              <a:t> un </a:t>
            </a:r>
            <a:r>
              <a:rPr lang="en-US" b="1" dirty="0" err="1">
                <a:solidFill>
                  <a:srgbClr val="FF0000"/>
                </a:solidFill>
                <a:latin typeface="+mn-lt"/>
                <a:ea typeface="ＭＳ Ｐゴシック" pitchFamily="34" charset="-128"/>
              </a:rPr>
              <a:t>fichier</a:t>
            </a:r>
            <a:endParaRPr lang="fr-FR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143000" y="1428750"/>
            <a:ext cx="6357938" cy="400050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 eaLnBrk="1" hangingPunct="1">
              <a:spcBef>
                <a:spcPct val="50000"/>
              </a:spcBef>
              <a:buClr>
                <a:srgbClr val="336666"/>
              </a:buClr>
              <a:buFont typeface="Wingdings" pitchFamily="2" charset="2"/>
              <a:buChar char="§"/>
              <a:defRPr/>
            </a:pPr>
            <a:r>
              <a:rPr lang="en-US" b="1" dirty="0" err="1">
                <a:solidFill>
                  <a:srgbClr val="008E40"/>
                </a:solidFill>
                <a:latin typeface="+mn-lt"/>
                <a:ea typeface="ＭＳ Ｐゴシック" pitchFamily="34" charset="-128"/>
              </a:rPr>
              <a:t>Syntaxe</a:t>
            </a:r>
            <a:r>
              <a:rPr lang="en-US" b="1" dirty="0">
                <a:solidFill>
                  <a:srgbClr val="008E40"/>
                </a:solidFill>
                <a:latin typeface="+mn-lt"/>
                <a:ea typeface="ＭＳ Ｐゴシック" pitchFamily="34" charset="-128"/>
              </a:rPr>
              <a:t> pour lire </a:t>
            </a:r>
            <a:r>
              <a:rPr lang="en-US" b="1" dirty="0" err="1">
                <a:solidFill>
                  <a:srgbClr val="008E40"/>
                </a:solidFill>
                <a:latin typeface="+mn-lt"/>
                <a:ea typeface="ＭＳ Ｐゴシック" pitchFamily="34" charset="-128"/>
              </a:rPr>
              <a:t>l</a:t>
            </a:r>
            <a:r>
              <a:rPr lang="en-US" altLang="fr-FR" b="1" dirty="0" err="1">
                <a:solidFill>
                  <a:srgbClr val="008E40"/>
                </a:solidFill>
                <a:latin typeface="+mn-lt"/>
                <a:ea typeface="ＭＳ Ｐゴシック" pitchFamily="34" charset="-128"/>
              </a:rPr>
              <a:t>’</a:t>
            </a:r>
            <a:r>
              <a:rPr lang="en-US" b="1" dirty="0" err="1">
                <a:solidFill>
                  <a:srgbClr val="008E40"/>
                </a:solidFill>
                <a:latin typeface="+mn-lt"/>
                <a:ea typeface="ＭＳ Ｐゴシック" pitchFamily="34" charset="-128"/>
              </a:rPr>
              <a:t>intégralité</a:t>
            </a:r>
            <a:r>
              <a:rPr lang="en-US" b="1" dirty="0">
                <a:solidFill>
                  <a:srgbClr val="008E40"/>
                </a:solidFill>
                <a:latin typeface="+mn-lt"/>
                <a:ea typeface="ＭＳ Ｐゴシック" pitchFamily="34" charset="-128"/>
              </a:rPr>
              <a:t> d</a:t>
            </a:r>
            <a:r>
              <a:rPr lang="en-US" altLang="fr-FR" b="1" dirty="0">
                <a:solidFill>
                  <a:srgbClr val="008E40"/>
                </a:solidFill>
                <a:latin typeface="+mn-lt"/>
                <a:ea typeface="ＭＳ Ｐゴシック" pitchFamily="34" charset="-128"/>
              </a:rPr>
              <a:t>’</a:t>
            </a:r>
            <a:r>
              <a:rPr lang="en-US" b="1" dirty="0">
                <a:solidFill>
                  <a:srgbClr val="008E40"/>
                </a:solidFill>
                <a:latin typeface="+mn-lt"/>
                <a:ea typeface="ＭＳ Ｐゴシック" pitchFamily="34" charset="-128"/>
              </a:rPr>
              <a:t>un </a:t>
            </a:r>
            <a:r>
              <a:rPr lang="en-US" b="1" dirty="0" err="1">
                <a:solidFill>
                  <a:srgbClr val="008E40"/>
                </a:solidFill>
                <a:latin typeface="+mn-lt"/>
                <a:ea typeface="ＭＳ Ｐゴシック" pitchFamily="34" charset="-128"/>
              </a:rPr>
              <a:t>fichier</a:t>
            </a:r>
            <a:r>
              <a:rPr lang="en-US" b="1" dirty="0">
                <a:solidFill>
                  <a:srgbClr val="008E40"/>
                </a:solidFill>
                <a:latin typeface="+mn-lt"/>
                <a:ea typeface="ＭＳ Ｐゴシック" pitchFamily="34" charset="-128"/>
              </a:rPr>
              <a:t> </a:t>
            </a:r>
            <a:r>
              <a:rPr lang="en-US" dirty="0">
                <a:solidFill>
                  <a:srgbClr val="008E40"/>
                </a:solidFill>
                <a:latin typeface="+mn-lt"/>
                <a:ea typeface="ＭＳ Ｐゴシック" pitchFamily="34" charset="-128"/>
              </a:rPr>
              <a:t>:</a:t>
            </a:r>
          </a:p>
        </p:txBody>
      </p:sp>
      <p:sp>
        <p:nvSpPr>
          <p:cNvPr id="11" name="Rectangle à coins arrondis 10"/>
          <p:cNvSpPr/>
          <p:nvPr/>
        </p:nvSpPr>
        <p:spPr>
          <a:xfrm>
            <a:off x="1214438" y="1847850"/>
            <a:ext cx="7286625" cy="50958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lvl="1" eaLnBrk="1" hangingPunct="1">
              <a:spcBef>
                <a:spcPct val="500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b="1">
                <a:solidFill>
                  <a:schemeClr val="tx1"/>
                </a:solidFill>
                <a:latin typeface="Courier New"/>
                <a:cs typeface="Courier New"/>
              </a:rPr>
              <a:t>monFichier.read()</a:t>
            </a:r>
            <a:endParaRPr lang="fr-FR" b="1" dirty="0">
              <a:solidFill>
                <a:schemeClr val="tx1"/>
              </a:solidFill>
              <a:latin typeface="Courier New"/>
              <a:cs typeface="Courier New"/>
            </a:endParaRP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457200" y="2425700"/>
            <a:ext cx="8435975" cy="1217613"/>
          </a:xfrm>
          <a:prstGeom prst="rect">
            <a:avLst/>
          </a:prstGeom>
        </p:spPr>
        <p:txBody>
          <a:bodyPr/>
          <a:lstStyle/>
          <a:p>
            <a:pPr lvl="2" indent="161925" algn="just"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Font typeface="Arial" pitchFamily="34" charset="0"/>
              <a:buChar char="•"/>
              <a:defRPr/>
            </a:pPr>
            <a:r>
              <a:rPr lang="en-US" kern="0" dirty="0" err="1">
                <a:latin typeface="+mj-lt"/>
                <a:ea typeface="ＭＳ Ｐゴシック" pitchFamily="34" charset="-128"/>
                <a:cs typeface="+mn-cs"/>
              </a:rPr>
              <a:t>Cette</a:t>
            </a:r>
            <a:r>
              <a:rPr lang="en-US" kern="0" dirty="0">
                <a:latin typeface="+mj-lt"/>
                <a:ea typeface="ＭＳ Ｐゴシック" pitchFamily="34" charset="-128"/>
                <a:cs typeface="+mn-cs"/>
              </a:rPr>
              <a:t> instruction </a:t>
            </a:r>
            <a:r>
              <a:rPr lang="en-US" kern="0" dirty="0" err="1">
                <a:latin typeface="+mj-lt"/>
                <a:ea typeface="ＭＳ Ｐゴシック" pitchFamily="34" charset="-128"/>
                <a:cs typeface="+mn-cs"/>
              </a:rPr>
              <a:t>retourne</a:t>
            </a:r>
            <a:r>
              <a:rPr lang="en-US" kern="0" dirty="0">
                <a:latin typeface="+mj-lt"/>
                <a:ea typeface="ＭＳ Ｐゴシック" pitchFamily="34" charset="-128"/>
                <a:cs typeface="+mn-cs"/>
              </a:rPr>
              <a:t> </a:t>
            </a:r>
            <a:r>
              <a:rPr lang="en-US" kern="0" dirty="0" err="1">
                <a:latin typeface="+mj-lt"/>
                <a:ea typeface="ＭＳ Ｐゴシック" pitchFamily="34" charset="-128"/>
                <a:cs typeface="+mn-cs"/>
              </a:rPr>
              <a:t>l</a:t>
            </a:r>
            <a:r>
              <a:rPr lang="en-US" altLang="fr-FR" kern="0" dirty="0" err="1">
                <a:latin typeface="+mj-lt"/>
                <a:ea typeface="ＭＳ Ｐゴシック" pitchFamily="34" charset="-128"/>
                <a:cs typeface="+mn-cs"/>
              </a:rPr>
              <a:t>’</a:t>
            </a:r>
            <a:r>
              <a:rPr lang="en-US" kern="0" dirty="0" err="1">
                <a:latin typeface="+mj-lt"/>
                <a:ea typeface="ＭＳ Ｐゴシック" pitchFamily="34" charset="-128"/>
                <a:cs typeface="+mn-cs"/>
              </a:rPr>
              <a:t>intégralité</a:t>
            </a:r>
            <a:r>
              <a:rPr lang="en-US" kern="0" dirty="0">
                <a:latin typeface="+mj-lt"/>
                <a:ea typeface="ＭＳ Ｐゴシック" pitchFamily="34" charset="-128"/>
                <a:cs typeface="+mn-cs"/>
              </a:rPr>
              <a:t> du </a:t>
            </a:r>
            <a:r>
              <a:rPr lang="en-US" kern="0" dirty="0" err="1">
                <a:latin typeface="+mj-lt"/>
                <a:ea typeface="ＭＳ Ｐゴシック" pitchFamily="34" charset="-128"/>
                <a:cs typeface="+mn-cs"/>
              </a:rPr>
              <a:t>fichier</a:t>
            </a:r>
            <a:r>
              <a:rPr lang="en-US" kern="0" dirty="0">
                <a:latin typeface="+mj-lt"/>
                <a:ea typeface="ＭＳ Ｐゴシック" pitchFamily="34" charset="-128"/>
                <a:cs typeface="+mn-cs"/>
              </a:rPr>
              <a:t> </a:t>
            </a:r>
            <a:r>
              <a:rPr lang="en-US" kern="0" dirty="0" err="1">
                <a:latin typeface="+mj-lt"/>
                <a:ea typeface="ＭＳ Ｐゴシック" pitchFamily="34" charset="-128"/>
                <a:cs typeface="+mn-cs"/>
              </a:rPr>
              <a:t>sous</a:t>
            </a:r>
            <a:r>
              <a:rPr lang="en-US" kern="0" dirty="0">
                <a:latin typeface="+mj-lt"/>
                <a:ea typeface="ＭＳ Ｐゴシック" pitchFamily="34" charset="-128"/>
                <a:cs typeface="+mn-cs"/>
              </a:rPr>
              <a:t> la </a:t>
            </a:r>
            <a:r>
              <a:rPr lang="en-US" kern="0" dirty="0" err="1">
                <a:latin typeface="+mj-lt"/>
                <a:ea typeface="ＭＳ Ｐゴシック" pitchFamily="34" charset="-128"/>
                <a:cs typeface="+mn-cs"/>
              </a:rPr>
              <a:t>forme</a:t>
            </a:r>
            <a:r>
              <a:rPr lang="en-US" kern="0" dirty="0">
                <a:latin typeface="+mj-lt"/>
                <a:ea typeface="ＭＳ Ｐゴシック" pitchFamily="34" charset="-128"/>
                <a:cs typeface="+mn-cs"/>
              </a:rPr>
              <a:t> d</a:t>
            </a:r>
            <a:r>
              <a:rPr lang="en-US" altLang="fr-FR" kern="0" dirty="0">
                <a:latin typeface="+mj-lt"/>
                <a:ea typeface="ＭＳ Ｐゴシック" pitchFamily="34" charset="-128"/>
                <a:cs typeface="+mn-cs"/>
              </a:rPr>
              <a:t>’</a:t>
            </a:r>
            <a:r>
              <a:rPr lang="en-US" kern="0" dirty="0">
                <a:latin typeface="+mj-lt"/>
                <a:ea typeface="ＭＳ Ｐゴシック" pitchFamily="34" charset="-128"/>
                <a:cs typeface="+mn-cs"/>
              </a:rPr>
              <a:t>un </a:t>
            </a:r>
            <a:r>
              <a:rPr lang="en-US" altLang="fr-FR" kern="0" dirty="0">
                <a:latin typeface="+mj-lt"/>
                <a:ea typeface="ＭＳ Ｐゴシック" pitchFamily="34" charset="-128"/>
                <a:cs typeface="+mn-cs"/>
              </a:rPr>
              <a:t>‘</a:t>
            </a:r>
            <a:r>
              <a:rPr lang="en-US" kern="0" dirty="0" err="1">
                <a:latin typeface="+mj-lt"/>
                <a:ea typeface="ＭＳ Ｐゴシック" pitchFamily="34" charset="-128"/>
                <a:cs typeface="+mn-cs"/>
              </a:rPr>
              <a:t>str</a:t>
            </a:r>
            <a:r>
              <a:rPr lang="en-US" altLang="fr-FR" kern="0" dirty="0">
                <a:latin typeface="+mj-lt"/>
                <a:ea typeface="ＭＳ Ｐゴシック" pitchFamily="34" charset="-128"/>
                <a:cs typeface="+mn-cs"/>
              </a:rPr>
              <a:t>’</a:t>
            </a:r>
            <a:r>
              <a:rPr lang="en-US" kern="0" dirty="0">
                <a:latin typeface="+mj-lt"/>
                <a:ea typeface="ＭＳ Ｐゴシック" pitchFamily="34" charset="-128"/>
                <a:cs typeface="+mn-cs"/>
              </a:rPr>
              <a:t>.</a:t>
            </a:r>
          </a:p>
          <a:p>
            <a:pPr marL="720725" lvl="1" algn="just" eaLnBrk="1" hangingPunct="1">
              <a:spcBef>
                <a:spcPct val="50000"/>
              </a:spcBef>
              <a:buClr>
                <a:srgbClr val="336666"/>
              </a:buClr>
              <a:buFont typeface="Wingdings" pitchFamily="2" charset="2"/>
              <a:buChar char="§"/>
              <a:defRPr/>
            </a:pPr>
            <a:r>
              <a:rPr lang="en-US" b="1" dirty="0">
                <a:solidFill>
                  <a:srgbClr val="008E40"/>
                </a:solidFill>
                <a:latin typeface="+mn-lt"/>
                <a:ea typeface="ＭＳ Ｐゴシック" pitchFamily="34" charset="-128"/>
              </a:rPr>
              <a:t>Remarque :</a:t>
            </a:r>
          </a:p>
          <a:p>
            <a:pPr marL="985838" algn="just" eaLnBrk="1" hangingPunct="1">
              <a:spcBef>
                <a:spcPct val="50000"/>
              </a:spcBef>
              <a:buClr>
                <a:srgbClr val="336666"/>
              </a:buClr>
              <a:buFont typeface="Arial" pitchFamily="34" charset="0"/>
              <a:buChar char="•"/>
              <a:defRPr/>
            </a:pPr>
            <a:r>
              <a:rPr lang="en-US" dirty="0">
                <a:latin typeface="+mn-lt"/>
                <a:ea typeface="ＭＳ Ｐゴシック" pitchFamily="34" charset="-128"/>
              </a:rPr>
              <a:t>Si </a:t>
            </a:r>
            <a:r>
              <a:rPr lang="en-US" dirty="0" err="1">
                <a:latin typeface="+mn-lt"/>
                <a:ea typeface="ＭＳ Ｐゴシック" pitchFamily="34" charset="-128"/>
              </a:rPr>
              <a:t>l</a:t>
            </a:r>
            <a:r>
              <a:rPr lang="en-US" altLang="fr-FR" dirty="0" err="1">
                <a:latin typeface="+mn-lt"/>
                <a:ea typeface="ＭＳ Ｐゴシック" pitchFamily="34" charset="-128"/>
              </a:rPr>
              <a:t>’</a:t>
            </a:r>
            <a:r>
              <a:rPr lang="en-US" dirty="0" err="1">
                <a:latin typeface="+mn-lt"/>
                <a:ea typeface="ＭＳ Ｐゴシック" pitchFamily="34" charset="-128"/>
              </a:rPr>
              <a:t>on</a:t>
            </a:r>
            <a:r>
              <a:rPr lang="en-US" dirty="0">
                <a:latin typeface="+mn-lt"/>
                <a:ea typeface="ＭＳ Ｐゴシック" pitchFamily="34" charset="-128"/>
              </a:rPr>
              <a:t> </a:t>
            </a:r>
            <a:r>
              <a:rPr lang="en-US" dirty="0" err="1">
                <a:latin typeface="+mn-lt"/>
                <a:ea typeface="ＭＳ Ｐゴシック" pitchFamily="34" charset="-128"/>
              </a:rPr>
              <a:t>passe</a:t>
            </a:r>
            <a:r>
              <a:rPr lang="en-US" dirty="0">
                <a:latin typeface="+mn-lt"/>
                <a:ea typeface="ＭＳ Ｐゴシック" pitchFamily="34" charset="-128"/>
              </a:rPr>
              <a:t> un </a:t>
            </a:r>
            <a:r>
              <a:rPr lang="en-US" dirty="0" err="1">
                <a:latin typeface="+mn-lt"/>
                <a:ea typeface="ＭＳ Ｐゴシック" pitchFamily="34" charset="-128"/>
              </a:rPr>
              <a:t>paramètre</a:t>
            </a:r>
            <a:r>
              <a:rPr lang="en-US" dirty="0">
                <a:latin typeface="+mn-lt"/>
                <a:ea typeface="ＭＳ Ｐゴシック" pitchFamily="34" charset="-128"/>
              </a:rPr>
              <a:t> </a:t>
            </a:r>
            <a:r>
              <a:rPr lang="en-US" dirty="0" err="1">
                <a:latin typeface="+mn-lt"/>
                <a:ea typeface="ＭＳ Ｐゴシック" pitchFamily="34" charset="-128"/>
              </a:rPr>
              <a:t>entier</a:t>
            </a:r>
            <a:r>
              <a:rPr lang="en-US" dirty="0">
                <a:latin typeface="+mn-lt"/>
                <a:ea typeface="ＭＳ Ｐゴシック" pitchFamily="34" charset="-128"/>
              </a:rPr>
              <a:t> à la </a:t>
            </a:r>
            <a:r>
              <a:rPr lang="en-US" dirty="0" err="1">
                <a:latin typeface="+mn-lt"/>
                <a:ea typeface="ＭＳ Ｐゴシック" pitchFamily="34" charset="-128"/>
              </a:rPr>
              <a:t>fonction</a:t>
            </a:r>
            <a:r>
              <a:rPr lang="en-US" dirty="0">
                <a:latin typeface="+mn-lt"/>
                <a:ea typeface="ＭＳ Ｐゴシック" pitchFamily="34" charset="-128"/>
              </a:rPr>
              <a:t> </a:t>
            </a:r>
            <a:r>
              <a:rPr lang="en-US" altLang="fr-FR" dirty="0">
                <a:latin typeface="+mn-lt"/>
                <a:ea typeface="ＭＳ Ｐゴシック" pitchFamily="34" charset="-128"/>
              </a:rPr>
              <a:t>‘</a:t>
            </a:r>
            <a:r>
              <a:rPr lang="en-US" dirty="0">
                <a:latin typeface="+mn-lt"/>
                <a:ea typeface="ＭＳ Ｐゴシック" pitchFamily="34" charset="-128"/>
              </a:rPr>
              <a:t>read</a:t>
            </a:r>
            <a:r>
              <a:rPr lang="en-US" altLang="fr-FR" dirty="0">
                <a:latin typeface="+mn-lt"/>
                <a:ea typeface="ＭＳ Ｐゴシック" pitchFamily="34" charset="-128"/>
              </a:rPr>
              <a:t>’</a:t>
            </a:r>
            <a:r>
              <a:rPr lang="en-US" dirty="0">
                <a:latin typeface="+mn-lt"/>
                <a:ea typeface="ＭＳ Ｐゴシック" pitchFamily="34" charset="-128"/>
              </a:rPr>
              <a:t>, on ne lira </a:t>
            </a:r>
            <a:r>
              <a:rPr lang="en-US" dirty="0" err="1">
                <a:latin typeface="+mn-lt"/>
                <a:ea typeface="ＭＳ Ｐゴシック" pitchFamily="34" charset="-128"/>
              </a:rPr>
              <a:t>alors</a:t>
            </a:r>
            <a:r>
              <a:rPr lang="en-US" dirty="0">
                <a:latin typeface="+mn-lt"/>
                <a:ea typeface="ＭＳ Ｐゴシック" pitchFamily="34" charset="-128"/>
              </a:rPr>
              <a:t> </a:t>
            </a:r>
            <a:r>
              <a:rPr lang="en-US" dirty="0" err="1">
                <a:latin typeface="+mn-lt"/>
                <a:ea typeface="ＭＳ Ｐゴシック" pitchFamily="34" charset="-128"/>
              </a:rPr>
              <a:t>que</a:t>
            </a:r>
            <a:r>
              <a:rPr lang="en-US" dirty="0">
                <a:latin typeface="+mn-lt"/>
                <a:ea typeface="ＭＳ Ｐゴシック" pitchFamily="34" charset="-128"/>
              </a:rPr>
              <a:t> </a:t>
            </a:r>
            <a:r>
              <a:rPr lang="en-US" dirty="0" err="1">
                <a:latin typeface="+mn-lt"/>
                <a:ea typeface="ＭＳ Ｐゴシック" pitchFamily="34" charset="-128"/>
              </a:rPr>
              <a:t>ce</a:t>
            </a:r>
            <a:r>
              <a:rPr lang="en-US" dirty="0">
                <a:latin typeface="+mn-lt"/>
                <a:ea typeface="ＭＳ Ｐゴシック" pitchFamily="34" charset="-128"/>
              </a:rPr>
              <a:t> </a:t>
            </a:r>
            <a:r>
              <a:rPr lang="en-US" dirty="0" err="1">
                <a:latin typeface="+mn-lt"/>
                <a:ea typeface="ＭＳ Ｐゴシック" pitchFamily="34" charset="-128"/>
              </a:rPr>
              <a:t>nombre</a:t>
            </a:r>
            <a:r>
              <a:rPr lang="en-US" dirty="0">
                <a:latin typeface="+mn-lt"/>
                <a:ea typeface="ＭＳ Ｐゴシック" pitchFamily="34" charset="-128"/>
              </a:rPr>
              <a:t> précis de </a:t>
            </a:r>
            <a:r>
              <a:rPr lang="en-US" dirty="0" err="1">
                <a:latin typeface="+mn-lt"/>
                <a:ea typeface="ＭＳ Ｐゴシック" pitchFamily="34" charset="-128"/>
              </a:rPr>
              <a:t>caractère</a:t>
            </a:r>
            <a:r>
              <a:rPr lang="en-US" dirty="0">
                <a:latin typeface="+mn-lt"/>
                <a:ea typeface="ＭＳ Ｐゴシック" pitchFamily="34" charset="-128"/>
              </a:rPr>
              <a:t>.</a:t>
            </a:r>
          </a:p>
          <a:p>
            <a:pPr marL="985838" algn="just" eaLnBrk="1" hangingPunct="1">
              <a:spcBef>
                <a:spcPct val="50000"/>
              </a:spcBef>
              <a:buClr>
                <a:srgbClr val="336666"/>
              </a:buClr>
              <a:buFont typeface="Arial" pitchFamily="34" charset="0"/>
              <a:buChar char="•"/>
              <a:defRPr/>
            </a:pPr>
            <a:r>
              <a:rPr lang="en-US" dirty="0">
                <a:latin typeface="+mn-lt"/>
                <a:ea typeface="ＭＳ Ｐゴシック" pitchFamily="34" charset="-128"/>
              </a:rPr>
              <a:t>On sera </a:t>
            </a:r>
            <a:r>
              <a:rPr lang="en-US" dirty="0" err="1">
                <a:latin typeface="+mn-lt"/>
                <a:ea typeface="ＭＳ Ｐゴシック" pitchFamily="34" charset="-128"/>
              </a:rPr>
              <a:t>alors</a:t>
            </a:r>
            <a:r>
              <a:rPr lang="en-US" dirty="0">
                <a:latin typeface="+mn-lt"/>
                <a:ea typeface="ＭＳ Ｐゴシック" pitchFamily="34" charset="-128"/>
              </a:rPr>
              <a:t> </a:t>
            </a:r>
            <a:r>
              <a:rPr lang="en-US" dirty="0" err="1">
                <a:latin typeface="+mn-lt"/>
                <a:ea typeface="ＭＳ Ｐゴシック" pitchFamily="34" charset="-128"/>
              </a:rPr>
              <a:t>positionné</a:t>
            </a:r>
            <a:r>
              <a:rPr lang="en-US" dirty="0">
                <a:latin typeface="+mn-lt"/>
                <a:ea typeface="ＭＳ Ｐゴシック" pitchFamily="34" charset="-128"/>
              </a:rPr>
              <a:t> à </a:t>
            </a:r>
            <a:r>
              <a:rPr lang="en-US" dirty="0" err="1">
                <a:latin typeface="+mn-lt"/>
                <a:ea typeface="ＭＳ Ｐゴシック" pitchFamily="34" charset="-128"/>
              </a:rPr>
              <a:t>cet</a:t>
            </a:r>
            <a:r>
              <a:rPr lang="en-US" dirty="0">
                <a:latin typeface="+mn-lt"/>
                <a:ea typeface="ＭＳ Ｐゴシック" pitchFamily="34" charset="-128"/>
              </a:rPr>
              <a:t> </a:t>
            </a:r>
            <a:r>
              <a:rPr lang="en-US" dirty="0" err="1">
                <a:latin typeface="+mn-lt"/>
                <a:ea typeface="ＭＳ Ｐゴシック" pitchFamily="34" charset="-128"/>
              </a:rPr>
              <a:t>endroit</a:t>
            </a:r>
            <a:r>
              <a:rPr lang="en-US" dirty="0">
                <a:latin typeface="+mn-lt"/>
                <a:ea typeface="ＭＳ Ｐゴシック" pitchFamily="34" charset="-128"/>
              </a:rPr>
              <a:t> pour </a:t>
            </a:r>
            <a:r>
              <a:rPr lang="en-US" dirty="0" err="1">
                <a:latin typeface="+mn-lt"/>
                <a:ea typeface="ＭＳ Ｐゴシック" pitchFamily="34" charset="-128"/>
              </a:rPr>
              <a:t>une</a:t>
            </a:r>
            <a:r>
              <a:rPr lang="en-US" dirty="0">
                <a:latin typeface="+mn-lt"/>
                <a:ea typeface="ＭＳ Ｐゴシック" pitchFamily="34" charset="-128"/>
              </a:rPr>
              <a:t> lecture </a:t>
            </a:r>
            <a:r>
              <a:rPr lang="en-US" dirty="0" err="1">
                <a:latin typeface="+mn-lt"/>
                <a:ea typeface="ＭＳ Ｐゴシック" pitchFamily="34" charset="-128"/>
              </a:rPr>
              <a:t>ultérieure</a:t>
            </a:r>
            <a:r>
              <a:rPr lang="en-US" dirty="0">
                <a:latin typeface="+mn-lt"/>
                <a:ea typeface="ＭＳ Ｐゴシック" pitchFamily="34" charset="-128"/>
              </a:rPr>
              <a:t>.</a:t>
            </a:r>
          </a:p>
          <a:p>
            <a:pPr lvl="2" indent="161925" algn="just"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Font typeface="Wingdings" pitchFamily="2" charset="2"/>
              <a:buNone/>
              <a:defRPr/>
            </a:pPr>
            <a:endParaRPr lang="en-US" kern="0" dirty="0">
              <a:latin typeface="+mj-lt"/>
              <a:ea typeface="ＭＳ Ｐゴシック" pitchFamily="34" charset="-128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7190431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Text Box 9"/>
          <p:cNvSpPr txBox="1">
            <a:spLocks noChangeArrowheads="1"/>
          </p:cNvSpPr>
          <p:nvPr/>
        </p:nvSpPr>
        <p:spPr bwMode="auto">
          <a:xfrm>
            <a:off x="971550" y="58738"/>
            <a:ext cx="8172450" cy="36988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1800" b="1">
                <a:solidFill>
                  <a:srgbClr val="000000"/>
                </a:solidFill>
                <a:latin typeface="Arial" pitchFamily="34" charset="0"/>
              </a:rPr>
              <a:t>Structures de données et leurs utilisations</a:t>
            </a:r>
          </a:p>
        </p:txBody>
      </p:sp>
      <p:sp>
        <p:nvSpPr>
          <p:cNvPr id="62467" name="Rectangle 10"/>
          <p:cNvSpPr>
            <a:spLocks noChangeArrowheads="1"/>
          </p:cNvSpPr>
          <p:nvPr/>
        </p:nvSpPr>
        <p:spPr bwMode="auto">
          <a:xfrm>
            <a:off x="1033463" y="404813"/>
            <a:ext cx="8110537" cy="452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spcBef>
                <a:spcPct val="500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sz="2400" b="1" dirty="0">
                <a:latin typeface="+mj-lt"/>
              </a:rPr>
              <a:t>Les Fichiers</a:t>
            </a:r>
          </a:p>
        </p:txBody>
      </p:sp>
      <p:cxnSp>
        <p:nvCxnSpPr>
          <p:cNvPr id="184325" name="Connecteur droit avec flèche 19"/>
          <p:cNvCxnSpPr>
            <a:cxnSpLocks noChangeShapeType="1"/>
          </p:cNvCxnSpPr>
          <p:nvPr/>
        </p:nvCxnSpPr>
        <p:spPr bwMode="auto">
          <a:xfrm>
            <a:off x="4071938" y="5572125"/>
            <a:ext cx="1357312" cy="285750"/>
          </a:xfrm>
          <a:prstGeom prst="straightConnector1">
            <a:avLst/>
          </a:prstGeom>
          <a:noFill/>
          <a:ln w="9525" algn="ctr">
            <a:noFill/>
            <a:round/>
            <a:headEnd/>
            <a:tailEnd type="arrow" w="med" len="med"/>
          </a:ln>
        </p:spPr>
      </p:cxnSp>
      <p:sp>
        <p:nvSpPr>
          <p:cNvPr id="9" name="Rectangle 8"/>
          <p:cNvSpPr/>
          <p:nvPr/>
        </p:nvSpPr>
        <p:spPr>
          <a:xfrm>
            <a:off x="2714625" y="857250"/>
            <a:ext cx="3060700" cy="4000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en-US" b="1" dirty="0">
                <a:solidFill>
                  <a:srgbClr val="FF0000"/>
                </a:solidFill>
                <a:latin typeface="+mn-lt"/>
                <a:ea typeface="ＭＳ Ｐゴシック" pitchFamily="34" charset="-128"/>
              </a:rPr>
              <a:t>Lecture </a:t>
            </a:r>
            <a:r>
              <a:rPr lang="en-US" b="1" dirty="0" err="1">
                <a:solidFill>
                  <a:srgbClr val="FF0000"/>
                </a:solidFill>
                <a:latin typeface="+mn-lt"/>
                <a:ea typeface="ＭＳ Ｐゴシック" pitchFamily="34" charset="-128"/>
              </a:rPr>
              <a:t>dans</a:t>
            </a:r>
            <a:r>
              <a:rPr lang="en-US" b="1" dirty="0">
                <a:solidFill>
                  <a:srgbClr val="FF0000"/>
                </a:solidFill>
                <a:latin typeface="+mn-lt"/>
                <a:ea typeface="ＭＳ Ｐゴシック" pitchFamily="34" charset="-128"/>
              </a:rPr>
              <a:t> un </a:t>
            </a:r>
            <a:r>
              <a:rPr lang="en-US" b="1" dirty="0" err="1">
                <a:solidFill>
                  <a:srgbClr val="FF0000"/>
                </a:solidFill>
                <a:latin typeface="+mn-lt"/>
                <a:ea typeface="ＭＳ Ｐゴシック" pitchFamily="34" charset="-128"/>
              </a:rPr>
              <a:t>fichier</a:t>
            </a:r>
            <a:endParaRPr lang="fr-FR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71500" y="1143000"/>
            <a:ext cx="6215063" cy="708025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 eaLnBrk="1" hangingPunct="1">
              <a:spcBef>
                <a:spcPct val="50000"/>
              </a:spcBef>
              <a:buClr>
                <a:srgbClr val="336666"/>
              </a:buClr>
              <a:buFont typeface="Wingdings" pitchFamily="2" charset="2"/>
              <a:buChar char="§"/>
              <a:defRPr/>
            </a:pPr>
            <a:r>
              <a:rPr lang="fr-FR" b="1" dirty="0" smtClean="0">
                <a:solidFill>
                  <a:srgbClr val="008E40"/>
                </a:solidFill>
                <a:latin typeface="+mn-lt"/>
                <a:ea typeface="ＭＳ Ｐゴシック" pitchFamily="34" charset="-128"/>
              </a:rPr>
              <a:t> Exemple</a:t>
            </a:r>
            <a:r>
              <a:rPr lang="fr-FR" dirty="0" smtClean="0">
                <a:solidFill>
                  <a:srgbClr val="008E40"/>
                </a:solidFill>
                <a:latin typeface="+mn-lt"/>
                <a:ea typeface="ＭＳ Ｐゴシック" pitchFamily="34" charset="-128"/>
              </a:rPr>
              <a:t>: </a:t>
            </a:r>
            <a:r>
              <a:rPr lang="fr-FR" dirty="0" smtClean="0">
                <a:latin typeface="+mn-lt"/>
                <a:ea typeface="ＭＳ Ｐゴシック" pitchFamily="34" charset="-128"/>
              </a:rPr>
              <a:t>imaginons que nous ayons un fichier texte  nommé fich.txt dans notre répertoire courant.</a:t>
            </a:r>
            <a:endParaRPr lang="fr-FR" dirty="0">
              <a:solidFill>
                <a:srgbClr val="008E40"/>
              </a:solidFill>
              <a:latin typeface="+mn-lt"/>
              <a:ea typeface="ＭＳ Ｐゴシック" pitchFamily="34" charset="-128"/>
            </a:endParaRPr>
          </a:p>
        </p:txBody>
      </p:sp>
      <p:sp>
        <p:nvSpPr>
          <p:cNvPr id="15" name="Rectangle à coins arrondis 14"/>
          <p:cNvSpPr/>
          <p:nvPr/>
        </p:nvSpPr>
        <p:spPr>
          <a:xfrm>
            <a:off x="714375" y="3500438"/>
            <a:ext cx="6786563" cy="33575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marL="0" lvl="1" eaLnBrk="1" hangingPunct="1">
              <a:spcBef>
                <a:spcPts val="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it-IT" sz="1800" b="1" dirty="0">
                <a:solidFill>
                  <a:srgbClr val="008000"/>
                </a:solidFill>
                <a:latin typeface="Courier New"/>
                <a:cs typeface="Courier New"/>
              </a:rPr>
              <a:t>&gt;&gt;&gt; </a:t>
            </a:r>
            <a:r>
              <a:rPr lang="it-IT" sz="1800" b="1" dirty="0">
                <a:solidFill>
                  <a:schemeClr val="tx1"/>
                </a:solidFill>
                <a:latin typeface="Courier New"/>
                <a:cs typeface="Courier New"/>
              </a:rPr>
              <a:t>monFichier = </a:t>
            </a:r>
            <a:r>
              <a:rPr lang="it-IT" sz="1800" b="1" dirty="0">
                <a:solidFill>
                  <a:srgbClr val="3366FF"/>
                </a:solidFill>
                <a:latin typeface="Courier New"/>
                <a:cs typeface="Courier New"/>
              </a:rPr>
              <a:t>open</a:t>
            </a:r>
            <a:r>
              <a:rPr lang="it-IT" sz="1800" b="1" dirty="0" smtClean="0">
                <a:solidFill>
                  <a:schemeClr val="tx1"/>
                </a:solidFill>
                <a:latin typeface="Courier New"/>
                <a:cs typeface="Courier New"/>
              </a:rPr>
              <a:t>(</a:t>
            </a:r>
            <a:r>
              <a:rPr lang="it-IT" sz="1800" b="1" dirty="0" smtClean="0">
                <a:solidFill>
                  <a:srgbClr val="008000"/>
                </a:solidFill>
                <a:latin typeface="Courier New"/>
                <a:cs typeface="Courier New"/>
              </a:rPr>
              <a:t>‘fich.txt</a:t>
            </a:r>
            <a:r>
              <a:rPr lang="it-IT" sz="1800" b="1" dirty="0">
                <a:solidFill>
                  <a:srgbClr val="008000"/>
                </a:solidFill>
                <a:latin typeface="Courier New"/>
                <a:cs typeface="Courier New"/>
              </a:rPr>
              <a:t>'</a:t>
            </a:r>
            <a:r>
              <a:rPr lang="it-IT" sz="1800" b="1" dirty="0">
                <a:solidFill>
                  <a:schemeClr val="tx1"/>
                </a:solidFill>
                <a:latin typeface="Courier New"/>
                <a:cs typeface="Courier New"/>
              </a:rPr>
              <a:t>,</a:t>
            </a:r>
            <a:r>
              <a:rPr lang="it-IT" sz="1800" b="1" dirty="0">
                <a:solidFill>
                  <a:srgbClr val="008000"/>
                </a:solidFill>
                <a:latin typeface="Courier New"/>
                <a:cs typeface="Courier New"/>
              </a:rPr>
              <a:t>'r'</a:t>
            </a:r>
            <a:r>
              <a:rPr lang="it-IT" sz="1800" b="1" dirty="0">
                <a:solidFill>
                  <a:schemeClr val="tx1"/>
                </a:solidFill>
                <a:latin typeface="Courier New"/>
                <a:cs typeface="Courier New"/>
              </a:rPr>
              <a:t>)</a:t>
            </a:r>
          </a:p>
          <a:p>
            <a:pPr marL="0" lvl="1" eaLnBrk="1" hangingPunct="1">
              <a:spcBef>
                <a:spcPts val="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it-IT" sz="1800" b="1" dirty="0">
                <a:solidFill>
                  <a:srgbClr val="008000"/>
                </a:solidFill>
                <a:latin typeface="Courier New"/>
                <a:cs typeface="Courier New"/>
              </a:rPr>
              <a:t>&gt;&gt;&gt;</a:t>
            </a:r>
            <a:r>
              <a:rPr lang="it-IT" sz="1800" b="1" dirty="0">
                <a:solidFill>
                  <a:schemeClr val="tx1"/>
                </a:solidFill>
                <a:latin typeface="Courier New"/>
                <a:cs typeface="Courier New"/>
              </a:rPr>
              <a:t> monTexte = monFichier.read()</a:t>
            </a:r>
          </a:p>
          <a:p>
            <a:pPr marL="0" lvl="1" eaLnBrk="1" hangingPunct="1">
              <a:spcBef>
                <a:spcPts val="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it-IT" sz="1800" b="1" dirty="0">
                <a:solidFill>
                  <a:srgbClr val="008000"/>
                </a:solidFill>
                <a:latin typeface="Courier New"/>
                <a:cs typeface="Courier New"/>
              </a:rPr>
              <a:t>&gt;&gt;&gt; </a:t>
            </a:r>
            <a:r>
              <a:rPr lang="it-IT" sz="1800" b="1" dirty="0">
                <a:solidFill>
                  <a:srgbClr val="3366FF"/>
                </a:solidFill>
                <a:latin typeface="Courier New"/>
                <a:cs typeface="Courier New"/>
              </a:rPr>
              <a:t>print</a:t>
            </a:r>
            <a:r>
              <a:rPr lang="it-IT" sz="1800" b="1" dirty="0">
                <a:solidFill>
                  <a:schemeClr val="tx1"/>
                </a:solidFill>
                <a:latin typeface="Courier New"/>
                <a:cs typeface="Courier New"/>
              </a:rPr>
              <a:t>(monTexte)</a:t>
            </a:r>
          </a:p>
          <a:p>
            <a:pPr marL="0" lvl="1" eaLnBrk="1" hangingPunct="1">
              <a:spcBef>
                <a:spcPts val="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sz="1800" b="1" dirty="0" smtClean="0">
                <a:solidFill>
                  <a:srgbClr val="333333"/>
                </a:solidFill>
                <a:latin typeface="Courier New"/>
                <a:cs typeface="Courier New"/>
              </a:rPr>
              <a:t>Les filières suivantes:</a:t>
            </a:r>
          </a:p>
          <a:p>
            <a:pPr marL="0" lvl="1" eaLnBrk="1" hangingPunct="1">
              <a:spcBef>
                <a:spcPts val="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sz="1800" b="1" dirty="0" smtClean="0">
                <a:solidFill>
                  <a:srgbClr val="333333"/>
                </a:solidFill>
                <a:latin typeface="Courier New"/>
                <a:cs typeface="Courier New"/>
              </a:rPr>
              <a:t>ISI</a:t>
            </a:r>
          </a:p>
          <a:p>
            <a:pPr marL="0" lvl="1" eaLnBrk="1" hangingPunct="1">
              <a:spcBef>
                <a:spcPts val="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sz="1800" b="1" dirty="0" smtClean="0">
                <a:solidFill>
                  <a:srgbClr val="333333"/>
                </a:solidFill>
                <a:latin typeface="Courier New"/>
                <a:cs typeface="Courier New"/>
              </a:rPr>
              <a:t>STRI</a:t>
            </a:r>
            <a:endParaRPr lang="fr-FR" sz="1800" b="1" dirty="0">
              <a:solidFill>
                <a:srgbClr val="333333"/>
              </a:solidFill>
              <a:latin typeface="Courier New"/>
              <a:cs typeface="Courier New"/>
            </a:endParaRPr>
          </a:p>
          <a:p>
            <a:pPr marL="0" lvl="1" eaLnBrk="1" hangingPunct="1">
              <a:spcBef>
                <a:spcPts val="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sz="1800" b="1" dirty="0">
                <a:solidFill>
                  <a:srgbClr val="333333"/>
                </a:solidFill>
                <a:latin typeface="Courier New"/>
                <a:cs typeface="Courier New"/>
              </a:rPr>
              <a:t>ISRT</a:t>
            </a:r>
          </a:p>
          <a:p>
            <a:pPr marL="0" lvl="1" eaLnBrk="1" hangingPunct="1">
              <a:spcBef>
                <a:spcPts val="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sz="1800" b="1" dirty="0">
                <a:solidFill>
                  <a:srgbClr val="333333"/>
                </a:solidFill>
                <a:latin typeface="Courier New"/>
                <a:cs typeface="Courier New"/>
              </a:rPr>
              <a:t>ISEM</a:t>
            </a:r>
          </a:p>
          <a:p>
            <a:pPr marL="0" lvl="1" eaLnBrk="1" hangingPunct="1">
              <a:spcBef>
                <a:spcPts val="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sz="1800" b="1" dirty="0">
                <a:solidFill>
                  <a:srgbClr val="333333"/>
                </a:solidFill>
                <a:latin typeface="Courier New"/>
                <a:cs typeface="Courier New"/>
              </a:rPr>
              <a:t>MSTIC</a:t>
            </a:r>
          </a:p>
          <a:p>
            <a:pPr marL="0" lvl="1" eaLnBrk="1" hangingPunct="1">
              <a:spcBef>
                <a:spcPts val="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sz="1800" b="1" dirty="0">
                <a:solidFill>
                  <a:srgbClr val="333333"/>
                </a:solidFill>
                <a:latin typeface="Courier New"/>
                <a:cs typeface="Courier New"/>
              </a:rPr>
              <a:t>IF</a:t>
            </a:r>
          </a:p>
          <a:p>
            <a:pPr marL="0" lvl="1" eaLnBrk="1" hangingPunct="1">
              <a:spcBef>
                <a:spcPts val="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sz="1800" b="1" dirty="0" smtClean="0">
                <a:solidFill>
                  <a:srgbClr val="333333"/>
                </a:solidFill>
                <a:latin typeface="Courier New"/>
                <a:cs typeface="Courier New"/>
              </a:rPr>
              <a:t>ACG</a:t>
            </a:r>
            <a:endParaRPr lang="fr-FR" sz="1800" b="1" dirty="0">
              <a:solidFill>
                <a:srgbClr val="333333"/>
              </a:solidFill>
              <a:latin typeface="Courier New"/>
              <a:cs typeface="Courier New"/>
            </a:endParaRPr>
          </a:p>
        </p:txBody>
      </p:sp>
      <p:pic>
        <p:nvPicPr>
          <p:cNvPr id="39936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590" y="1856620"/>
            <a:ext cx="5257800" cy="15003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6196664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Text Box 9"/>
          <p:cNvSpPr txBox="1">
            <a:spLocks noChangeArrowheads="1"/>
          </p:cNvSpPr>
          <p:nvPr/>
        </p:nvSpPr>
        <p:spPr bwMode="auto">
          <a:xfrm>
            <a:off x="971550" y="58738"/>
            <a:ext cx="8172450" cy="36988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1800" b="1">
                <a:solidFill>
                  <a:srgbClr val="000000"/>
                </a:solidFill>
                <a:latin typeface="Arial" pitchFamily="34" charset="0"/>
              </a:rPr>
              <a:t>Structures de données et leurs utilisations</a:t>
            </a:r>
          </a:p>
        </p:txBody>
      </p:sp>
      <p:sp>
        <p:nvSpPr>
          <p:cNvPr id="62467" name="Rectangle 10"/>
          <p:cNvSpPr>
            <a:spLocks noChangeArrowheads="1"/>
          </p:cNvSpPr>
          <p:nvPr/>
        </p:nvSpPr>
        <p:spPr bwMode="auto">
          <a:xfrm>
            <a:off x="1033463" y="404813"/>
            <a:ext cx="8110537" cy="452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spcBef>
                <a:spcPct val="500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sz="2400" b="1" dirty="0">
                <a:latin typeface="+mj-lt"/>
              </a:rPr>
              <a:t>Les Fichiers</a:t>
            </a:r>
          </a:p>
        </p:txBody>
      </p:sp>
      <p:cxnSp>
        <p:nvCxnSpPr>
          <p:cNvPr id="185349" name="Connecteur droit avec flèche 17"/>
          <p:cNvCxnSpPr>
            <a:cxnSpLocks noChangeShapeType="1"/>
          </p:cNvCxnSpPr>
          <p:nvPr/>
        </p:nvCxnSpPr>
        <p:spPr bwMode="auto">
          <a:xfrm>
            <a:off x="4071938" y="5643563"/>
            <a:ext cx="1285875" cy="1587"/>
          </a:xfrm>
          <a:prstGeom prst="straightConnector1">
            <a:avLst/>
          </a:prstGeom>
          <a:noFill/>
          <a:ln w="9525" algn="ctr">
            <a:noFill/>
            <a:round/>
            <a:headEnd/>
            <a:tailEnd type="arrow" w="med" len="med"/>
          </a:ln>
        </p:spPr>
      </p:cxnSp>
      <p:cxnSp>
        <p:nvCxnSpPr>
          <p:cNvPr id="185350" name="Connecteur droit avec flèche 19"/>
          <p:cNvCxnSpPr>
            <a:cxnSpLocks noChangeShapeType="1"/>
          </p:cNvCxnSpPr>
          <p:nvPr/>
        </p:nvCxnSpPr>
        <p:spPr bwMode="auto">
          <a:xfrm>
            <a:off x="4071938" y="5572125"/>
            <a:ext cx="1357312" cy="285750"/>
          </a:xfrm>
          <a:prstGeom prst="straightConnector1">
            <a:avLst/>
          </a:prstGeom>
          <a:noFill/>
          <a:ln w="9525" algn="ctr">
            <a:noFill/>
            <a:round/>
            <a:headEnd/>
            <a:tailEnd type="arrow" w="med" len="med"/>
          </a:ln>
        </p:spPr>
      </p:cxnSp>
      <p:sp>
        <p:nvSpPr>
          <p:cNvPr id="7" name="Content Placeholder 2"/>
          <p:cNvSpPr txBox="1">
            <a:spLocks/>
          </p:cNvSpPr>
          <p:nvPr/>
        </p:nvSpPr>
        <p:spPr>
          <a:xfrm>
            <a:off x="457200" y="1354138"/>
            <a:ext cx="8435975" cy="5076825"/>
          </a:xfrm>
          <a:prstGeom prst="rect">
            <a:avLst/>
          </a:prstGeom>
        </p:spPr>
        <p:txBody>
          <a:bodyPr/>
          <a:lstStyle/>
          <a:p>
            <a:pPr lvl="1" algn="just"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Font typeface="Wingdings" pitchFamily="2" charset="2"/>
              <a:buChar char="§"/>
              <a:defRPr/>
            </a:pPr>
            <a:r>
              <a:rPr lang="en-US" b="1" kern="0" dirty="0">
                <a:solidFill>
                  <a:srgbClr val="008E40"/>
                </a:solidFill>
                <a:latin typeface="+mn-lt"/>
                <a:ea typeface="ＭＳ Ｐゴシック" pitchFamily="34" charset="-128"/>
                <a:cs typeface="+mn-cs"/>
              </a:rPr>
              <a:t> Remarque</a:t>
            </a:r>
            <a:r>
              <a:rPr lang="en-US" kern="0" dirty="0">
                <a:solidFill>
                  <a:srgbClr val="008E40"/>
                </a:solidFill>
                <a:latin typeface="+mn-lt"/>
                <a:ea typeface="ＭＳ Ｐゴシック" pitchFamily="34" charset="-128"/>
                <a:cs typeface="+mn-cs"/>
              </a:rPr>
              <a:t> :</a:t>
            </a:r>
          </a:p>
          <a:p>
            <a:pPr lvl="1" algn="just"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Font typeface="Arial" pitchFamily="34" charset="0"/>
              <a:buChar char="•"/>
              <a:defRPr/>
            </a:pPr>
            <a:r>
              <a:rPr lang="en-US" kern="0" dirty="0">
                <a:latin typeface="+mn-lt"/>
                <a:ea typeface="ＭＳ Ｐゴシック" pitchFamily="34" charset="-128"/>
                <a:cs typeface="+mn-cs"/>
              </a:rPr>
              <a:t>Si le </a:t>
            </a:r>
            <a:r>
              <a:rPr lang="en-US" kern="0" dirty="0" err="1">
                <a:latin typeface="+mn-lt"/>
                <a:ea typeface="ＭＳ Ｐゴシック" pitchFamily="34" charset="-128"/>
                <a:cs typeface="+mn-cs"/>
              </a:rPr>
              <a:t>fichier</a:t>
            </a:r>
            <a:r>
              <a:rPr lang="en-US" kern="0" dirty="0"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lang="en-US" kern="0" dirty="0" err="1">
                <a:latin typeface="+mn-lt"/>
                <a:ea typeface="ＭＳ Ｐゴシック" pitchFamily="34" charset="-128"/>
                <a:cs typeface="+mn-cs"/>
              </a:rPr>
              <a:t>est</a:t>
            </a:r>
            <a:r>
              <a:rPr lang="en-US" kern="0" dirty="0"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lang="en-US" kern="0" dirty="0" err="1">
                <a:latin typeface="+mn-lt"/>
                <a:ea typeface="ＭＳ Ｐゴシック" pitchFamily="34" charset="-128"/>
                <a:cs typeface="+mn-cs"/>
              </a:rPr>
              <a:t>volumineux</a:t>
            </a:r>
            <a:r>
              <a:rPr lang="en-US" kern="0" dirty="0">
                <a:latin typeface="+mn-lt"/>
                <a:ea typeface="ＭＳ Ｐゴシック" pitchFamily="34" charset="-128"/>
                <a:cs typeface="+mn-cs"/>
              </a:rPr>
              <a:t> lire </a:t>
            </a:r>
            <a:r>
              <a:rPr lang="en-US" kern="0" dirty="0" err="1">
                <a:latin typeface="+mn-lt"/>
                <a:ea typeface="ＭＳ Ｐゴシック" pitchFamily="34" charset="-128"/>
                <a:cs typeface="+mn-cs"/>
              </a:rPr>
              <a:t>l</a:t>
            </a:r>
            <a:r>
              <a:rPr lang="en-US" altLang="fr-FR" kern="0" dirty="0" err="1">
                <a:latin typeface="+mn-lt"/>
                <a:ea typeface="ＭＳ Ｐゴシック" pitchFamily="34" charset="-128"/>
                <a:cs typeface="+mn-cs"/>
              </a:rPr>
              <a:t>’</a:t>
            </a:r>
            <a:r>
              <a:rPr lang="en-US" kern="0" dirty="0" err="1">
                <a:latin typeface="+mn-lt"/>
                <a:ea typeface="ＭＳ Ｐゴシック" pitchFamily="34" charset="-128"/>
                <a:cs typeface="+mn-cs"/>
              </a:rPr>
              <a:t>intégralité</a:t>
            </a:r>
            <a:r>
              <a:rPr lang="en-US" kern="0" dirty="0">
                <a:latin typeface="+mn-lt"/>
                <a:ea typeface="ＭＳ Ｐゴシック" pitchFamily="34" charset="-128"/>
                <a:cs typeface="+mn-cs"/>
              </a:rPr>
              <a:t> de </a:t>
            </a:r>
            <a:r>
              <a:rPr lang="en-US" kern="0" dirty="0" err="1">
                <a:latin typeface="+mn-lt"/>
                <a:ea typeface="ＭＳ Ｐゴシック" pitchFamily="34" charset="-128"/>
                <a:cs typeface="+mn-cs"/>
              </a:rPr>
              <a:t>celui-ci</a:t>
            </a:r>
            <a:r>
              <a:rPr lang="en-US" kern="0" dirty="0">
                <a:latin typeface="+mn-lt"/>
                <a:ea typeface="ＭＳ Ｐゴシック" pitchFamily="34" charset="-128"/>
                <a:cs typeface="+mn-cs"/>
              </a:rPr>
              <a:t> d</a:t>
            </a:r>
            <a:r>
              <a:rPr lang="en-US" altLang="fr-FR" kern="0" dirty="0">
                <a:latin typeface="+mn-lt"/>
                <a:ea typeface="ＭＳ Ｐゴシック" pitchFamily="34" charset="-128"/>
                <a:cs typeface="+mn-cs"/>
              </a:rPr>
              <a:t>’</a:t>
            </a:r>
            <a:r>
              <a:rPr lang="en-US" kern="0" dirty="0">
                <a:latin typeface="+mn-lt"/>
                <a:ea typeface="ＭＳ Ｐゴシック" pitchFamily="34" charset="-128"/>
                <a:cs typeface="+mn-cs"/>
              </a:rPr>
              <a:t>un </a:t>
            </a:r>
            <a:r>
              <a:rPr lang="en-US" altLang="fr-FR" kern="0" dirty="0">
                <a:latin typeface="+mn-lt"/>
                <a:ea typeface="ＭＳ Ｐゴシック" pitchFamily="34" charset="-128"/>
                <a:cs typeface="+mn-cs"/>
              </a:rPr>
              <a:t>“</a:t>
            </a:r>
            <a:r>
              <a:rPr lang="en-US" kern="0" dirty="0" err="1">
                <a:latin typeface="+mn-lt"/>
                <a:ea typeface="ＭＳ Ｐゴシック" pitchFamily="34" charset="-128"/>
                <a:cs typeface="+mn-cs"/>
              </a:rPr>
              <a:t>seul</a:t>
            </a:r>
            <a:r>
              <a:rPr lang="en-US" kern="0" dirty="0">
                <a:latin typeface="+mn-lt"/>
                <a:ea typeface="ＭＳ Ｐゴシック" pitchFamily="34" charset="-128"/>
                <a:cs typeface="+mn-cs"/>
              </a:rPr>
              <a:t> coup</a:t>
            </a:r>
            <a:r>
              <a:rPr lang="en-US" altLang="fr-FR" kern="0" dirty="0">
                <a:latin typeface="+mn-lt"/>
                <a:ea typeface="ＭＳ Ｐゴシック" pitchFamily="34" charset="-128"/>
                <a:cs typeface="+mn-cs"/>
              </a:rPr>
              <a:t>”</a:t>
            </a:r>
            <a:r>
              <a:rPr lang="en-US" kern="0" dirty="0"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lang="en-US" kern="0" dirty="0" err="1">
                <a:latin typeface="+mn-lt"/>
                <a:ea typeface="ＭＳ Ｐゴシック" pitchFamily="34" charset="-128"/>
                <a:cs typeface="+mn-cs"/>
              </a:rPr>
              <a:t>peut</a:t>
            </a:r>
            <a:r>
              <a:rPr lang="en-US" kern="0" dirty="0"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lang="en-US" kern="0" dirty="0" err="1">
                <a:latin typeface="+mn-lt"/>
                <a:ea typeface="ＭＳ Ｐゴシック" pitchFamily="34" charset="-128"/>
                <a:cs typeface="+mn-cs"/>
              </a:rPr>
              <a:t>provoquer</a:t>
            </a:r>
            <a:r>
              <a:rPr lang="en-US" kern="0" dirty="0">
                <a:latin typeface="+mn-lt"/>
                <a:ea typeface="ＭＳ Ｐゴシック" pitchFamily="34" charset="-128"/>
                <a:cs typeface="+mn-cs"/>
              </a:rPr>
              <a:t> des </a:t>
            </a:r>
            <a:r>
              <a:rPr lang="en-US" b="1" kern="0" dirty="0" err="1">
                <a:solidFill>
                  <a:srgbClr val="0000FF"/>
                </a:solidFill>
                <a:latin typeface="+mn-lt"/>
                <a:ea typeface="ＭＳ Ｐゴシック" pitchFamily="34" charset="-128"/>
                <a:cs typeface="+mn-cs"/>
              </a:rPr>
              <a:t>débordements</a:t>
            </a:r>
            <a:r>
              <a:rPr lang="en-US" b="1" kern="0" dirty="0">
                <a:solidFill>
                  <a:srgbClr val="0000FF"/>
                </a:solidFill>
                <a:latin typeface="+mn-lt"/>
                <a:ea typeface="ＭＳ Ｐゴシック" pitchFamily="34" charset="-128"/>
                <a:cs typeface="+mn-cs"/>
              </a:rPr>
              <a:t> de </a:t>
            </a:r>
            <a:r>
              <a:rPr lang="en-US" b="1" kern="0" dirty="0" err="1">
                <a:solidFill>
                  <a:srgbClr val="0000FF"/>
                </a:solidFill>
                <a:latin typeface="+mn-lt"/>
                <a:ea typeface="ＭＳ Ｐゴシック" pitchFamily="34" charset="-128"/>
                <a:cs typeface="+mn-cs"/>
              </a:rPr>
              <a:t>mémoire</a:t>
            </a:r>
            <a:r>
              <a:rPr lang="en-US" kern="0" dirty="0">
                <a:latin typeface="+mn-lt"/>
                <a:ea typeface="ＭＳ Ｐゴシック" pitchFamily="34" charset="-128"/>
                <a:cs typeface="+mn-cs"/>
              </a:rPr>
              <a:t>.</a:t>
            </a:r>
          </a:p>
          <a:p>
            <a:pPr lvl="1" algn="just"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Font typeface="Arial" pitchFamily="34" charset="0"/>
              <a:buChar char="•"/>
              <a:defRPr/>
            </a:pPr>
            <a:r>
              <a:rPr lang="en-US" kern="0" dirty="0">
                <a:latin typeface="+mn-lt"/>
                <a:ea typeface="ＭＳ Ｐゴシック" pitchFamily="34" charset="-128"/>
                <a:cs typeface="+mn-cs"/>
              </a:rPr>
              <a:t>Il sera </a:t>
            </a:r>
            <a:r>
              <a:rPr lang="en-US" kern="0" dirty="0" err="1">
                <a:latin typeface="+mn-lt"/>
                <a:ea typeface="ＭＳ Ｐゴシック" pitchFamily="34" charset="-128"/>
                <a:cs typeface="+mn-cs"/>
              </a:rPr>
              <a:t>préférable</a:t>
            </a:r>
            <a:r>
              <a:rPr lang="en-US" kern="0" dirty="0"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lang="en-US" kern="0" dirty="0" err="1">
                <a:latin typeface="+mn-lt"/>
                <a:ea typeface="ＭＳ Ｐゴシック" pitchFamily="34" charset="-128"/>
                <a:cs typeface="+mn-cs"/>
              </a:rPr>
              <a:t>alors</a:t>
            </a:r>
            <a:r>
              <a:rPr lang="en-US" kern="0" dirty="0">
                <a:latin typeface="+mn-lt"/>
                <a:ea typeface="ＭＳ Ｐゴシック" pitchFamily="34" charset="-128"/>
                <a:cs typeface="+mn-cs"/>
              </a:rPr>
              <a:t> de passer un </a:t>
            </a:r>
            <a:r>
              <a:rPr lang="en-US" b="1" kern="0" dirty="0" err="1">
                <a:solidFill>
                  <a:srgbClr val="0000FF"/>
                </a:solidFill>
                <a:latin typeface="+mn-lt"/>
                <a:ea typeface="ＭＳ Ｐゴシック" pitchFamily="34" charset="-128"/>
                <a:cs typeface="+mn-cs"/>
              </a:rPr>
              <a:t>paramètre</a:t>
            </a:r>
            <a:r>
              <a:rPr lang="en-US" kern="0" dirty="0">
                <a:latin typeface="+mn-lt"/>
                <a:ea typeface="ＭＳ Ｐゴシック" pitchFamily="34" charset="-128"/>
                <a:cs typeface="+mn-cs"/>
              </a:rPr>
              <a:t> à la </a:t>
            </a:r>
            <a:r>
              <a:rPr lang="en-US" kern="0" dirty="0" err="1">
                <a:latin typeface="+mn-lt"/>
                <a:ea typeface="ＭＳ Ｐゴシック" pitchFamily="34" charset="-128"/>
                <a:cs typeface="+mn-cs"/>
              </a:rPr>
              <a:t>fonction</a:t>
            </a:r>
            <a:r>
              <a:rPr lang="en-US" kern="0" dirty="0"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lang="en-US" altLang="fr-FR" kern="0" dirty="0">
                <a:latin typeface="+mn-lt"/>
                <a:ea typeface="ＭＳ Ｐゴシック" pitchFamily="34" charset="-128"/>
                <a:cs typeface="+mn-cs"/>
              </a:rPr>
              <a:t>“</a:t>
            </a:r>
            <a:r>
              <a:rPr lang="en-US" kern="0" dirty="0">
                <a:latin typeface="+mn-lt"/>
                <a:ea typeface="ＭＳ Ｐゴシック" pitchFamily="34" charset="-128"/>
                <a:cs typeface="+mn-cs"/>
              </a:rPr>
              <a:t>read</a:t>
            </a:r>
            <a:r>
              <a:rPr lang="en-US" altLang="fr-FR" kern="0" dirty="0">
                <a:latin typeface="+mn-lt"/>
                <a:ea typeface="ＭＳ Ｐゴシック" pitchFamily="34" charset="-128"/>
                <a:cs typeface="+mn-cs"/>
              </a:rPr>
              <a:t>”</a:t>
            </a:r>
            <a:r>
              <a:rPr lang="en-US" kern="0" dirty="0">
                <a:latin typeface="+mn-lt"/>
                <a:ea typeface="ＭＳ Ｐゴシック" pitchFamily="34" charset="-128"/>
                <a:cs typeface="+mn-cs"/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14625" y="1000125"/>
            <a:ext cx="3060700" cy="4000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en-US" b="1" dirty="0">
                <a:solidFill>
                  <a:srgbClr val="FF0000"/>
                </a:solidFill>
                <a:latin typeface="+mn-lt"/>
                <a:ea typeface="ＭＳ Ｐゴシック" pitchFamily="34" charset="-128"/>
              </a:rPr>
              <a:t>Lecture </a:t>
            </a:r>
            <a:r>
              <a:rPr lang="en-US" b="1" dirty="0" err="1">
                <a:solidFill>
                  <a:srgbClr val="FF0000"/>
                </a:solidFill>
                <a:latin typeface="+mn-lt"/>
                <a:ea typeface="ＭＳ Ｐゴシック" pitchFamily="34" charset="-128"/>
              </a:rPr>
              <a:t>dans</a:t>
            </a:r>
            <a:r>
              <a:rPr lang="en-US" b="1" dirty="0">
                <a:solidFill>
                  <a:srgbClr val="FF0000"/>
                </a:solidFill>
                <a:latin typeface="+mn-lt"/>
                <a:ea typeface="ＭＳ Ｐゴシック" pitchFamily="34" charset="-128"/>
              </a:rPr>
              <a:t> un </a:t>
            </a:r>
            <a:r>
              <a:rPr lang="en-US" b="1" dirty="0" err="1">
                <a:solidFill>
                  <a:srgbClr val="FF0000"/>
                </a:solidFill>
                <a:latin typeface="+mn-lt"/>
                <a:ea typeface="ＭＳ Ｐゴシック" pitchFamily="34" charset="-128"/>
              </a:rPr>
              <a:t>fichier</a:t>
            </a:r>
            <a:endParaRPr lang="fr-FR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457200" y="3138488"/>
            <a:ext cx="8435975" cy="5076825"/>
          </a:xfrm>
          <a:prstGeom prst="rect">
            <a:avLst/>
          </a:prstGeom>
        </p:spPr>
        <p:txBody>
          <a:bodyPr/>
          <a:lstStyle/>
          <a:p>
            <a:pPr lvl="1" algn="just"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Font typeface="Wingdings" pitchFamily="2" charset="2"/>
              <a:buChar char="§"/>
              <a:defRPr/>
            </a:pPr>
            <a:r>
              <a:rPr lang="en-US" b="1" kern="0" dirty="0">
                <a:solidFill>
                  <a:srgbClr val="008E40"/>
                </a:solidFill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lang="en-US" b="1" kern="0" dirty="0" err="1">
                <a:solidFill>
                  <a:srgbClr val="008E40"/>
                </a:solidFill>
                <a:latin typeface="+mn-lt"/>
                <a:ea typeface="ＭＳ Ｐゴシック" pitchFamily="34" charset="-128"/>
                <a:cs typeface="+mn-cs"/>
              </a:rPr>
              <a:t>Syntaxe</a:t>
            </a:r>
            <a:r>
              <a:rPr lang="en-US" b="1" kern="0" dirty="0">
                <a:solidFill>
                  <a:srgbClr val="008E40"/>
                </a:solidFill>
                <a:latin typeface="+mn-lt"/>
                <a:ea typeface="ＭＳ Ｐゴシック" pitchFamily="34" charset="-128"/>
                <a:cs typeface="+mn-cs"/>
              </a:rPr>
              <a:t> pour lire </a:t>
            </a:r>
            <a:r>
              <a:rPr lang="en-US" b="1" kern="0" dirty="0" err="1">
                <a:solidFill>
                  <a:srgbClr val="008E40"/>
                </a:solidFill>
                <a:latin typeface="+mn-lt"/>
                <a:ea typeface="ＭＳ Ｐゴシック" pitchFamily="34" charset="-128"/>
                <a:cs typeface="+mn-cs"/>
              </a:rPr>
              <a:t>une</a:t>
            </a:r>
            <a:r>
              <a:rPr lang="en-US" b="1" kern="0" dirty="0">
                <a:solidFill>
                  <a:srgbClr val="008E40"/>
                </a:solidFill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lang="en-US" b="1" kern="0" dirty="0" err="1">
                <a:solidFill>
                  <a:srgbClr val="008E40"/>
                </a:solidFill>
                <a:latin typeface="+mn-lt"/>
                <a:ea typeface="ＭＳ Ｐゴシック" pitchFamily="34" charset="-128"/>
                <a:cs typeface="+mn-cs"/>
              </a:rPr>
              <a:t>ligne</a:t>
            </a:r>
            <a:r>
              <a:rPr lang="en-US" b="1" kern="0" dirty="0">
                <a:solidFill>
                  <a:srgbClr val="008E40"/>
                </a:solidFill>
                <a:latin typeface="+mn-lt"/>
                <a:ea typeface="ＭＳ Ｐゴシック" pitchFamily="34" charset="-128"/>
                <a:cs typeface="+mn-cs"/>
              </a:rPr>
              <a:t> d</a:t>
            </a:r>
            <a:r>
              <a:rPr lang="en-US" altLang="fr-FR" b="1" kern="0" dirty="0">
                <a:solidFill>
                  <a:srgbClr val="008E40"/>
                </a:solidFill>
                <a:latin typeface="+mn-lt"/>
                <a:ea typeface="ＭＳ Ｐゴシック" pitchFamily="34" charset="-128"/>
                <a:cs typeface="+mn-cs"/>
              </a:rPr>
              <a:t>’</a:t>
            </a:r>
            <a:r>
              <a:rPr lang="en-US" b="1" kern="0" dirty="0">
                <a:solidFill>
                  <a:srgbClr val="008E40"/>
                </a:solidFill>
                <a:latin typeface="+mn-lt"/>
                <a:ea typeface="ＭＳ Ｐゴシック" pitchFamily="34" charset="-128"/>
                <a:cs typeface="+mn-cs"/>
              </a:rPr>
              <a:t>un </a:t>
            </a:r>
            <a:r>
              <a:rPr lang="en-US" b="1" kern="0" dirty="0" err="1">
                <a:solidFill>
                  <a:srgbClr val="008E40"/>
                </a:solidFill>
                <a:latin typeface="+mn-lt"/>
                <a:ea typeface="ＭＳ Ｐゴシック" pitchFamily="34" charset="-128"/>
                <a:cs typeface="+mn-cs"/>
              </a:rPr>
              <a:t>fichier</a:t>
            </a:r>
            <a:r>
              <a:rPr lang="en-US" b="1" kern="0" dirty="0">
                <a:solidFill>
                  <a:srgbClr val="008E40"/>
                </a:solidFill>
                <a:latin typeface="+mn-lt"/>
                <a:ea typeface="ＭＳ Ｐゴシック" pitchFamily="34" charset="-128"/>
                <a:cs typeface="+mn-cs"/>
              </a:rPr>
              <a:t> :</a:t>
            </a:r>
          </a:p>
          <a:p>
            <a:pPr algn="just"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Font typeface="Arial" pitchFamily="34" charset="0"/>
              <a:buNone/>
              <a:defRPr/>
            </a:pPr>
            <a:endParaRPr lang="en-US" sz="2600" kern="0" dirty="0">
              <a:latin typeface="+mn-lt"/>
              <a:ea typeface="ＭＳ Ｐゴシック" pitchFamily="34" charset="-128"/>
              <a:cs typeface="+mn-cs"/>
            </a:endParaRPr>
          </a:p>
          <a:p>
            <a:pPr algn="just"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Font typeface="Arial" pitchFamily="34" charset="0"/>
              <a:buNone/>
              <a:defRPr/>
            </a:pPr>
            <a:endParaRPr lang="en-US" sz="2600" kern="0" dirty="0">
              <a:latin typeface="+mn-lt"/>
              <a:ea typeface="ＭＳ Ｐゴシック" pitchFamily="34" charset="-128"/>
              <a:cs typeface="+mn-cs"/>
            </a:endParaRPr>
          </a:p>
          <a:p>
            <a:pPr lvl="1" algn="just"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Font typeface="Wingdings" pitchFamily="2" charset="2"/>
              <a:buChar char="§"/>
              <a:defRPr/>
            </a:pPr>
            <a:r>
              <a:rPr lang="en-US" b="1" kern="0" dirty="0">
                <a:solidFill>
                  <a:srgbClr val="008E40"/>
                </a:solidFill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lang="en-US" b="1" kern="0" dirty="0" err="1">
                <a:solidFill>
                  <a:srgbClr val="008E40"/>
                </a:solidFill>
                <a:latin typeface="+mn-lt"/>
                <a:ea typeface="ＭＳ Ｐゴシック" pitchFamily="34" charset="-128"/>
                <a:cs typeface="+mn-cs"/>
              </a:rPr>
              <a:t>Syntaxe</a:t>
            </a:r>
            <a:r>
              <a:rPr lang="en-US" b="1" kern="0" dirty="0">
                <a:solidFill>
                  <a:srgbClr val="008E40"/>
                </a:solidFill>
                <a:latin typeface="+mn-lt"/>
                <a:ea typeface="ＭＳ Ｐゴシック" pitchFamily="34" charset="-128"/>
                <a:cs typeface="+mn-cs"/>
              </a:rPr>
              <a:t> pour </a:t>
            </a:r>
            <a:r>
              <a:rPr lang="en-US" b="1" kern="0" dirty="0" err="1">
                <a:solidFill>
                  <a:srgbClr val="008E40"/>
                </a:solidFill>
                <a:latin typeface="+mn-lt"/>
                <a:ea typeface="ＭＳ Ｐゴシック" pitchFamily="34" charset="-128"/>
                <a:cs typeface="+mn-cs"/>
              </a:rPr>
              <a:t>créer</a:t>
            </a:r>
            <a:r>
              <a:rPr lang="en-US" b="1" kern="0" dirty="0">
                <a:solidFill>
                  <a:srgbClr val="008E40"/>
                </a:solidFill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lang="en-US" b="1" kern="0" dirty="0" err="1">
                <a:solidFill>
                  <a:srgbClr val="008E40"/>
                </a:solidFill>
                <a:latin typeface="+mn-lt"/>
                <a:ea typeface="ＭＳ Ｐゴシック" pitchFamily="34" charset="-128"/>
                <a:cs typeface="+mn-cs"/>
              </a:rPr>
              <a:t>une</a:t>
            </a:r>
            <a:r>
              <a:rPr lang="en-US" b="1" kern="0" dirty="0">
                <a:solidFill>
                  <a:srgbClr val="008E40"/>
                </a:solidFill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lang="en-US" b="1" kern="0" dirty="0" err="1">
                <a:solidFill>
                  <a:srgbClr val="008E40"/>
                </a:solidFill>
                <a:latin typeface="+mn-lt"/>
                <a:ea typeface="ＭＳ Ｐゴシック" pitchFamily="34" charset="-128"/>
                <a:cs typeface="+mn-cs"/>
              </a:rPr>
              <a:t>liste</a:t>
            </a:r>
            <a:r>
              <a:rPr lang="en-US" b="1" kern="0" dirty="0">
                <a:solidFill>
                  <a:srgbClr val="008E40"/>
                </a:solidFill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lang="en-US" b="1" kern="0" dirty="0" err="1">
                <a:solidFill>
                  <a:srgbClr val="008E40"/>
                </a:solidFill>
                <a:latin typeface="+mn-lt"/>
                <a:ea typeface="ＭＳ Ｐゴシック" pitchFamily="34" charset="-128"/>
                <a:cs typeface="+mn-cs"/>
              </a:rPr>
              <a:t>constituée</a:t>
            </a:r>
            <a:r>
              <a:rPr lang="en-US" b="1" kern="0" dirty="0">
                <a:solidFill>
                  <a:srgbClr val="008E40"/>
                </a:solidFill>
                <a:latin typeface="+mn-lt"/>
                <a:ea typeface="ＭＳ Ｐゴシック" pitchFamily="34" charset="-128"/>
                <a:cs typeface="+mn-cs"/>
              </a:rPr>
              <a:t> de </a:t>
            </a:r>
            <a:r>
              <a:rPr lang="en-US" b="1" kern="0" dirty="0" err="1">
                <a:solidFill>
                  <a:srgbClr val="008E40"/>
                </a:solidFill>
                <a:latin typeface="+mn-lt"/>
                <a:ea typeface="ＭＳ Ｐゴシック" pitchFamily="34" charset="-128"/>
                <a:cs typeface="+mn-cs"/>
              </a:rPr>
              <a:t>toutes</a:t>
            </a:r>
            <a:r>
              <a:rPr lang="en-US" b="1" kern="0" dirty="0">
                <a:solidFill>
                  <a:srgbClr val="008E40"/>
                </a:solidFill>
                <a:latin typeface="+mn-lt"/>
                <a:ea typeface="ＭＳ Ｐゴシック" pitchFamily="34" charset="-128"/>
                <a:cs typeface="+mn-cs"/>
              </a:rPr>
              <a:t> les </a:t>
            </a:r>
            <a:r>
              <a:rPr lang="en-US" b="1" kern="0" dirty="0" err="1">
                <a:solidFill>
                  <a:srgbClr val="008E40"/>
                </a:solidFill>
                <a:latin typeface="+mn-lt"/>
                <a:ea typeface="ＭＳ Ｐゴシック" pitchFamily="34" charset="-128"/>
                <a:cs typeface="+mn-cs"/>
              </a:rPr>
              <a:t>lignes</a:t>
            </a:r>
            <a:r>
              <a:rPr lang="en-US" b="1" kern="0" dirty="0">
                <a:solidFill>
                  <a:srgbClr val="008E40"/>
                </a:solidFill>
                <a:latin typeface="+mn-lt"/>
                <a:ea typeface="ＭＳ Ｐゴシック" pitchFamily="34" charset="-128"/>
                <a:cs typeface="+mn-cs"/>
              </a:rPr>
              <a:t> d</a:t>
            </a:r>
            <a:r>
              <a:rPr lang="en-US" altLang="fr-FR" b="1" kern="0" dirty="0">
                <a:solidFill>
                  <a:srgbClr val="008E40"/>
                </a:solidFill>
                <a:latin typeface="+mn-lt"/>
                <a:ea typeface="ＭＳ Ｐゴシック" pitchFamily="34" charset="-128"/>
                <a:cs typeface="+mn-cs"/>
              </a:rPr>
              <a:t>’</a:t>
            </a:r>
            <a:r>
              <a:rPr lang="en-US" b="1" kern="0" dirty="0">
                <a:solidFill>
                  <a:srgbClr val="008E40"/>
                </a:solidFill>
                <a:latin typeface="+mn-lt"/>
                <a:ea typeface="ＭＳ Ｐゴシック" pitchFamily="34" charset="-128"/>
                <a:cs typeface="+mn-cs"/>
              </a:rPr>
              <a:t>un </a:t>
            </a:r>
            <a:r>
              <a:rPr lang="en-US" b="1" kern="0" dirty="0" err="1">
                <a:solidFill>
                  <a:srgbClr val="008E40"/>
                </a:solidFill>
                <a:latin typeface="+mn-lt"/>
                <a:ea typeface="ＭＳ Ｐゴシック" pitchFamily="34" charset="-128"/>
                <a:cs typeface="+mn-cs"/>
              </a:rPr>
              <a:t>fichier</a:t>
            </a:r>
            <a:r>
              <a:rPr lang="en-US" b="1" kern="0" dirty="0">
                <a:solidFill>
                  <a:srgbClr val="008E40"/>
                </a:solidFill>
                <a:latin typeface="+mn-lt"/>
                <a:ea typeface="ＭＳ Ｐゴシック" pitchFamily="34" charset="-128"/>
                <a:cs typeface="+mn-cs"/>
              </a:rPr>
              <a:t> :</a:t>
            </a:r>
          </a:p>
          <a:p>
            <a:pPr algn="just"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Font typeface="Arial" pitchFamily="34" charset="0"/>
              <a:buNone/>
              <a:defRPr/>
            </a:pPr>
            <a:endParaRPr lang="en-US" sz="2600" kern="0" dirty="0">
              <a:latin typeface="+mn-lt"/>
              <a:ea typeface="ＭＳ Ｐゴシック" pitchFamily="34" charset="-128"/>
              <a:cs typeface="+mn-cs"/>
            </a:endParaRPr>
          </a:p>
        </p:txBody>
      </p:sp>
      <p:sp>
        <p:nvSpPr>
          <p:cNvPr id="11" name="Rectangle à coins arrondis 10"/>
          <p:cNvSpPr/>
          <p:nvPr/>
        </p:nvSpPr>
        <p:spPr>
          <a:xfrm>
            <a:off x="1214438" y="3643313"/>
            <a:ext cx="7000875" cy="71437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lvl="1" eaLnBrk="1" hangingPunct="1">
              <a:spcBef>
                <a:spcPct val="500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b="1">
                <a:solidFill>
                  <a:schemeClr val="tx1"/>
                </a:solidFill>
                <a:latin typeface="Courier New"/>
                <a:cs typeface="Courier New"/>
              </a:rPr>
              <a:t>monFichier.readline()</a:t>
            </a:r>
            <a:endParaRPr lang="fr-FR" b="1" dirty="0">
              <a:solidFill>
                <a:schemeClr val="tx1"/>
              </a:solidFill>
              <a:latin typeface="Courier New"/>
              <a:cs typeface="Courier New"/>
            </a:endParaRPr>
          </a:p>
        </p:txBody>
      </p:sp>
      <p:sp>
        <p:nvSpPr>
          <p:cNvPr id="12" name="Rectangle à coins arrondis 11"/>
          <p:cNvSpPr/>
          <p:nvPr/>
        </p:nvSpPr>
        <p:spPr>
          <a:xfrm>
            <a:off x="1071563" y="5500688"/>
            <a:ext cx="7286625" cy="78581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lvl="1" eaLnBrk="1" hangingPunct="1">
              <a:spcBef>
                <a:spcPct val="500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b="1">
                <a:solidFill>
                  <a:schemeClr val="tx1"/>
                </a:solidFill>
                <a:latin typeface="Courier New"/>
                <a:cs typeface="Courier New"/>
              </a:rPr>
              <a:t>monFichier.readlines()</a:t>
            </a:r>
            <a:endParaRPr lang="fr-FR" b="1" dirty="0">
              <a:solidFill>
                <a:schemeClr val="tx1"/>
              </a:solidFill>
              <a:latin typeface="Courier New"/>
              <a:cs typeface="Courier New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00239089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Text Box 9"/>
          <p:cNvSpPr txBox="1">
            <a:spLocks noChangeArrowheads="1"/>
          </p:cNvSpPr>
          <p:nvPr/>
        </p:nvSpPr>
        <p:spPr bwMode="auto">
          <a:xfrm>
            <a:off x="971550" y="58738"/>
            <a:ext cx="8172450" cy="36988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1800" b="1">
                <a:solidFill>
                  <a:srgbClr val="000000"/>
                </a:solidFill>
                <a:latin typeface="Arial" pitchFamily="34" charset="0"/>
              </a:rPr>
              <a:t>Structures de données et leurs utilisations</a:t>
            </a:r>
          </a:p>
        </p:txBody>
      </p:sp>
      <p:sp>
        <p:nvSpPr>
          <p:cNvPr id="62467" name="Rectangle 10"/>
          <p:cNvSpPr>
            <a:spLocks noChangeArrowheads="1"/>
          </p:cNvSpPr>
          <p:nvPr/>
        </p:nvSpPr>
        <p:spPr bwMode="auto">
          <a:xfrm>
            <a:off x="1033463" y="404813"/>
            <a:ext cx="8110537" cy="452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spcBef>
                <a:spcPct val="500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sz="2400" b="1" dirty="0">
                <a:latin typeface="+mj-lt"/>
              </a:rPr>
              <a:t>Les Fichiers</a:t>
            </a:r>
          </a:p>
        </p:txBody>
      </p:sp>
      <p:cxnSp>
        <p:nvCxnSpPr>
          <p:cNvPr id="186373" name="Connecteur droit avec flèche 17"/>
          <p:cNvCxnSpPr>
            <a:cxnSpLocks noChangeShapeType="1"/>
          </p:cNvCxnSpPr>
          <p:nvPr/>
        </p:nvCxnSpPr>
        <p:spPr bwMode="auto">
          <a:xfrm>
            <a:off x="4071938" y="5643563"/>
            <a:ext cx="1285875" cy="1587"/>
          </a:xfrm>
          <a:prstGeom prst="straightConnector1">
            <a:avLst/>
          </a:prstGeom>
          <a:noFill/>
          <a:ln w="9525" algn="ctr">
            <a:noFill/>
            <a:round/>
            <a:headEnd/>
            <a:tailEnd type="arrow" w="med" len="med"/>
          </a:ln>
        </p:spPr>
      </p:cxnSp>
      <p:cxnSp>
        <p:nvCxnSpPr>
          <p:cNvPr id="186374" name="Connecteur droit avec flèche 19"/>
          <p:cNvCxnSpPr>
            <a:cxnSpLocks noChangeShapeType="1"/>
          </p:cNvCxnSpPr>
          <p:nvPr/>
        </p:nvCxnSpPr>
        <p:spPr bwMode="auto">
          <a:xfrm>
            <a:off x="4071938" y="5572125"/>
            <a:ext cx="1357312" cy="285750"/>
          </a:xfrm>
          <a:prstGeom prst="straightConnector1">
            <a:avLst/>
          </a:prstGeom>
          <a:noFill/>
          <a:ln w="9525" algn="ctr">
            <a:noFill/>
            <a:round/>
            <a:headEnd/>
            <a:tailEnd type="arrow" w="med" len="med"/>
          </a:ln>
        </p:spPr>
      </p:cxnSp>
      <p:sp>
        <p:nvSpPr>
          <p:cNvPr id="7" name="Content Placeholder 2"/>
          <p:cNvSpPr txBox="1">
            <a:spLocks/>
          </p:cNvSpPr>
          <p:nvPr/>
        </p:nvSpPr>
        <p:spPr>
          <a:xfrm>
            <a:off x="457200" y="1285875"/>
            <a:ext cx="8435975" cy="574675"/>
          </a:xfrm>
          <a:prstGeom prst="rect">
            <a:avLst/>
          </a:prstGeom>
        </p:spPr>
        <p:txBody>
          <a:bodyPr/>
          <a:lstStyle/>
          <a:p>
            <a:pPr lvl="1" algn="just"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Font typeface="Wingdings" pitchFamily="2" charset="2"/>
              <a:buChar char="§"/>
              <a:defRPr/>
            </a:pPr>
            <a:r>
              <a:rPr lang="en-US" b="1" kern="0" dirty="0">
                <a:solidFill>
                  <a:srgbClr val="008E40"/>
                </a:solidFill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lang="en-US" b="1" kern="0" dirty="0" err="1">
                <a:solidFill>
                  <a:srgbClr val="008E40"/>
                </a:solidFill>
                <a:latin typeface="+mn-lt"/>
                <a:ea typeface="ＭＳ Ｐゴシック" pitchFamily="34" charset="-128"/>
                <a:cs typeface="+mn-cs"/>
              </a:rPr>
              <a:t>Exemples</a:t>
            </a:r>
            <a:r>
              <a:rPr lang="en-US" b="1" kern="0" dirty="0">
                <a:solidFill>
                  <a:srgbClr val="008E40"/>
                </a:solidFill>
                <a:latin typeface="+mn-lt"/>
                <a:ea typeface="ＭＳ Ｐゴシック" pitchFamily="34" charset="-128"/>
                <a:cs typeface="+mn-cs"/>
              </a:rPr>
              <a:t>:</a:t>
            </a:r>
            <a:endParaRPr lang="en-US" kern="0" dirty="0">
              <a:solidFill>
                <a:srgbClr val="008E40"/>
              </a:solidFill>
              <a:latin typeface="+mn-lt"/>
              <a:ea typeface="ＭＳ Ｐゴシック" pitchFamily="34" charset="-128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714625" y="1000125"/>
            <a:ext cx="3060700" cy="4000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en-US" b="1" dirty="0">
                <a:solidFill>
                  <a:srgbClr val="FF0000"/>
                </a:solidFill>
                <a:latin typeface="+mn-lt"/>
                <a:ea typeface="ＭＳ Ｐゴシック" pitchFamily="34" charset="-128"/>
              </a:rPr>
              <a:t>Lecture </a:t>
            </a:r>
            <a:r>
              <a:rPr lang="en-US" b="1" dirty="0" err="1">
                <a:solidFill>
                  <a:srgbClr val="FF0000"/>
                </a:solidFill>
                <a:latin typeface="+mn-lt"/>
                <a:ea typeface="ＭＳ Ｐゴシック" pitchFamily="34" charset="-128"/>
              </a:rPr>
              <a:t>dans</a:t>
            </a:r>
            <a:r>
              <a:rPr lang="en-US" b="1" dirty="0">
                <a:solidFill>
                  <a:srgbClr val="FF0000"/>
                </a:solidFill>
                <a:latin typeface="+mn-lt"/>
                <a:ea typeface="ＭＳ Ｐゴシック" pitchFamily="34" charset="-128"/>
              </a:rPr>
              <a:t> un </a:t>
            </a:r>
            <a:r>
              <a:rPr lang="en-US" b="1" dirty="0" err="1">
                <a:solidFill>
                  <a:srgbClr val="FF0000"/>
                </a:solidFill>
                <a:latin typeface="+mn-lt"/>
                <a:ea typeface="ＭＳ Ｐゴシック" pitchFamily="34" charset="-128"/>
              </a:rPr>
              <a:t>fichier</a:t>
            </a:r>
            <a:endParaRPr lang="fr-FR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13" name="Rectangle à coins arrondis 12"/>
          <p:cNvSpPr/>
          <p:nvPr/>
        </p:nvSpPr>
        <p:spPr>
          <a:xfrm>
            <a:off x="714375" y="4494213"/>
            <a:ext cx="8072438" cy="229235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lvl="1" eaLnBrk="1" hangingPunct="1">
              <a:spcBef>
                <a:spcPts val="6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it-IT" sz="1800" b="1" dirty="0">
                <a:solidFill>
                  <a:srgbClr val="008000"/>
                </a:solidFill>
                <a:latin typeface="Courier New"/>
                <a:cs typeface="Courier New"/>
              </a:rPr>
              <a:t>&gt;&gt;&gt; </a:t>
            </a:r>
            <a:r>
              <a:rPr lang="it-IT" sz="1800" b="1" dirty="0">
                <a:solidFill>
                  <a:schemeClr val="tx1"/>
                </a:solidFill>
                <a:latin typeface="Courier New"/>
                <a:cs typeface="Courier New"/>
              </a:rPr>
              <a:t>monFichier = </a:t>
            </a:r>
            <a:r>
              <a:rPr lang="it-IT" sz="1800" b="1" dirty="0">
                <a:solidFill>
                  <a:srgbClr val="3366FF"/>
                </a:solidFill>
                <a:latin typeface="Courier New"/>
                <a:cs typeface="Courier New"/>
              </a:rPr>
              <a:t>open</a:t>
            </a:r>
            <a:r>
              <a:rPr lang="it-IT" sz="1800" b="1" dirty="0" smtClean="0">
                <a:solidFill>
                  <a:schemeClr val="tx1"/>
                </a:solidFill>
                <a:latin typeface="Courier New"/>
                <a:cs typeface="Courier New"/>
              </a:rPr>
              <a:t>(</a:t>
            </a:r>
            <a:r>
              <a:rPr lang="it-IT" sz="1800" b="1" dirty="0" smtClean="0">
                <a:solidFill>
                  <a:srgbClr val="008000"/>
                </a:solidFill>
                <a:latin typeface="Courier New"/>
                <a:cs typeface="Courier New"/>
              </a:rPr>
              <a:t>‘fich.txt</a:t>
            </a:r>
            <a:r>
              <a:rPr lang="it-IT" sz="1800" b="1" dirty="0">
                <a:solidFill>
                  <a:srgbClr val="008000"/>
                </a:solidFill>
                <a:latin typeface="Courier New"/>
                <a:cs typeface="Courier New"/>
              </a:rPr>
              <a:t>'</a:t>
            </a:r>
            <a:r>
              <a:rPr lang="it-IT" sz="1800" b="1" dirty="0">
                <a:solidFill>
                  <a:schemeClr val="tx1"/>
                </a:solidFill>
                <a:latin typeface="Courier New"/>
                <a:cs typeface="Courier New"/>
              </a:rPr>
              <a:t>,</a:t>
            </a:r>
            <a:r>
              <a:rPr lang="it-IT" sz="1800" b="1" dirty="0">
                <a:solidFill>
                  <a:srgbClr val="008000"/>
                </a:solidFill>
                <a:latin typeface="Courier New"/>
                <a:cs typeface="Courier New"/>
              </a:rPr>
              <a:t>'r'</a:t>
            </a:r>
            <a:r>
              <a:rPr lang="it-IT" sz="1800" b="1" dirty="0">
                <a:solidFill>
                  <a:schemeClr val="tx1"/>
                </a:solidFill>
                <a:latin typeface="Courier New"/>
                <a:cs typeface="Courier New"/>
              </a:rPr>
              <a:t>)</a:t>
            </a:r>
          </a:p>
          <a:p>
            <a:pPr lvl="1" eaLnBrk="1" hangingPunct="1">
              <a:spcBef>
                <a:spcPts val="6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it-IT" sz="1800" b="1" dirty="0">
                <a:solidFill>
                  <a:srgbClr val="008000"/>
                </a:solidFill>
                <a:latin typeface="Courier New"/>
                <a:cs typeface="Courier New"/>
              </a:rPr>
              <a:t>&gt;&gt;&gt;</a:t>
            </a:r>
            <a:r>
              <a:rPr lang="it-IT" sz="1800" b="1" dirty="0">
                <a:solidFill>
                  <a:schemeClr val="tx1"/>
                </a:solidFill>
                <a:latin typeface="Courier New"/>
                <a:cs typeface="Courier New"/>
              </a:rPr>
              <a:t> maListe = monFichier.readlines()</a:t>
            </a:r>
          </a:p>
          <a:p>
            <a:pPr lvl="1" eaLnBrk="1" hangingPunct="1">
              <a:spcBef>
                <a:spcPts val="6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it-IT" sz="1800" b="1" dirty="0">
                <a:solidFill>
                  <a:srgbClr val="008000"/>
                </a:solidFill>
                <a:latin typeface="Courier New"/>
                <a:cs typeface="Courier New"/>
              </a:rPr>
              <a:t>&gt;&gt;&gt; </a:t>
            </a:r>
            <a:r>
              <a:rPr lang="it-IT" sz="1800" b="1" dirty="0">
                <a:solidFill>
                  <a:srgbClr val="3366FF"/>
                </a:solidFill>
                <a:latin typeface="Courier New"/>
                <a:cs typeface="Courier New"/>
              </a:rPr>
              <a:t>print</a:t>
            </a:r>
            <a:r>
              <a:rPr lang="it-IT" sz="1800" b="1" dirty="0">
                <a:solidFill>
                  <a:schemeClr val="tx1"/>
                </a:solidFill>
                <a:latin typeface="Courier New"/>
                <a:cs typeface="Courier New"/>
              </a:rPr>
              <a:t>(maListe)</a:t>
            </a:r>
          </a:p>
          <a:p>
            <a:pPr lvl="1" eaLnBrk="1" hangingPunct="1">
              <a:spcBef>
                <a:spcPts val="6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it-IT" sz="1800" b="1" dirty="0" smtClean="0">
                <a:solidFill>
                  <a:srgbClr val="000000"/>
                </a:solidFill>
                <a:latin typeface="Courier New"/>
                <a:cs typeface="Courier New"/>
              </a:rPr>
              <a:t>[</a:t>
            </a:r>
            <a:r>
              <a:rPr lang="it-IT" sz="1800" b="1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lang="it-IT" sz="1800" b="1" dirty="0" smtClean="0">
                <a:solidFill>
                  <a:srgbClr val="000000"/>
                </a:solidFill>
                <a:latin typeface="Courier New"/>
                <a:cs typeface="Courier New"/>
              </a:rPr>
              <a:t>Les filières suivantes:\n","ISI\n", “STRI\n</a:t>
            </a:r>
            <a:r>
              <a:rPr lang="it-IT" sz="1800" b="1" dirty="0">
                <a:solidFill>
                  <a:srgbClr val="000000"/>
                </a:solidFill>
                <a:latin typeface="Courier New"/>
                <a:cs typeface="Courier New"/>
              </a:rPr>
              <a:t>", “</a:t>
            </a:r>
            <a:r>
              <a:rPr lang="it-IT" sz="1800" b="1" dirty="0" smtClean="0">
                <a:solidFill>
                  <a:srgbClr val="000000"/>
                </a:solidFill>
                <a:latin typeface="Courier New"/>
                <a:cs typeface="Courier New"/>
              </a:rPr>
              <a:t>ISRT\n",  “ISEM\n", “MSTIC\n", “IF\n", “ACG"]</a:t>
            </a:r>
            <a:endParaRPr lang="it-IT" sz="1800" b="1" dirty="0">
              <a:solidFill>
                <a:srgbClr val="000000"/>
              </a:solidFill>
              <a:latin typeface="Courier New"/>
              <a:cs typeface="Courier New"/>
            </a:endParaRPr>
          </a:p>
        </p:txBody>
      </p:sp>
      <p:sp>
        <p:nvSpPr>
          <p:cNvPr id="14" name="Rectangle à coins arrondis 13"/>
          <p:cNvSpPr/>
          <p:nvPr/>
        </p:nvSpPr>
        <p:spPr>
          <a:xfrm>
            <a:off x="714375" y="1714500"/>
            <a:ext cx="8072438" cy="264318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lvl="1" eaLnBrk="1" hangingPunct="1">
              <a:spcBef>
                <a:spcPts val="6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it-IT" sz="1800" b="1" dirty="0">
                <a:solidFill>
                  <a:srgbClr val="008000"/>
                </a:solidFill>
                <a:latin typeface="Courier New"/>
                <a:cs typeface="Courier New"/>
              </a:rPr>
              <a:t>&gt;&gt;&gt; </a:t>
            </a:r>
            <a:r>
              <a:rPr lang="it-IT" sz="1800" b="1" dirty="0">
                <a:solidFill>
                  <a:schemeClr val="tx1"/>
                </a:solidFill>
                <a:latin typeface="Courier New"/>
                <a:cs typeface="Courier New"/>
              </a:rPr>
              <a:t>monFichier = </a:t>
            </a:r>
            <a:r>
              <a:rPr lang="it-IT" sz="1800" b="1" dirty="0">
                <a:solidFill>
                  <a:srgbClr val="3366FF"/>
                </a:solidFill>
                <a:latin typeface="Courier New"/>
                <a:cs typeface="Courier New"/>
              </a:rPr>
              <a:t>open</a:t>
            </a:r>
            <a:r>
              <a:rPr lang="it-IT" sz="1800" b="1" dirty="0" smtClean="0">
                <a:solidFill>
                  <a:schemeClr val="tx1"/>
                </a:solidFill>
                <a:latin typeface="Courier New"/>
                <a:cs typeface="Courier New"/>
              </a:rPr>
              <a:t>(</a:t>
            </a:r>
            <a:r>
              <a:rPr lang="it-IT" sz="1800" b="1" dirty="0" smtClean="0">
                <a:solidFill>
                  <a:srgbClr val="008000"/>
                </a:solidFill>
                <a:latin typeface="Courier New"/>
                <a:cs typeface="Courier New"/>
              </a:rPr>
              <a:t>‘fich.txt</a:t>
            </a:r>
            <a:r>
              <a:rPr lang="it-IT" sz="1800" b="1" dirty="0">
                <a:solidFill>
                  <a:srgbClr val="008000"/>
                </a:solidFill>
                <a:latin typeface="Courier New"/>
                <a:cs typeface="Courier New"/>
              </a:rPr>
              <a:t>'</a:t>
            </a:r>
            <a:r>
              <a:rPr lang="it-IT" sz="1800" b="1" dirty="0">
                <a:solidFill>
                  <a:schemeClr val="tx1"/>
                </a:solidFill>
                <a:latin typeface="Courier New"/>
                <a:cs typeface="Courier New"/>
              </a:rPr>
              <a:t>,</a:t>
            </a:r>
            <a:r>
              <a:rPr lang="it-IT" sz="1800" b="1" dirty="0">
                <a:solidFill>
                  <a:srgbClr val="008000"/>
                </a:solidFill>
                <a:latin typeface="Courier New"/>
                <a:cs typeface="Courier New"/>
              </a:rPr>
              <a:t>'r'</a:t>
            </a:r>
            <a:r>
              <a:rPr lang="it-IT" sz="1800" b="1" dirty="0">
                <a:solidFill>
                  <a:schemeClr val="tx1"/>
                </a:solidFill>
                <a:latin typeface="Courier New"/>
                <a:cs typeface="Courier New"/>
              </a:rPr>
              <a:t>)</a:t>
            </a:r>
          </a:p>
          <a:p>
            <a:pPr lvl="1" eaLnBrk="1" hangingPunct="1">
              <a:spcBef>
                <a:spcPts val="6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it-IT" sz="1800" b="1" dirty="0">
                <a:solidFill>
                  <a:srgbClr val="008000"/>
                </a:solidFill>
                <a:latin typeface="Courier New"/>
                <a:cs typeface="Courier New"/>
              </a:rPr>
              <a:t>&gt;&gt;&gt;</a:t>
            </a:r>
            <a:r>
              <a:rPr lang="it-IT" sz="1800" b="1" dirty="0">
                <a:solidFill>
                  <a:schemeClr val="tx1"/>
                </a:solidFill>
                <a:latin typeface="Courier New"/>
                <a:cs typeface="Courier New"/>
              </a:rPr>
              <a:t> ligne1 = monFichier.readline()</a:t>
            </a:r>
          </a:p>
          <a:p>
            <a:pPr lvl="1" eaLnBrk="1" hangingPunct="1">
              <a:spcBef>
                <a:spcPts val="6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it-IT" sz="1800" b="1" dirty="0">
                <a:solidFill>
                  <a:srgbClr val="008000"/>
                </a:solidFill>
                <a:latin typeface="Courier New"/>
                <a:cs typeface="Courier New"/>
              </a:rPr>
              <a:t>&gt;&gt;&gt; </a:t>
            </a:r>
            <a:r>
              <a:rPr lang="it-IT" sz="1800" b="1" dirty="0">
                <a:solidFill>
                  <a:srgbClr val="3366FF"/>
                </a:solidFill>
                <a:latin typeface="Courier New"/>
                <a:cs typeface="Courier New"/>
              </a:rPr>
              <a:t>print</a:t>
            </a:r>
            <a:r>
              <a:rPr lang="it-IT" sz="1800" b="1" dirty="0">
                <a:solidFill>
                  <a:schemeClr val="tx1"/>
                </a:solidFill>
                <a:latin typeface="Courier New"/>
                <a:cs typeface="Courier New"/>
              </a:rPr>
              <a:t>(ligne1)</a:t>
            </a:r>
          </a:p>
          <a:p>
            <a:pPr lvl="1" eaLnBrk="1" hangingPunct="1">
              <a:spcBef>
                <a:spcPts val="6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it-IT" sz="1800" b="1" dirty="0">
                <a:solidFill>
                  <a:srgbClr val="000000"/>
                </a:solidFill>
                <a:latin typeface="Courier New"/>
                <a:cs typeface="Courier New"/>
              </a:rPr>
              <a:t>Les filières suivantes</a:t>
            </a:r>
            <a:r>
              <a:rPr lang="it-IT" sz="1800" b="1" dirty="0" smtClean="0">
                <a:solidFill>
                  <a:srgbClr val="000000"/>
                </a:solidFill>
                <a:latin typeface="Courier New"/>
                <a:cs typeface="Courier New"/>
              </a:rPr>
              <a:t>:</a:t>
            </a:r>
            <a:endParaRPr lang="fr-FR" sz="1800" b="1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pPr lvl="1" eaLnBrk="1" hangingPunct="1">
              <a:spcBef>
                <a:spcPts val="6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it-IT" sz="1800" b="1" dirty="0">
                <a:solidFill>
                  <a:srgbClr val="008000"/>
                </a:solidFill>
                <a:latin typeface="Courier New"/>
                <a:cs typeface="Courier New"/>
              </a:rPr>
              <a:t>&gt;&gt;&gt; </a:t>
            </a:r>
            <a:r>
              <a:rPr lang="it-IT" sz="1800" b="1" dirty="0">
                <a:solidFill>
                  <a:schemeClr val="tx1"/>
                </a:solidFill>
                <a:latin typeface="Courier New"/>
                <a:cs typeface="Courier New"/>
              </a:rPr>
              <a:t>ligne2 = monFichier.readline()</a:t>
            </a:r>
          </a:p>
          <a:p>
            <a:pPr lvl="1" eaLnBrk="1" hangingPunct="1">
              <a:spcBef>
                <a:spcPts val="6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it-IT" sz="1800" b="1" dirty="0">
                <a:solidFill>
                  <a:srgbClr val="008000"/>
                </a:solidFill>
                <a:latin typeface="Courier New"/>
                <a:cs typeface="Courier New"/>
              </a:rPr>
              <a:t>&gt;&gt;&gt;</a:t>
            </a:r>
            <a:r>
              <a:rPr lang="it-IT" sz="1800" b="1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lang="it-IT" sz="1800" b="1" dirty="0">
                <a:solidFill>
                  <a:srgbClr val="3366FF"/>
                </a:solidFill>
                <a:latin typeface="Courier New"/>
                <a:cs typeface="Courier New"/>
              </a:rPr>
              <a:t>print</a:t>
            </a:r>
            <a:r>
              <a:rPr lang="it-IT" sz="1800" b="1" dirty="0">
                <a:solidFill>
                  <a:schemeClr val="tx1"/>
                </a:solidFill>
                <a:latin typeface="Courier New"/>
                <a:cs typeface="Courier New"/>
              </a:rPr>
              <a:t>(ligne2)</a:t>
            </a:r>
          </a:p>
          <a:p>
            <a:pPr lvl="1" eaLnBrk="1" hangingPunct="1">
              <a:spcBef>
                <a:spcPts val="6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it-IT" sz="1800" b="1" dirty="0">
                <a:solidFill>
                  <a:srgbClr val="000000"/>
                </a:solidFill>
                <a:latin typeface="Courier New"/>
                <a:cs typeface="Courier New"/>
              </a:rPr>
              <a:t>ISI</a:t>
            </a:r>
            <a:endParaRPr lang="it-IT" sz="2400" b="1" dirty="0">
              <a:solidFill>
                <a:srgbClr val="000000"/>
              </a:solidFill>
              <a:latin typeface="Courier New"/>
              <a:cs typeface="Courier New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69518046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Text Box 9"/>
          <p:cNvSpPr txBox="1">
            <a:spLocks noChangeArrowheads="1"/>
          </p:cNvSpPr>
          <p:nvPr/>
        </p:nvSpPr>
        <p:spPr bwMode="auto">
          <a:xfrm>
            <a:off x="971550" y="58738"/>
            <a:ext cx="8172450" cy="36988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1800" b="1">
                <a:solidFill>
                  <a:srgbClr val="000000"/>
                </a:solidFill>
                <a:latin typeface="Arial" pitchFamily="34" charset="0"/>
              </a:rPr>
              <a:t>Structures de données et leurs utilisations</a:t>
            </a:r>
          </a:p>
        </p:txBody>
      </p:sp>
      <p:sp>
        <p:nvSpPr>
          <p:cNvPr id="62467" name="Rectangle 10"/>
          <p:cNvSpPr>
            <a:spLocks noChangeArrowheads="1"/>
          </p:cNvSpPr>
          <p:nvPr/>
        </p:nvSpPr>
        <p:spPr bwMode="auto">
          <a:xfrm>
            <a:off x="1033463" y="404813"/>
            <a:ext cx="8110537" cy="452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spcBef>
                <a:spcPct val="500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sz="2400" b="1" dirty="0">
                <a:latin typeface="+mj-lt"/>
              </a:rPr>
              <a:t>Les Fichiers</a:t>
            </a:r>
          </a:p>
        </p:txBody>
      </p:sp>
      <p:cxnSp>
        <p:nvCxnSpPr>
          <p:cNvPr id="187397" name="Connecteur droit avec flèche 17"/>
          <p:cNvCxnSpPr>
            <a:cxnSpLocks noChangeShapeType="1"/>
          </p:cNvCxnSpPr>
          <p:nvPr/>
        </p:nvCxnSpPr>
        <p:spPr bwMode="auto">
          <a:xfrm>
            <a:off x="4071938" y="5643563"/>
            <a:ext cx="1285875" cy="1587"/>
          </a:xfrm>
          <a:prstGeom prst="straightConnector1">
            <a:avLst/>
          </a:prstGeom>
          <a:noFill/>
          <a:ln w="9525" algn="ctr">
            <a:noFill/>
            <a:round/>
            <a:headEnd/>
            <a:tailEnd type="arrow" w="med" len="med"/>
          </a:ln>
        </p:spPr>
      </p:cxnSp>
      <p:cxnSp>
        <p:nvCxnSpPr>
          <p:cNvPr id="187398" name="Connecteur droit avec flèche 19"/>
          <p:cNvCxnSpPr>
            <a:cxnSpLocks noChangeShapeType="1"/>
          </p:cNvCxnSpPr>
          <p:nvPr/>
        </p:nvCxnSpPr>
        <p:spPr bwMode="auto">
          <a:xfrm>
            <a:off x="4071938" y="5572125"/>
            <a:ext cx="1357312" cy="285750"/>
          </a:xfrm>
          <a:prstGeom prst="straightConnector1">
            <a:avLst/>
          </a:prstGeom>
          <a:noFill/>
          <a:ln w="9525" algn="ctr">
            <a:noFill/>
            <a:round/>
            <a:headEnd/>
            <a:tailEnd type="arrow" w="med" len="med"/>
          </a:ln>
        </p:spPr>
      </p:cxnSp>
      <p:sp>
        <p:nvSpPr>
          <p:cNvPr id="7" name="Content Placeholder 2"/>
          <p:cNvSpPr txBox="1">
            <a:spLocks/>
          </p:cNvSpPr>
          <p:nvPr/>
        </p:nvSpPr>
        <p:spPr>
          <a:xfrm>
            <a:off x="714375" y="1425575"/>
            <a:ext cx="8178800" cy="360363"/>
          </a:xfrm>
          <a:prstGeom prst="rect">
            <a:avLst/>
          </a:prstGeom>
        </p:spPr>
        <p:txBody>
          <a:bodyPr/>
          <a:lstStyle/>
          <a:p>
            <a:pPr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Font typeface="Wingdings" pitchFamily="2" charset="2"/>
              <a:buChar char="§"/>
              <a:defRPr/>
            </a:pPr>
            <a:r>
              <a:rPr lang="en-US" b="1" kern="0" dirty="0">
                <a:solidFill>
                  <a:srgbClr val="008E40"/>
                </a:solidFill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lang="en-US" b="1" kern="0" dirty="0" err="1">
                <a:solidFill>
                  <a:srgbClr val="008E40"/>
                </a:solidFill>
                <a:latin typeface="+mn-lt"/>
                <a:ea typeface="ＭＳ Ｐゴシック" pitchFamily="34" charset="-128"/>
                <a:cs typeface="+mn-cs"/>
              </a:rPr>
              <a:t>Itération</a:t>
            </a:r>
            <a:r>
              <a:rPr lang="en-US" b="1" kern="0" dirty="0">
                <a:solidFill>
                  <a:srgbClr val="008E40"/>
                </a:solidFill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lang="en-US" b="1" kern="0" dirty="0" err="1">
                <a:solidFill>
                  <a:srgbClr val="008E40"/>
                </a:solidFill>
                <a:latin typeface="+mn-lt"/>
                <a:ea typeface="ＭＳ Ｐゴシック" pitchFamily="34" charset="-128"/>
                <a:cs typeface="+mn-cs"/>
              </a:rPr>
              <a:t>sur</a:t>
            </a:r>
            <a:r>
              <a:rPr lang="en-US" b="1" kern="0" dirty="0">
                <a:solidFill>
                  <a:srgbClr val="008E40"/>
                </a:solidFill>
                <a:latin typeface="+mn-lt"/>
                <a:ea typeface="ＭＳ Ｐゴシック" pitchFamily="34" charset="-128"/>
                <a:cs typeface="+mn-cs"/>
              </a:rPr>
              <a:t> les </a:t>
            </a:r>
            <a:r>
              <a:rPr lang="en-US" b="1" kern="0" dirty="0" err="1">
                <a:solidFill>
                  <a:srgbClr val="008E40"/>
                </a:solidFill>
                <a:latin typeface="+mn-lt"/>
                <a:ea typeface="ＭＳ Ｐゴシック" pitchFamily="34" charset="-128"/>
                <a:cs typeface="+mn-cs"/>
              </a:rPr>
              <a:t>lignes</a:t>
            </a:r>
            <a:r>
              <a:rPr lang="en-US" b="1" kern="0" dirty="0">
                <a:solidFill>
                  <a:srgbClr val="008E40"/>
                </a:solidFill>
                <a:latin typeface="+mn-lt"/>
                <a:ea typeface="ＭＳ Ｐゴシック" pitchFamily="34" charset="-128"/>
                <a:cs typeface="+mn-cs"/>
              </a:rPr>
              <a:t> d</a:t>
            </a:r>
            <a:r>
              <a:rPr lang="en-US" altLang="fr-FR" b="1" kern="0" dirty="0">
                <a:solidFill>
                  <a:srgbClr val="008E40"/>
                </a:solidFill>
                <a:latin typeface="+mn-lt"/>
                <a:ea typeface="ＭＳ Ｐゴシック" pitchFamily="34" charset="-128"/>
                <a:cs typeface="+mn-cs"/>
              </a:rPr>
              <a:t>’</a:t>
            </a:r>
            <a:r>
              <a:rPr lang="en-US" b="1" kern="0" dirty="0">
                <a:solidFill>
                  <a:srgbClr val="008E40"/>
                </a:solidFill>
                <a:latin typeface="+mn-lt"/>
                <a:ea typeface="ＭＳ Ｐゴシック" pitchFamily="34" charset="-128"/>
                <a:cs typeface="+mn-cs"/>
              </a:rPr>
              <a:t>un </a:t>
            </a:r>
            <a:r>
              <a:rPr lang="en-US" b="1" kern="0" dirty="0" err="1">
                <a:solidFill>
                  <a:srgbClr val="008E40"/>
                </a:solidFill>
                <a:latin typeface="+mn-lt"/>
                <a:ea typeface="ＭＳ Ｐゴシック" pitchFamily="34" charset="-128"/>
                <a:cs typeface="+mn-cs"/>
              </a:rPr>
              <a:t>fichier</a:t>
            </a:r>
            <a:r>
              <a:rPr lang="en-US" b="1" kern="0" dirty="0">
                <a:solidFill>
                  <a:srgbClr val="008E40"/>
                </a:solidFill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lang="en-US" kern="0" dirty="0">
                <a:solidFill>
                  <a:srgbClr val="008E40"/>
                </a:solidFill>
                <a:latin typeface="+mn-lt"/>
                <a:ea typeface="ＭＳ Ｐゴシック" pitchFamily="34" charset="-128"/>
                <a:cs typeface="+mn-cs"/>
              </a:rPr>
              <a:t>:</a:t>
            </a:r>
          </a:p>
        </p:txBody>
      </p:sp>
      <p:sp>
        <p:nvSpPr>
          <p:cNvPr id="9" name="Rectangle à coins arrondis 8"/>
          <p:cNvSpPr/>
          <p:nvPr/>
        </p:nvSpPr>
        <p:spPr>
          <a:xfrm>
            <a:off x="857250" y="1857375"/>
            <a:ext cx="7572375" cy="71437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lvl="1" eaLnBrk="1" hangingPunct="1">
              <a:spcBef>
                <a:spcPts val="6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b="1" dirty="0">
                <a:solidFill>
                  <a:srgbClr val="0000FF"/>
                </a:solidFill>
                <a:latin typeface="Courier New" charset="0"/>
                <a:ea typeface="ＭＳ Ｐゴシック" charset="0"/>
                <a:cs typeface="Courier New" charset="0"/>
              </a:rPr>
              <a:t>for </a:t>
            </a:r>
            <a:r>
              <a:rPr lang="fr-FR" b="1" i="1" dirty="0" err="1">
                <a:solidFill>
                  <a:srgbClr val="000000"/>
                </a:solidFill>
                <a:latin typeface="Courier New" charset="0"/>
                <a:ea typeface="ＭＳ Ｐゴシック" charset="0"/>
                <a:cs typeface="Courier New" charset="0"/>
              </a:rPr>
              <a:t>maLigne</a:t>
            </a:r>
            <a:r>
              <a:rPr lang="fr-FR" b="1" dirty="0">
                <a:solidFill>
                  <a:srgbClr val="0000FF"/>
                </a:solidFill>
                <a:latin typeface="Courier New" charset="0"/>
                <a:ea typeface="ＭＳ Ｐゴシック" charset="0"/>
                <a:cs typeface="Courier New" charset="0"/>
              </a:rPr>
              <a:t> in </a:t>
            </a:r>
            <a:r>
              <a:rPr lang="fr-FR" b="1" i="1" dirty="0" err="1">
                <a:solidFill>
                  <a:schemeClr val="tx1"/>
                </a:solidFill>
                <a:latin typeface="Courier New" charset="0"/>
                <a:ea typeface="ＭＳ Ｐゴシック" charset="0"/>
                <a:cs typeface="Courier New" charset="0"/>
              </a:rPr>
              <a:t>monFichier</a:t>
            </a:r>
            <a:r>
              <a:rPr lang="fr-FR" b="1" dirty="0">
                <a:solidFill>
                  <a:schemeClr val="tx1"/>
                </a:solidFill>
                <a:latin typeface="Courier New" charset="0"/>
                <a:ea typeface="ＭＳ Ｐゴシック" charset="0"/>
                <a:cs typeface="Courier New" charset="0"/>
              </a:rPr>
              <a:t>:</a:t>
            </a:r>
          </a:p>
          <a:p>
            <a:pPr lvl="1" eaLnBrk="1" hangingPunct="1">
              <a:spcBef>
                <a:spcPts val="6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b="1" dirty="0">
                <a:solidFill>
                  <a:schemeClr val="tx1"/>
                </a:solidFill>
                <a:latin typeface="Courier New" charset="0"/>
                <a:ea typeface="ＭＳ Ｐゴシック" charset="0"/>
                <a:cs typeface="Courier New" charset="0"/>
              </a:rPr>
              <a:t>	 </a:t>
            </a:r>
            <a:r>
              <a:rPr lang="fr-FR" b="1" dirty="0">
                <a:solidFill>
                  <a:srgbClr val="7F7F7F"/>
                </a:solidFill>
                <a:latin typeface="Courier New" charset="0"/>
                <a:ea typeface="ＭＳ Ｐゴシック" charset="0"/>
                <a:cs typeface="Courier New" charset="0"/>
              </a:rPr>
              <a:t>traitement de la ligne </a:t>
            </a:r>
            <a:r>
              <a:rPr lang="fr-FR" b="1" i="1" dirty="0" err="1">
                <a:solidFill>
                  <a:srgbClr val="000000"/>
                </a:solidFill>
                <a:latin typeface="Courier New" charset="0"/>
                <a:ea typeface="ＭＳ Ｐゴシック" charset="0"/>
                <a:cs typeface="Courier New" charset="0"/>
              </a:rPr>
              <a:t>maLigne</a:t>
            </a:r>
            <a:endParaRPr lang="fr-FR" b="1" i="1" dirty="0">
              <a:solidFill>
                <a:srgbClr val="000000"/>
              </a:solidFill>
              <a:latin typeface="Courier New" charset="0"/>
              <a:ea typeface="ＭＳ Ｐゴシック" charset="0"/>
              <a:cs typeface="Courier New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714625" y="1000125"/>
            <a:ext cx="3060700" cy="4000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en-US" b="1" dirty="0">
                <a:solidFill>
                  <a:srgbClr val="FF0000"/>
                </a:solidFill>
                <a:latin typeface="+mn-lt"/>
                <a:ea typeface="ＭＳ Ｐゴシック" pitchFamily="34" charset="-128"/>
              </a:rPr>
              <a:t>Lecture </a:t>
            </a:r>
            <a:r>
              <a:rPr lang="en-US" b="1" dirty="0" err="1">
                <a:solidFill>
                  <a:srgbClr val="FF0000"/>
                </a:solidFill>
                <a:latin typeface="+mn-lt"/>
                <a:ea typeface="ＭＳ Ｐゴシック" pitchFamily="34" charset="-128"/>
              </a:rPr>
              <a:t>dans</a:t>
            </a:r>
            <a:r>
              <a:rPr lang="en-US" b="1" dirty="0">
                <a:solidFill>
                  <a:srgbClr val="FF0000"/>
                </a:solidFill>
                <a:latin typeface="+mn-lt"/>
                <a:ea typeface="ＭＳ Ｐゴシック" pitchFamily="34" charset="-128"/>
              </a:rPr>
              <a:t> un </a:t>
            </a:r>
            <a:r>
              <a:rPr lang="en-US" b="1" dirty="0" err="1">
                <a:solidFill>
                  <a:srgbClr val="FF0000"/>
                </a:solidFill>
                <a:latin typeface="+mn-lt"/>
                <a:ea typeface="ＭＳ Ｐゴシック" pitchFamily="34" charset="-128"/>
              </a:rPr>
              <a:t>fichier</a:t>
            </a:r>
            <a:endParaRPr lang="fr-FR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457200" y="2924175"/>
            <a:ext cx="8435975" cy="790575"/>
          </a:xfrm>
          <a:prstGeom prst="rect">
            <a:avLst/>
          </a:prstGeom>
        </p:spPr>
        <p:txBody>
          <a:bodyPr/>
          <a:lstStyle/>
          <a:p>
            <a:pPr marL="263525" algn="just"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Font typeface="Wingdings" pitchFamily="2" charset="2"/>
              <a:buChar char="§"/>
              <a:defRPr/>
            </a:pPr>
            <a:r>
              <a:rPr lang="en-US" b="1" kern="0" dirty="0">
                <a:solidFill>
                  <a:srgbClr val="008E40"/>
                </a:solidFill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lang="en-US" b="1" kern="0" dirty="0" err="1">
                <a:solidFill>
                  <a:srgbClr val="008E40"/>
                </a:solidFill>
                <a:latin typeface="+mn-lt"/>
                <a:ea typeface="ＭＳ Ｐゴシック" pitchFamily="34" charset="-128"/>
                <a:cs typeface="+mn-cs"/>
              </a:rPr>
              <a:t>Exemple</a:t>
            </a:r>
            <a:r>
              <a:rPr lang="en-US" b="1" kern="0" dirty="0">
                <a:solidFill>
                  <a:srgbClr val="008E40"/>
                </a:solidFill>
                <a:latin typeface="+mn-lt"/>
                <a:ea typeface="ＭＳ Ｐゴシック" pitchFamily="34" charset="-128"/>
                <a:cs typeface="+mn-cs"/>
              </a:rPr>
              <a:t> : </a:t>
            </a:r>
            <a:r>
              <a:rPr lang="en-US" kern="0" dirty="0">
                <a:latin typeface="+mn-lt"/>
                <a:ea typeface="ＭＳ Ｐゴシック" pitchFamily="34" charset="-128"/>
                <a:cs typeface="+mn-cs"/>
              </a:rPr>
              <a:t>avec le </a:t>
            </a:r>
            <a:r>
              <a:rPr lang="en-US" kern="0" dirty="0" err="1">
                <a:latin typeface="+mn-lt"/>
                <a:ea typeface="ＭＳ Ｐゴシック" pitchFamily="34" charset="-128"/>
                <a:cs typeface="+mn-cs"/>
              </a:rPr>
              <a:t>même</a:t>
            </a:r>
            <a:r>
              <a:rPr lang="en-US" kern="0" dirty="0"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lang="en-US" kern="0" dirty="0" err="1">
                <a:latin typeface="+mn-lt"/>
                <a:ea typeface="ＭＳ Ｐゴシック" pitchFamily="34" charset="-128"/>
                <a:cs typeface="+mn-cs"/>
              </a:rPr>
              <a:t>fichier</a:t>
            </a:r>
            <a:r>
              <a:rPr lang="en-US" kern="0" dirty="0"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lang="en-US" kern="0" dirty="0" err="1">
                <a:latin typeface="+mn-lt"/>
                <a:ea typeface="ＭＳ Ｐゴシック" pitchFamily="34" charset="-128"/>
                <a:cs typeface="+mn-cs"/>
              </a:rPr>
              <a:t>que</a:t>
            </a:r>
            <a:r>
              <a:rPr lang="en-US" kern="0" dirty="0"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lang="en-US" kern="0" dirty="0" err="1">
                <a:latin typeface="+mn-lt"/>
                <a:ea typeface="ＭＳ Ｐゴシック" pitchFamily="34" charset="-128"/>
                <a:cs typeface="+mn-cs"/>
              </a:rPr>
              <a:t>précédemment</a:t>
            </a:r>
            <a:r>
              <a:rPr lang="en-US" kern="0" dirty="0">
                <a:latin typeface="+mn-lt"/>
                <a:ea typeface="ＭＳ Ｐゴシック" pitchFamily="34" charset="-128"/>
                <a:cs typeface="+mn-cs"/>
              </a:rPr>
              <a:t>, </a:t>
            </a:r>
            <a:r>
              <a:rPr lang="en-US" kern="0" dirty="0" err="1">
                <a:latin typeface="+mn-lt"/>
                <a:ea typeface="ＭＳ Ｐゴシック" pitchFamily="34" charset="-128"/>
                <a:cs typeface="+mn-cs"/>
              </a:rPr>
              <a:t>refermé</a:t>
            </a:r>
            <a:r>
              <a:rPr lang="en-US" kern="0" dirty="0">
                <a:latin typeface="+mn-lt"/>
                <a:ea typeface="ＭＳ Ｐゴシック" pitchFamily="34" charset="-128"/>
                <a:cs typeface="+mn-cs"/>
              </a:rPr>
              <a:t> entre temps.</a:t>
            </a:r>
          </a:p>
        </p:txBody>
      </p:sp>
      <p:sp>
        <p:nvSpPr>
          <p:cNvPr id="12" name="Rectangle à coins arrondis 11"/>
          <p:cNvSpPr/>
          <p:nvPr/>
        </p:nvSpPr>
        <p:spPr>
          <a:xfrm>
            <a:off x="1071563" y="3643313"/>
            <a:ext cx="7715250" cy="15795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lvl="1" eaLnBrk="1" hangingPunct="1">
              <a:spcBef>
                <a:spcPts val="6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it-IT" b="1" dirty="0">
                <a:solidFill>
                  <a:schemeClr val="tx1"/>
                </a:solidFill>
                <a:latin typeface="Courier New"/>
                <a:cs typeface="Courier New"/>
              </a:rPr>
              <a:t>monFichier = </a:t>
            </a:r>
            <a:r>
              <a:rPr lang="it-IT" b="1" dirty="0">
                <a:solidFill>
                  <a:srgbClr val="3366FF"/>
                </a:solidFill>
                <a:latin typeface="Courier New"/>
                <a:cs typeface="Courier New"/>
              </a:rPr>
              <a:t>open</a:t>
            </a:r>
            <a:r>
              <a:rPr lang="it-IT" b="1" dirty="0" smtClean="0">
                <a:solidFill>
                  <a:schemeClr val="tx1"/>
                </a:solidFill>
                <a:latin typeface="Courier New"/>
                <a:cs typeface="Courier New"/>
              </a:rPr>
              <a:t>(</a:t>
            </a:r>
            <a:r>
              <a:rPr lang="it-IT" b="1" dirty="0" smtClean="0">
                <a:solidFill>
                  <a:srgbClr val="008000"/>
                </a:solidFill>
                <a:latin typeface="Courier New"/>
                <a:cs typeface="Courier New"/>
              </a:rPr>
              <a:t>‘fich.txt</a:t>
            </a:r>
            <a:r>
              <a:rPr lang="it-IT" b="1" dirty="0">
                <a:solidFill>
                  <a:srgbClr val="008000"/>
                </a:solidFill>
                <a:latin typeface="Courier New"/>
                <a:cs typeface="Courier New"/>
              </a:rPr>
              <a:t>'</a:t>
            </a:r>
            <a:r>
              <a:rPr lang="it-IT" b="1" dirty="0">
                <a:solidFill>
                  <a:schemeClr val="tx1"/>
                </a:solidFill>
                <a:latin typeface="Courier New"/>
                <a:cs typeface="Courier New"/>
              </a:rPr>
              <a:t>,</a:t>
            </a:r>
            <a:r>
              <a:rPr lang="it-IT" b="1" dirty="0">
                <a:solidFill>
                  <a:srgbClr val="008000"/>
                </a:solidFill>
                <a:latin typeface="Courier New"/>
                <a:cs typeface="Courier New"/>
              </a:rPr>
              <a:t>'r'</a:t>
            </a:r>
            <a:r>
              <a:rPr lang="it-IT" b="1" dirty="0">
                <a:solidFill>
                  <a:schemeClr val="tx1"/>
                </a:solidFill>
                <a:latin typeface="Courier New"/>
                <a:cs typeface="Courier New"/>
              </a:rPr>
              <a:t>)</a:t>
            </a:r>
          </a:p>
          <a:p>
            <a:pPr lvl="1" eaLnBrk="1" hangingPunct="1">
              <a:spcBef>
                <a:spcPts val="6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it-IT" b="1" dirty="0">
                <a:solidFill>
                  <a:srgbClr val="0000FF"/>
                </a:solidFill>
                <a:latin typeface="Courier New"/>
                <a:cs typeface="Courier New"/>
              </a:rPr>
              <a:t>for</a:t>
            </a:r>
            <a:r>
              <a:rPr lang="it-IT" b="1" dirty="0">
                <a:solidFill>
                  <a:schemeClr val="tx1"/>
                </a:solidFill>
                <a:latin typeface="Courier New"/>
                <a:cs typeface="Courier New"/>
              </a:rPr>
              <a:t> ligne </a:t>
            </a:r>
            <a:r>
              <a:rPr lang="it-IT" b="1" dirty="0">
                <a:solidFill>
                  <a:srgbClr val="0000FF"/>
                </a:solidFill>
                <a:latin typeface="Courier New"/>
                <a:cs typeface="Courier New"/>
              </a:rPr>
              <a:t>in</a:t>
            </a:r>
            <a:r>
              <a:rPr lang="it-IT" b="1" dirty="0">
                <a:solidFill>
                  <a:schemeClr val="tx1"/>
                </a:solidFill>
                <a:latin typeface="Courier New"/>
                <a:cs typeface="Courier New"/>
              </a:rPr>
              <a:t> monFichier:</a:t>
            </a:r>
          </a:p>
          <a:p>
            <a:pPr lvl="1" eaLnBrk="1" hangingPunct="1">
              <a:spcBef>
                <a:spcPts val="6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it-IT" b="1" dirty="0">
                <a:solidFill>
                  <a:schemeClr val="tx1"/>
                </a:solidFill>
                <a:latin typeface="Courier New"/>
                <a:cs typeface="Courier New"/>
              </a:rPr>
              <a:t>    </a:t>
            </a:r>
            <a:r>
              <a:rPr lang="it-IT" b="1" dirty="0">
                <a:solidFill>
                  <a:srgbClr val="3366FF"/>
                </a:solidFill>
                <a:latin typeface="Courier New"/>
                <a:cs typeface="Courier New"/>
              </a:rPr>
              <a:t>print</a:t>
            </a:r>
            <a:r>
              <a:rPr lang="it-IT" b="1" dirty="0">
                <a:solidFill>
                  <a:schemeClr val="tx1"/>
                </a:solidFill>
                <a:latin typeface="Courier New"/>
                <a:cs typeface="Courier New"/>
              </a:rPr>
              <a:t>(ligne.upper(),</a:t>
            </a:r>
            <a:r>
              <a:rPr lang="it-IT" b="1" dirty="0">
                <a:solidFill>
                  <a:srgbClr val="660066"/>
                </a:solidFill>
                <a:latin typeface="Courier New"/>
                <a:cs typeface="Courier New"/>
              </a:rPr>
              <a:t>end</a:t>
            </a:r>
            <a:r>
              <a:rPr lang="it-IT" b="1" dirty="0">
                <a:solidFill>
                  <a:schemeClr val="tx1"/>
                </a:solidFill>
                <a:latin typeface="Courier New"/>
                <a:cs typeface="Courier New"/>
              </a:rPr>
              <a:t>=</a:t>
            </a:r>
            <a:r>
              <a:rPr lang="it-IT" b="1" dirty="0">
                <a:solidFill>
                  <a:srgbClr val="008000"/>
                </a:solidFill>
                <a:latin typeface="Courier New"/>
                <a:cs typeface="Courier New"/>
              </a:rPr>
              <a:t>''</a:t>
            </a:r>
            <a:r>
              <a:rPr lang="it-IT" b="1" dirty="0">
                <a:solidFill>
                  <a:schemeClr val="tx1"/>
                </a:solidFill>
                <a:latin typeface="Courier New"/>
                <a:cs typeface="Courier New"/>
              </a:rPr>
              <a:t>)</a:t>
            </a:r>
          </a:p>
          <a:p>
            <a:pPr lvl="1" eaLnBrk="1" hangingPunct="1">
              <a:spcBef>
                <a:spcPts val="6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it-IT" b="1" dirty="0">
                <a:solidFill>
                  <a:schemeClr val="tx1"/>
                </a:solidFill>
                <a:latin typeface="Courier New"/>
                <a:cs typeface="Courier New"/>
              </a:rPr>
              <a:t>monFichier.close()</a:t>
            </a:r>
          </a:p>
        </p:txBody>
      </p:sp>
      <p:pic>
        <p:nvPicPr>
          <p:cNvPr id="40038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1163" y="5322235"/>
            <a:ext cx="1838325" cy="1419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9484194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400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Text Box 9"/>
          <p:cNvSpPr txBox="1">
            <a:spLocks noChangeArrowheads="1"/>
          </p:cNvSpPr>
          <p:nvPr/>
        </p:nvSpPr>
        <p:spPr bwMode="auto">
          <a:xfrm>
            <a:off x="971550" y="58738"/>
            <a:ext cx="8172450" cy="36988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1800" b="1">
                <a:solidFill>
                  <a:srgbClr val="000000"/>
                </a:solidFill>
                <a:latin typeface="Arial" pitchFamily="34" charset="0"/>
              </a:rPr>
              <a:t>Structures de données et leurs utilisations</a:t>
            </a:r>
          </a:p>
        </p:txBody>
      </p:sp>
      <p:sp>
        <p:nvSpPr>
          <p:cNvPr id="62467" name="Rectangle 10"/>
          <p:cNvSpPr>
            <a:spLocks noChangeArrowheads="1"/>
          </p:cNvSpPr>
          <p:nvPr/>
        </p:nvSpPr>
        <p:spPr bwMode="auto">
          <a:xfrm>
            <a:off x="1033463" y="404813"/>
            <a:ext cx="8110537" cy="452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spcBef>
                <a:spcPct val="500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sz="2400" b="1" dirty="0">
                <a:latin typeface="+mj-lt"/>
              </a:rPr>
              <a:t>Les Fichiers</a:t>
            </a:r>
          </a:p>
        </p:txBody>
      </p:sp>
      <p:cxnSp>
        <p:nvCxnSpPr>
          <p:cNvPr id="188421" name="Connecteur droit avec flèche 17"/>
          <p:cNvCxnSpPr>
            <a:cxnSpLocks noChangeShapeType="1"/>
          </p:cNvCxnSpPr>
          <p:nvPr/>
        </p:nvCxnSpPr>
        <p:spPr bwMode="auto">
          <a:xfrm>
            <a:off x="4071938" y="5643563"/>
            <a:ext cx="1285875" cy="1587"/>
          </a:xfrm>
          <a:prstGeom prst="straightConnector1">
            <a:avLst/>
          </a:prstGeom>
          <a:noFill/>
          <a:ln w="9525" algn="ctr">
            <a:noFill/>
            <a:round/>
            <a:headEnd/>
            <a:tailEnd type="arrow" w="med" len="med"/>
          </a:ln>
        </p:spPr>
      </p:cxnSp>
      <p:cxnSp>
        <p:nvCxnSpPr>
          <p:cNvPr id="188422" name="Connecteur droit avec flèche 19"/>
          <p:cNvCxnSpPr>
            <a:cxnSpLocks noChangeShapeType="1"/>
          </p:cNvCxnSpPr>
          <p:nvPr/>
        </p:nvCxnSpPr>
        <p:spPr bwMode="auto">
          <a:xfrm>
            <a:off x="4071938" y="5572125"/>
            <a:ext cx="1357312" cy="285750"/>
          </a:xfrm>
          <a:prstGeom prst="straightConnector1">
            <a:avLst/>
          </a:prstGeom>
          <a:noFill/>
          <a:ln w="9525" algn="ctr">
            <a:noFill/>
            <a:round/>
            <a:headEnd/>
            <a:tailEnd type="arrow" w="med" len="med"/>
          </a:ln>
        </p:spPr>
      </p:cxnSp>
      <p:sp>
        <p:nvSpPr>
          <p:cNvPr id="7" name="Rectangle 6"/>
          <p:cNvSpPr/>
          <p:nvPr/>
        </p:nvSpPr>
        <p:spPr>
          <a:xfrm>
            <a:off x="2928938" y="857250"/>
            <a:ext cx="3101975" cy="4000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en-US" b="1" dirty="0" err="1">
                <a:solidFill>
                  <a:srgbClr val="FF0000"/>
                </a:solidFill>
                <a:latin typeface="+mj-lt"/>
                <a:ea typeface="ＭＳ Ｐゴシック" pitchFamily="34" charset="-128"/>
              </a:rPr>
              <a:t>Écriture</a:t>
            </a:r>
            <a:r>
              <a:rPr lang="en-US" b="1" dirty="0">
                <a:solidFill>
                  <a:srgbClr val="FF0000"/>
                </a:solidFill>
                <a:latin typeface="+mj-lt"/>
                <a:ea typeface="ＭＳ Ｐゴシック" pitchFamily="34" charset="-128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+mj-lt"/>
                <a:ea typeface="ＭＳ Ｐゴシック" pitchFamily="34" charset="-128"/>
              </a:rPr>
              <a:t>dans</a:t>
            </a:r>
            <a:r>
              <a:rPr lang="en-US" b="1" dirty="0">
                <a:solidFill>
                  <a:srgbClr val="FF0000"/>
                </a:solidFill>
                <a:latin typeface="+mj-lt"/>
                <a:ea typeface="ＭＳ Ｐゴシック" pitchFamily="34" charset="-128"/>
              </a:rPr>
              <a:t> un </a:t>
            </a:r>
            <a:r>
              <a:rPr lang="en-US" b="1" dirty="0" err="1">
                <a:solidFill>
                  <a:srgbClr val="FF0000"/>
                </a:solidFill>
                <a:latin typeface="+mj-lt"/>
                <a:ea typeface="ＭＳ Ｐゴシック" pitchFamily="34" charset="-128"/>
              </a:rPr>
              <a:t>fichier</a:t>
            </a:r>
            <a:r>
              <a:rPr lang="en-US" b="1" dirty="0">
                <a:solidFill>
                  <a:srgbClr val="FF0000"/>
                </a:solidFill>
                <a:latin typeface="+mj-lt"/>
                <a:ea typeface="ＭＳ Ｐゴシック" pitchFamily="34" charset="-128"/>
              </a:rPr>
              <a:t>.</a:t>
            </a:r>
            <a:endParaRPr lang="fr-FR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457200" y="1138238"/>
            <a:ext cx="8435975" cy="5076825"/>
          </a:xfrm>
          <a:prstGeom prst="rect">
            <a:avLst/>
          </a:prstGeom>
        </p:spPr>
        <p:txBody>
          <a:bodyPr/>
          <a:lstStyle/>
          <a:p>
            <a:pPr lvl="1"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Font typeface="Wingdings" pitchFamily="2" charset="2"/>
              <a:buChar char="§"/>
              <a:defRPr/>
            </a:pPr>
            <a:r>
              <a:rPr lang="en-US" b="1" kern="0" dirty="0" err="1">
                <a:solidFill>
                  <a:srgbClr val="008E40"/>
                </a:solidFill>
                <a:latin typeface="+mn-lt"/>
                <a:ea typeface="ＭＳ Ｐゴシック" pitchFamily="34" charset="-128"/>
                <a:cs typeface="+mn-cs"/>
              </a:rPr>
              <a:t>Syntaxe</a:t>
            </a:r>
            <a:r>
              <a:rPr lang="en-US" b="1" kern="0" dirty="0">
                <a:solidFill>
                  <a:srgbClr val="008E40"/>
                </a:solidFill>
                <a:latin typeface="+mn-lt"/>
                <a:ea typeface="ＭＳ Ｐゴシック" pitchFamily="34" charset="-128"/>
                <a:cs typeface="+mn-cs"/>
              </a:rPr>
              <a:t> pour </a:t>
            </a:r>
            <a:r>
              <a:rPr lang="en-US" b="1" kern="0" dirty="0" err="1">
                <a:solidFill>
                  <a:srgbClr val="008E40"/>
                </a:solidFill>
                <a:latin typeface="+mn-lt"/>
                <a:ea typeface="ＭＳ Ｐゴシック" pitchFamily="34" charset="-128"/>
                <a:cs typeface="+mn-cs"/>
              </a:rPr>
              <a:t>écrire</a:t>
            </a:r>
            <a:r>
              <a:rPr lang="en-US" b="1" kern="0" dirty="0">
                <a:solidFill>
                  <a:srgbClr val="008E40"/>
                </a:solidFill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lang="en-US" b="1" kern="0" dirty="0" err="1">
                <a:solidFill>
                  <a:srgbClr val="008E40"/>
                </a:solidFill>
                <a:latin typeface="+mn-lt"/>
                <a:ea typeface="ＭＳ Ｐゴシック" pitchFamily="34" charset="-128"/>
                <a:cs typeface="+mn-cs"/>
              </a:rPr>
              <a:t>dans</a:t>
            </a:r>
            <a:r>
              <a:rPr lang="en-US" b="1" kern="0" dirty="0">
                <a:solidFill>
                  <a:srgbClr val="008E40"/>
                </a:solidFill>
                <a:latin typeface="+mn-lt"/>
                <a:ea typeface="ＭＳ Ｐゴシック" pitchFamily="34" charset="-128"/>
                <a:cs typeface="+mn-cs"/>
              </a:rPr>
              <a:t> un </a:t>
            </a:r>
            <a:r>
              <a:rPr lang="en-US" b="1" kern="0" dirty="0" err="1">
                <a:solidFill>
                  <a:srgbClr val="008E40"/>
                </a:solidFill>
                <a:latin typeface="+mn-lt"/>
                <a:ea typeface="ＭＳ Ｐゴシック" pitchFamily="34" charset="-128"/>
                <a:cs typeface="+mn-cs"/>
              </a:rPr>
              <a:t>fichier</a:t>
            </a:r>
            <a:r>
              <a:rPr lang="en-US" b="1" kern="0" dirty="0">
                <a:solidFill>
                  <a:srgbClr val="008E40"/>
                </a:solidFill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lang="en-US" kern="0" dirty="0">
                <a:solidFill>
                  <a:srgbClr val="008E40"/>
                </a:solidFill>
                <a:latin typeface="+mn-lt"/>
                <a:ea typeface="ＭＳ Ｐゴシック" pitchFamily="34" charset="-128"/>
                <a:cs typeface="+mn-cs"/>
              </a:rPr>
              <a:t>:</a:t>
            </a:r>
          </a:p>
          <a:p>
            <a:pPr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Font typeface="Arial" pitchFamily="34" charset="0"/>
              <a:buNone/>
              <a:defRPr/>
            </a:pPr>
            <a:endParaRPr lang="en-US" kern="0" dirty="0">
              <a:latin typeface="+mn-lt"/>
              <a:ea typeface="ＭＳ Ｐゴシック" pitchFamily="34" charset="-128"/>
              <a:cs typeface="+mn-cs"/>
            </a:endParaRPr>
          </a:p>
          <a:p>
            <a:pPr lvl="2" algn="just">
              <a:spcBef>
                <a:spcPts val="1200"/>
              </a:spcBef>
              <a:spcAft>
                <a:spcPct val="30000"/>
              </a:spcAft>
              <a:buClr>
                <a:schemeClr val="hlink"/>
              </a:buClr>
              <a:buFont typeface="Arial" pitchFamily="34" charset="0"/>
              <a:buChar char="•"/>
              <a:defRPr/>
            </a:pPr>
            <a:r>
              <a:rPr lang="en-US" kern="0" dirty="0">
                <a:latin typeface="+mn-lt"/>
                <a:ea typeface="ＭＳ Ｐゴシック" pitchFamily="34" charset="-128"/>
                <a:cs typeface="+mn-cs"/>
              </a:rPr>
              <a:t>Si on </a:t>
            </a:r>
            <a:r>
              <a:rPr lang="en-US" kern="0" dirty="0" err="1">
                <a:latin typeface="+mn-lt"/>
                <a:ea typeface="ＭＳ Ｐゴシック" pitchFamily="34" charset="-128"/>
                <a:cs typeface="+mn-cs"/>
              </a:rPr>
              <a:t>utilise</a:t>
            </a:r>
            <a:r>
              <a:rPr lang="en-US" kern="0" dirty="0"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lang="en-US" kern="0" dirty="0" err="1">
                <a:latin typeface="+mn-lt"/>
                <a:ea typeface="ＭＳ Ｐゴシック" pitchFamily="34" charset="-128"/>
                <a:cs typeface="+mn-cs"/>
              </a:rPr>
              <a:t>plusieurs</a:t>
            </a:r>
            <a:r>
              <a:rPr lang="en-US" kern="0" dirty="0"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lang="en-US" kern="0" dirty="0" err="1">
                <a:latin typeface="+mn-lt"/>
                <a:ea typeface="ＭＳ Ｐゴシック" pitchFamily="34" charset="-128"/>
                <a:cs typeface="+mn-cs"/>
              </a:rPr>
              <a:t>fois</a:t>
            </a:r>
            <a:r>
              <a:rPr lang="en-US" kern="0" dirty="0"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lang="en-US" kern="0" dirty="0" err="1">
                <a:latin typeface="+mn-lt"/>
                <a:ea typeface="ＭＳ Ｐゴシック" pitchFamily="34" charset="-128"/>
                <a:cs typeface="+mn-cs"/>
              </a:rPr>
              <a:t>cette</a:t>
            </a:r>
            <a:r>
              <a:rPr lang="en-US" kern="0" dirty="0"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lang="en-US" kern="0" dirty="0" err="1">
                <a:latin typeface="+mn-lt"/>
                <a:ea typeface="ＭＳ Ｐゴシック" pitchFamily="34" charset="-128"/>
                <a:cs typeface="+mn-cs"/>
              </a:rPr>
              <a:t>fonction</a:t>
            </a:r>
            <a:r>
              <a:rPr lang="en-US" kern="0" dirty="0">
                <a:latin typeface="+mn-lt"/>
                <a:ea typeface="ＭＳ Ｐゴシック" pitchFamily="34" charset="-128"/>
                <a:cs typeface="+mn-cs"/>
              </a:rPr>
              <a:t>, on </a:t>
            </a:r>
            <a:r>
              <a:rPr lang="en-US" kern="0" dirty="0" err="1">
                <a:latin typeface="+mn-lt"/>
                <a:ea typeface="ＭＳ Ｐゴシック" pitchFamily="34" charset="-128"/>
                <a:cs typeface="+mn-cs"/>
              </a:rPr>
              <a:t>écrira</a:t>
            </a:r>
            <a:r>
              <a:rPr lang="en-US" kern="0" dirty="0">
                <a:latin typeface="+mn-lt"/>
                <a:ea typeface="ＭＳ Ｐゴシック" pitchFamily="34" charset="-128"/>
                <a:cs typeface="+mn-cs"/>
              </a:rPr>
              <a:t> les </a:t>
            </a:r>
            <a:r>
              <a:rPr lang="en-US" kern="0" dirty="0" err="1">
                <a:latin typeface="+mn-lt"/>
                <a:ea typeface="ＭＳ Ｐゴシック" pitchFamily="34" charset="-128"/>
                <a:cs typeface="+mn-cs"/>
              </a:rPr>
              <a:t>différents</a:t>
            </a:r>
            <a:r>
              <a:rPr lang="en-US" kern="0" dirty="0"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lang="en-US" kern="0" dirty="0" err="1">
                <a:latin typeface="+mn-lt"/>
                <a:ea typeface="ＭＳ Ｐゴシック" pitchFamily="34" charset="-128"/>
                <a:cs typeface="+mn-cs"/>
              </a:rPr>
              <a:t>textes</a:t>
            </a:r>
            <a:r>
              <a:rPr lang="en-US" kern="0" dirty="0"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lang="en-US" b="1" kern="0" dirty="0">
                <a:solidFill>
                  <a:srgbClr val="0000FF"/>
                </a:solidFill>
                <a:latin typeface="+mn-lt"/>
                <a:ea typeface="ＭＳ Ｐゴシック" pitchFamily="34" charset="-128"/>
                <a:cs typeface="+mn-cs"/>
              </a:rPr>
              <a:t>les </a:t>
            </a:r>
            <a:r>
              <a:rPr lang="en-US" b="1" kern="0" dirty="0" err="1">
                <a:solidFill>
                  <a:srgbClr val="0000FF"/>
                </a:solidFill>
                <a:latin typeface="+mn-lt"/>
                <a:ea typeface="ＭＳ Ｐゴシック" pitchFamily="34" charset="-128"/>
                <a:cs typeface="+mn-cs"/>
              </a:rPr>
              <a:t>uns</a:t>
            </a:r>
            <a:r>
              <a:rPr lang="en-US" b="1" kern="0" dirty="0">
                <a:solidFill>
                  <a:srgbClr val="0000FF"/>
                </a:solidFill>
                <a:latin typeface="+mn-lt"/>
                <a:ea typeface="ＭＳ Ｐゴシック" pitchFamily="34" charset="-128"/>
                <a:cs typeface="+mn-cs"/>
              </a:rPr>
              <a:t> à la suite des </a:t>
            </a:r>
            <a:r>
              <a:rPr lang="en-US" b="1" kern="0" dirty="0" err="1">
                <a:solidFill>
                  <a:srgbClr val="0000FF"/>
                </a:solidFill>
                <a:latin typeface="+mn-lt"/>
                <a:ea typeface="ＭＳ Ｐゴシック" pitchFamily="34" charset="-128"/>
                <a:cs typeface="+mn-cs"/>
              </a:rPr>
              <a:t>autres</a:t>
            </a:r>
            <a:r>
              <a:rPr lang="en-US" kern="0" dirty="0">
                <a:latin typeface="+mn-lt"/>
                <a:ea typeface="ＭＳ Ｐゴシック" pitchFamily="34" charset="-128"/>
                <a:cs typeface="+mn-cs"/>
              </a:rPr>
              <a:t>.</a:t>
            </a:r>
          </a:p>
          <a:p>
            <a:pPr lvl="2" algn="just"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Font typeface="Arial" pitchFamily="34" charset="0"/>
              <a:buChar char="•"/>
              <a:defRPr/>
            </a:pPr>
            <a:r>
              <a:rPr lang="en-US" kern="0" dirty="0">
                <a:latin typeface="+mn-lt"/>
                <a:ea typeface="ＭＳ Ｐゴシック" pitchFamily="34" charset="-128"/>
                <a:cs typeface="+mn-cs"/>
              </a:rPr>
              <a:t>Le </a:t>
            </a:r>
            <a:r>
              <a:rPr lang="en-US" kern="0" dirty="0" err="1">
                <a:latin typeface="+mn-lt"/>
                <a:ea typeface="ＭＳ Ｐゴシック" pitchFamily="34" charset="-128"/>
                <a:cs typeface="+mn-cs"/>
              </a:rPr>
              <a:t>paramètre</a:t>
            </a:r>
            <a:r>
              <a:rPr lang="en-US" kern="0" dirty="0"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lang="en-US" kern="0" dirty="0" err="1">
                <a:latin typeface="+mn-lt"/>
                <a:ea typeface="ＭＳ Ｐゴシック" pitchFamily="34" charset="-128"/>
                <a:cs typeface="+mn-cs"/>
              </a:rPr>
              <a:t>est</a:t>
            </a:r>
            <a:r>
              <a:rPr lang="en-US" kern="0" dirty="0"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lang="en-US" kern="0" dirty="0" err="1">
                <a:latin typeface="+mn-lt"/>
                <a:ea typeface="ＭＳ Ｐゴシック" pitchFamily="34" charset="-128"/>
                <a:cs typeface="+mn-cs"/>
              </a:rPr>
              <a:t>nécessairement</a:t>
            </a:r>
            <a:r>
              <a:rPr lang="en-US" kern="0" dirty="0">
                <a:latin typeface="+mn-lt"/>
                <a:ea typeface="ＭＳ Ｐゴシック" pitchFamily="34" charset="-128"/>
                <a:cs typeface="+mn-cs"/>
              </a:rPr>
              <a:t> du type </a:t>
            </a:r>
            <a:r>
              <a:rPr lang="en-US" altLang="fr-FR" kern="0" dirty="0">
                <a:latin typeface="+mn-lt"/>
                <a:ea typeface="ＭＳ Ｐゴシック" pitchFamily="34" charset="-128"/>
                <a:cs typeface="+mn-cs"/>
              </a:rPr>
              <a:t>‘</a:t>
            </a:r>
            <a:r>
              <a:rPr lang="en-US" kern="0" dirty="0" err="1">
                <a:latin typeface="+mn-lt"/>
                <a:ea typeface="ＭＳ Ｐゴシック" pitchFamily="34" charset="-128"/>
                <a:cs typeface="+mn-cs"/>
              </a:rPr>
              <a:t>str</a:t>
            </a:r>
            <a:r>
              <a:rPr lang="en-US" altLang="fr-FR" kern="0" dirty="0">
                <a:latin typeface="+mn-lt"/>
                <a:ea typeface="ＭＳ Ｐゴシック" pitchFamily="34" charset="-128"/>
                <a:cs typeface="+mn-cs"/>
              </a:rPr>
              <a:t>’</a:t>
            </a:r>
            <a:r>
              <a:rPr lang="en-US" kern="0" dirty="0">
                <a:latin typeface="+mn-lt"/>
                <a:ea typeface="ＭＳ Ｐゴシック" pitchFamily="34" charset="-128"/>
                <a:cs typeface="+mn-cs"/>
              </a:rPr>
              <a:t>, </a:t>
            </a:r>
            <a:r>
              <a:rPr lang="en-US" kern="0" dirty="0" err="1">
                <a:latin typeface="+mn-lt"/>
                <a:ea typeface="ＭＳ Ｐゴシック" pitchFamily="34" charset="-128"/>
                <a:cs typeface="+mn-cs"/>
              </a:rPr>
              <a:t>il</a:t>
            </a:r>
            <a:r>
              <a:rPr lang="en-US" kern="0" dirty="0"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lang="en-US" kern="0" dirty="0" err="1">
                <a:latin typeface="+mn-lt"/>
                <a:ea typeface="ＭＳ Ｐゴシック" pitchFamily="34" charset="-128"/>
                <a:cs typeface="+mn-cs"/>
              </a:rPr>
              <a:t>faut</a:t>
            </a:r>
            <a:r>
              <a:rPr lang="en-US" kern="0" dirty="0"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lang="en-US" kern="0" dirty="0" err="1">
                <a:latin typeface="+mn-lt"/>
                <a:ea typeface="ＭＳ Ｐゴシック" pitchFamily="34" charset="-128"/>
                <a:cs typeface="+mn-cs"/>
              </a:rPr>
              <a:t>donc</a:t>
            </a:r>
            <a:r>
              <a:rPr lang="en-US" kern="0" dirty="0"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lang="en-US" kern="0" dirty="0" err="1">
                <a:latin typeface="+mn-lt"/>
                <a:ea typeface="ＭＳ Ｐゴシック" pitchFamily="34" charset="-128"/>
                <a:cs typeface="+mn-cs"/>
              </a:rPr>
              <a:t>éventuellement</a:t>
            </a:r>
            <a:r>
              <a:rPr lang="en-US" kern="0" dirty="0"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lang="en-US" b="1" kern="0" dirty="0" err="1">
                <a:solidFill>
                  <a:srgbClr val="0000FF"/>
                </a:solidFill>
                <a:latin typeface="+mn-lt"/>
                <a:ea typeface="ＭＳ Ｐゴシック" pitchFamily="34" charset="-128"/>
                <a:cs typeface="+mn-cs"/>
              </a:rPr>
              <a:t>convertir</a:t>
            </a:r>
            <a:r>
              <a:rPr lang="en-US" kern="0" dirty="0">
                <a:latin typeface="+mn-lt"/>
                <a:ea typeface="ＭＳ Ｐゴシック" pitchFamily="34" charset="-128"/>
                <a:cs typeface="+mn-cs"/>
              </a:rPr>
              <a:t> les variables </a:t>
            </a:r>
            <a:r>
              <a:rPr lang="en-US" kern="0" dirty="0" err="1">
                <a:latin typeface="+mn-lt"/>
                <a:ea typeface="ＭＳ Ｐゴシック" pitchFamily="34" charset="-128"/>
                <a:cs typeface="+mn-cs"/>
              </a:rPr>
              <a:t>numériques</a:t>
            </a:r>
            <a:r>
              <a:rPr lang="en-US" kern="0" dirty="0">
                <a:latin typeface="+mn-lt"/>
                <a:ea typeface="ＭＳ Ｐゴシック" pitchFamily="34" charset="-128"/>
                <a:cs typeface="+mn-cs"/>
              </a:rPr>
              <a:t>.</a:t>
            </a:r>
          </a:p>
        </p:txBody>
      </p:sp>
      <p:sp>
        <p:nvSpPr>
          <p:cNvPr id="10" name="Rectangle à coins arrondis 9"/>
          <p:cNvSpPr/>
          <p:nvPr/>
        </p:nvSpPr>
        <p:spPr>
          <a:xfrm>
            <a:off x="1143000" y="1571625"/>
            <a:ext cx="7500938" cy="50006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lvl="1" eaLnBrk="1" hangingPunct="1">
              <a:spcBef>
                <a:spcPct val="500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b="1" dirty="0" err="1">
                <a:solidFill>
                  <a:schemeClr val="tx1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monFichier.write</a:t>
            </a:r>
            <a:r>
              <a:rPr lang="fr-FR" b="1" dirty="0">
                <a:solidFill>
                  <a:schemeClr val="tx1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(</a:t>
            </a:r>
            <a:r>
              <a:rPr lang="fr-FR" altLang="fr-FR" b="1" dirty="0">
                <a:solidFill>
                  <a:srgbClr val="008000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‘</a:t>
            </a:r>
            <a:r>
              <a:rPr lang="fr-FR" b="1" dirty="0">
                <a:solidFill>
                  <a:srgbClr val="008000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le texte à écrire</a:t>
            </a:r>
            <a:r>
              <a:rPr lang="fr-FR" altLang="fr-FR" b="1" dirty="0">
                <a:solidFill>
                  <a:srgbClr val="008000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’</a:t>
            </a:r>
            <a:r>
              <a:rPr lang="fr-FR" altLang="ja-JP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</a:t>
            </a:r>
            <a:endParaRPr lang="fr-FR" b="1" dirty="0">
              <a:solidFill>
                <a:schemeClr val="tx1"/>
              </a:solidFill>
              <a:latin typeface="Courier New" pitchFamily="49" charset="0"/>
              <a:ea typeface="ＭＳ Ｐゴシック" pitchFamily="34" charset="-128"/>
              <a:cs typeface="Courier New" pitchFamily="49" charset="0"/>
            </a:endParaRP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357188" y="3571875"/>
            <a:ext cx="2143125" cy="588963"/>
          </a:xfrm>
          <a:prstGeom prst="rect">
            <a:avLst/>
          </a:prstGeom>
        </p:spPr>
        <p:txBody>
          <a:bodyPr/>
          <a:lstStyle/>
          <a:p>
            <a:pPr lvl="1" algn="just"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Font typeface="Wingdings" pitchFamily="2" charset="2"/>
              <a:buChar char="§"/>
              <a:defRPr/>
            </a:pPr>
            <a:r>
              <a:rPr lang="en-US" b="1" kern="0" dirty="0" err="1">
                <a:solidFill>
                  <a:srgbClr val="008E40"/>
                </a:solidFill>
                <a:latin typeface="+mn-lt"/>
                <a:ea typeface="ＭＳ Ｐゴシック" pitchFamily="34" charset="-128"/>
                <a:cs typeface="+mn-cs"/>
              </a:rPr>
              <a:t>Exemple</a:t>
            </a:r>
            <a:r>
              <a:rPr lang="en-US" b="1" kern="0" dirty="0">
                <a:solidFill>
                  <a:srgbClr val="008E40"/>
                </a:solidFill>
                <a:latin typeface="+mn-lt"/>
                <a:ea typeface="ＭＳ Ｐゴシック" pitchFamily="34" charset="-128"/>
                <a:cs typeface="+mn-cs"/>
              </a:rPr>
              <a:t> :</a:t>
            </a:r>
          </a:p>
        </p:txBody>
      </p:sp>
      <p:sp>
        <p:nvSpPr>
          <p:cNvPr id="12" name="Rectangle à coins arrondis 11"/>
          <p:cNvSpPr/>
          <p:nvPr/>
        </p:nvSpPr>
        <p:spPr>
          <a:xfrm>
            <a:off x="494338" y="3929063"/>
            <a:ext cx="5157812" cy="192881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marL="0" lvl="1" eaLnBrk="1" hangingPunct="1">
              <a:spcBef>
                <a:spcPts val="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it-IT" sz="1800" b="1" dirty="0">
                <a:solidFill>
                  <a:schemeClr val="tx1"/>
                </a:solidFill>
                <a:latin typeface="Courier New"/>
                <a:cs typeface="Courier New"/>
              </a:rPr>
              <a:t>monFichier = </a:t>
            </a:r>
            <a:r>
              <a:rPr lang="it-IT" sz="1800" b="1" dirty="0">
                <a:solidFill>
                  <a:srgbClr val="3366FF"/>
                </a:solidFill>
                <a:latin typeface="Courier New"/>
                <a:cs typeface="Courier New"/>
              </a:rPr>
              <a:t>open</a:t>
            </a:r>
            <a:r>
              <a:rPr lang="it-IT" sz="1800" b="1" dirty="0">
                <a:solidFill>
                  <a:schemeClr val="tx1"/>
                </a:solidFill>
                <a:latin typeface="Courier New"/>
                <a:cs typeface="Courier New"/>
              </a:rPr>
              <a:t>(</a:t>
            </a:r>
            <a:r>
              <a:rPr lang="it-IT" sz="1800" b="1" dirty="0">
                <a:solidFill>
                  <a:srgbClr val="008000"/>
                </a:solidFill>
                <a:latin typeface="Courier New"/>
                <a:cs typeface="Courier New"/>
              </a:rPr>
              <a:t>' </a:t>
            </a:r>
            <a:r>
              <a:rPr lang="it-IT" sz="1800" b="1" dirty="0" smtClean="0">
                <a:solidFill>
                  <a:srgbClr val="008000"/>
                </a:solidFill>
                <a:latin typeface="Courier New"/>
                <a:cs typeface="Courier New"/>
              </a:rPr>
              <a:t>fich.txt </a:t>
            </a:r>
            <a:r>
              <a:rPr lang="it-IT" sz="1800" b="1" dirty="0">
                <a:solidFill>
                  <a:srgbClr val="008000"/>
                </a:solidFill>
                <a:latin typeface="Courier New"/>
                <a:cs typeface="Courier New"/>
              </a:rPr>
              <a:t>'</a:t>
            </a:r>
            <a:r>
              <a:rPr lang="it-IT" sz="1800" b="1" dirty="0">
                <a:solidFill>
                  <a:schemeClr val="tx1"/>
                </a:solidFill>
                <a:latin typeface="Courier New"/>
                <a:cs typeface="Courier New"/>
              </a:rPr>
              <a:t>,</a:t>
            </a:r>
            <a:r>
              <a:rPr lang="it-IT" sz="1800" b="1" dirty="0">
                <a:solidFill>
                  <a:srgbClr val="008000"/>
                </a:solidFill>
                <a:latin typeface="Courier New"/>
                <a:cs typeface="Courier New"/>
              </a:rPr>
              <a:t>'a'</a:t>
            </a:r>
            <a:r>
              <a:rPr lang="it-IT" sz="1800" b="1" dirty="0">
                <a:solidFill>
                  <a:schemeClr val="tx1"/>
                </a:solidFill>
                <a:latin typeface="Courier New"/>
                <a:cs typeface="Courier New"/>
              </a:rPr>
              <a:t>)</a:t>
            </a:r>
          </a:p>
          <a:p>
            <a:pPr marL="0" lvl="1" eaLnBrk="1" hangingPunct="1">
              <a:spcBef>
                <a:spcPts val="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it-IT" sz="1800" b="1" dirty="0">
                <a:solidFill>
                  <a:schemeClr val="tx1"/>
                </a:solidFill>
                <a:latin typeface="Courier New"/>
                <a:cs typeface="Courier New"/>
              </a:rPr>
              <a:t>monFichier.write</a:t>
            </a:r>
            <a:r>
              <a:rPr lang="it-IT" sz="1800" b="1" dirty="0" smtClean="0">
                <a:solidFill>
                  <a:schemeClr val="tx1"/>
                </a:solidFill>
                <a:latin typeface="Courier New"/>
                <a:cs typeface="Courier New"/>
              </a:rPr>
              <a:t>(</a:t>
            </a:r>
            <a:r>
              <a:rPr lang="it-IT" sz="1800" b="1" dirty="0" smtClean="0">
                <a:solidFill>
                  <a:srgbClr val="008000"/>
                </a:solidFill>
                <a:latin typeface="Courier New"/>
                <a:cs typeface="Courier New"/>
              </a:rPr>
              <a:t>‘</a:t>
            </a:r>
            <a:r>
              <a:rPr lang="it-IT" sz="1800" b="1" dirty="0">
                <a:solidFill>
                  <a:srgbClr val="008000"/>
                </a:solidFill>
                <a:latin typeface="Courier New"/>
                <a:cs typeface="Courier New"/>
              </a:rPr>
              <a:t>D</a:t>
            </a:r>
            <a:r>
              <a:rPr lang="it-IT" sz="1800" b="1" dirty="0" smtClean="0">
                <a:solidFill>
                  <a:srgbClr val="008000"/>
                </a:solidFill>
                <a:latin typeface="Courier New"/>
                <a:cs typeface="Courier New"/>
              </a:rPr>
              <a:t>épatement de mathématique et infotmatique\n</a:t>
            </a:r>
            <a:r>
              <a:rPr lang="it-IT" sz="1800" b="1" dirty="0">
                <a:solidFill>
                  <a:srgbClr val="008000"/>
                </a:solidFill>
                <a:latin typeface="Courier New"/>
                <a:cs typeface="Courier New"/>
              </a:rPr>
              <a:t>'</a:t>
            </a:r>
            <a:r>
              <a:rPr lang="it-IT" sz="1800" b="1" dirty="0">
                <a:solidFill>
                  <a:schemeClr val="tx1"/>
                </a:solidFill>
                <a:latin typeface="Courier New"/>
                <a:cs typeface="Courier New"/>
              </a:rPr>
              <a:t>)</a:t>
            </a:r>
          </a:p>
          <a:p>
            <a:pPr marL="0" lvl="1" eaLnBrk="1" hangingPunct="1">
              <a:spcBef>
                <a:spcPts val="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it-IT" sz="1800" b="1" dirty="0">
                <a:solidFill>
                  <a:schemeClr val="tx1"/>
                </a:solidFill>
                <a:latin typeface="Courier New"/>
                <a:cs typeface="Courier New"/>
              </a:rPr>
              <a:t>monFichier.write(</a:t>
            </a:r>
            <a:r>
              <a:rPr lang="it-IT" sz="1800" b="1" dirty="0">
                <a:solidFill>
                  <a:srgbClr val="008000"/>
                </a:solidFill>
                <a:latin typeface="Courier New"/>
                <a:cs typeface="Courier New"/>
              </a:rPr>
              <a:t>' </a:t>
            </a:r>
            <a:r>
              <a:rPr lang="it-IT" sz="1800" b="1" dirty="0" smtClean="0">
                <a:solidFill>
                  <a:srgbClr val="008000"/>
                </a:solidFill>
                <a:latin typeface="Courier New"/>
                <a:cs typeface="Courier New"/>
              </a:rPr>
              <a:t>FPBM\n </a:t>
            </a:r>
            <a:r>
              <a:rPr lang="it-IT" sz="1800" b="1" dirty="0">
                <a:solidFill>
                  <a:srgbClr val="008000"/>
                </a:solidFill>
                <a:latin typeface="Courier New"/>
                <a:cs typeface="Courier New"/>
              </a:rPr>
              <a:t>'</a:t>
            </a:r>
            <a:r>
              <a:rPr lang="it-IT" sz="1800" b="1" dirty="0">
                <a:solidFill>
                  <a:schemeClr val="tx1"/>
                </a:solidFill>
                <a:latin typeface="Courier New"/>
                <a:cs typeface="Courier New"/>
              </a:rPr>
              <a:t>)</a:t>
            </a:r>
          </a:p>
          <a:p>
            <a:pPr marL="0" lvl="1" eaLnBrk="1" hangingPunct="1">
              <a:spcBef>
                <a:spcPts val="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it-IT" sz="1800" b="1" dirty="0">
                <a:solidFill>
                  <a:schemeClr val="tx1"/>
                </a:solidFill>
                <a:latin typeface="Courier New"/>
                <a:cs typeface="Courier New"/>
              </a:rPr>
              <a:t>monFichier.close()</a:t>
            </a:r>
          </a:p>
        </p:txBody>
      </p:sp>
      <p:pic>
        <p:nvPicPr>
          <p:cNvPr id="40141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60" y="3861060"/>
            <a:ext cx="3347831" cy="2419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95072948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401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Text Box 9"/>
          <p:cNvSpPr txBox="1">
            <a:spLocks noChangeArrowheads="1"/>
          </p:cNvSpPr>
          <p:nvPr/>
        </p:nvSpPr>
        <p:spPr bwMode="auto">
          <a:xfrm>
            <a:off x="971550" y="58738"/>
            <a:ext cx="8172450" cy="36988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1800" b="1">
                <a:solidFill>
                  <a:srgbClr val="000000"/>
                </a:solidFill>
                <a:latin typeface="Arial" pitchFamily="34" charset="0"/>
              </a:rPr>
              <a:t>Structures de données et leurs utilisations</a:t>
            </a:r>
          </a:p>
        </p:txBody>
      </p:sp>
      <p:sp>
        <p:nvSpPr>
          <p:cNvPr id="62467" name="Rectangle 10"/>
          <p:cNvSpPr>
            <a:spLocks noChangeArrowheads="1"/>
          </p:cNvSpPr>
          <p:nvPr/>
        </p:nvSpPr>
        <p:spPr bwMode="auto">
          <a:xfrm>
            <a:off x="1033463" y="404813"/>
            <a:ext cx="8110537" cy="452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spcBef>
                <a:spcPct val="500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sz="2400" b="1" dirty="0">
                <a:latin typeface="+mj-lt"/>
              </a:rPr>
              <a:t>Les Fichiers</a:t>
            </a:r>
          </a:p>
        </p:txBody>
      </p:sp>
      <p:cxnSp>
        <p:nvCxnSpPr>
          <p:cNvPr id="189445" name="Connecteur droit avec flèche 17"/>
          <p:cNvCxnSpPr>
            <a:cxnSpLocks noChangeShapeType="1"/>
          </p:cNvCxnSpPr>
          <p:nvPr/>
        </p:nvCxnSpPr>
        <p:spPr bwMode="auto">
          <a:xfrm>
            <a:off x="4071938" y="5643563"/>
            <a:ext cx="1285875" cy="1587"/>
          </a:xfrm>
          <a:prstGeom prst="straightConnector1">
            <a:avLst/>
          </a:prstGeom>
          <a:noFill/>
          <a:ln w="9525" algn="ctr">
            <a:noFill/>
            <a:round/>
            <a:headEnd/>
            <a:tailEnd type="arrow" w="med" len="med"/>
          </a:ln>
        </p:spPr>
      </p:cxnSp>
      <p:cxnSp>
        <p:nvCxnSpPr>
          <p:cNvPr id="189446" name="Connecteur droit avec flèche 19"/>
          <p:cNvCxnSpPr>
            <a:cxnSpLocks noChangeShapeType="1"/>
          </p:cNvCxnSpPr>
          <p:nvPr/>
        </p:nvCxnSpPr>
        <p:spPr bwMode="auto">
          <a:xfrm>
            <a:off x="4071938" y="5572125"/>
            <a:ext cx="1357312" cy="285750"/>
          </a:xfrm>
          <a:prstGeom prst="straightConnector1">
            <a:avLst/>
          </a:prstGeom>
          <a:noFill/>
          <a:ln w="9525" algn="ctr">
            <a:noFill/>
            <a:round/>
            <a:headEnd/>
            <a:tailEnd type="arrow" w="med" len="med"/>
          </a:ln>
        </p:spPr>
      </p:cxnSp>
      <p:sp>
        <p:nvSpPr>
          <p:cNvPr id="7" name="Content Placeholder 2"/>
          <p:cNvSpPr txBox="1">
            <a:spLocks/>
          </p:cNvSpPr>
          <p:nvPr/>
        </p:nvSpPr>
        <p:spPr>
          <a:xfrm>
            <a:off x="1214438" y="1638300"/>
            <a:ext cx="7642225" cy="862013"/>
          </a:xfrm>
          <a:prstGeom prst="rect">
            <a:avLst/>
          </a:prstGeom>
        </p:spPr>
        <p:txBody>
          <a:bodyPr/>
          <a:lstStyle/>
          <a:p>
            <a:pPr algn="just"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Font typeface="Wingdings" pitchFamily="2" charset="2"/>
              <a:buChar char="§"/>
              <a:defRPr/>
            </a:pPr>
            <a:r>
              <a:rPr lang="en-US" b="1" kern="0" dirty="0" err="1">
                <a:solidFill>
                  <a:srgbClr val="008E40"/>
                </a:solidFill>
                <a:latin typeface="+mn-lt"/>
                <a:ea typeface="ＭＳ Ｐゴシック" pitchFamily="34" charset="-128"/>
                <a:cs typeface="+mn-cs"/>
              </a:rPr>
              <a:t>Exemple</a:t>
            </a:r>
            <a:r>
              <a:rPr lang="en-US" b="1" kern="0" dirty="0">
                <a:solidFill>
                  <a:srgbClr val="008E40"/>
                </a:solidFill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lang="en-US" kern="0" dirty="0">
                <a:solidFill>
                  <a:srgbClr val="008E40"/>
                </a:solidFill>
                <a:latin typeface="+mn-lt"/>
                <a:ea typeface="ＭＳ Ｐゴシック" pitchFamily="34" charset="-128"/>
                <a:cs typeface="+mn-cs"/>
              </a:rPr>
              <a:t>: </a:t>
            </a:r>
            <a:r>
              <a:rPr lang="en-US" kern="0" dirty="0">
                <a:latin typeface="+mn-lt"/>
                <a:ea typeface="ＭＳ Ｐゴシック" pitchFamily="34" charset="-128"/>
                <a:cs typeface="+mn-cs"/>
              </a:rPr>
              <a:t>suite de </a:t>
            </a:r>
            <a:r>
              <a:rPr lang="en-US" kern="0" dirty="0" err="1">
                <a:latin typeface="+mn-lt"/>
                <a:ea typeface="ＭＳ Ｐゴシック" pitchFamily="34" charset="-128"/>
                <a:cs typeface="+mn-cs"/>
              </a:rPr>
              <a:t>l</a:t>
            </a:r>
            <a:r>
              <a:rPr lang="en-US" altLang="fr-FR" kern="0" dirty="0" err="1">
                <a:latin typeface="+mn-lt"/>
                <a:ea typeface="ＭＳ Ｐゴシック" pitchFamily="34" charset="-128"/>
                <a:cs typeface="+mn-cs"/>
              </a:rPr>
              <a:t>’</a:t>
            </a:r>
            <a:r>
              <a:rPr lang="en-US" kern="0" dirty="0" err="1">
                <a:latin typeface="+mn-lt"/>
                <a:ea typeface="ＭＳ Ｐゴシック" pitchFamily="34" charset="-128"/>
                <a:cs typeface="+mn-cs"/>
              </a:rPr>
              <a:t>exemple</a:t>
            </a:r>
            <a:r>
              <a:rPr lang="en-US" kern="0" dirty="0"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lang="en-US" kern="0" dirty="0" err="1">
                <a:latin typeface="+mn-lt"/>
                <a:ea typeface="ＭＳ Ｐゴシック" pitchFamily="34" charset="-128"/>
                <a:cs typeface="+mn-cs"/>
              </a:rPr>
              <a:t>précédent</a:t>
            </a:r>
            <a:r>
              <a:rPr lang="en-US" kern="0" dirty="0">
                <a:latin typeface="+mn-lt"/>
                <a:ea typeface="ＭＳ Ｐゴシック" pitchFamily="34" charset="-128"/>
                <a:cs typeface="+mn-cs"/>
              </a:rPr>
              <a:t>, en mode </a:t>
            </a:r>
            <a:r>
              <a:rPr lang="en-US" altLang="fr-FR" kern="0" dirty="0">
                <a:latin typeface="+mn-lt"/>
                <a:ea typeface="ＭＳ Ｐゴシック" pitchFamily="34" charset="-128"/>
                <a:cs typeface="+mn-cs"/>
              </a:rPr>
              <a:t>‘</a:t>
            </a:r>
            <a:r>
              <a:rPr lang="en-US" kern="0" dirty="0">
                <a:latin typeface="+mn-lt"/>
                <a:ea typeface="ＭＳ Ｐゴシック" pitchFamily="34" charset="-128"/>
                <a:cs typeface="+mn-cs"/>
              </a:rPr>
              <a:t>w</a:t>
            </a:r>
            <a:r>
              <a:rPr lang="en-US" altLang="fr-FR" kern="0" dirty="0">
                <a:latin typeface="+mn-lt"/>
                <a:ea typeface="ＭＳ Ｐゴシック" pitchFamily="34" charset="-128"/>
                <a:cs typeface="+mn-cs"/>
              </a:rPr>
              <a:t>’</a:t>
            </a:r>
            <a:r>
              <a:rPr lang="en-US" kern="0" dirty="0">
                <a:latin typeface="+mn-lt"/>
                <a:ea typeface="ＭＳ Ｐゴシック" pitchFamily="34" charset="-128"/>
                <a:cs typeface="+mn-cs"/>
              </a:rPr>
              <a:t> on efface </a:t>
            </a:r>
            <a:r>
              <a:rPr lang="en-US" kern="0" dirty="0" err="1">
                <a:latin typeface="+mn-lt"/>
                <a:ea typeface="ＭＳ Ｐゴシック" pitchFamily="34" charset="-128"/>
                <a:cs typeface="+mn-cs"/>
              </a:rPr>
              <a:t>l</a:t>
            </a:r>
            <a:r>
              <a:rPr lang="en-US" altLang="fr-FR" kern="0" dirty="0" err="1">
                <a:latin typeface="+mn-lt"/>
                <a:ea typeface="ＭＳ Ｐゴシック" pitchFamily="34" charset="-128"/>
                <a:cs typeface="+mn-cs"/>
              </a:rPr>
              <a:t>’</a:t>
            </a:r>
            <a:r>
              <a:rPr lang="en-US" kern="0" dirty="0" err="1">
                <a:latin typeface="+mn-lt"/>
                <a:ea typeface="ＭＳ Ｐゴシック" pitchFamily="34" charset="-128"/>
                <a:cs typeface="+mn-cs"/>
              </a:rPr>
              <a:t>ancien</a:t>
            </a:r>
            <a:r>
              <a:rPr lang="en-US" kern="0" dirty="0">
                <a:latin typeface="+mn-lt"/>
                <a:ea typeface="ＭＳ Ｐゴシック" pitchFamily="34" charset="-128"/>
                <a:cs typeface="+mn-cs"/>
              </a:rPr>
              <a:t> </a:t>
            </a:r>
            <a:r>
              <a:rPr lang="en-US" kern="0" dirty="0" err="1">
                <a:latin typeface="+mn-lt"/>
                <a:ea typeface="ＭＳ Ｐゴシック" pitchFamily="34" charset="-128"/>
                <a:cs typeface="+mn-cs"/>
              </a:rPr>
              <a:t>contenu</a:t>
            </a:r>
            <a:endParaRPr lang="en-US" kern="0" dirty="0">
              <a:latin typeface="+mn-lt"/>
              <a:ea typeface="ＭＳ Ｐゴシック" pitchFamily="34" charset="-128"/>
              <a:cs typeface="+mn-cs"/>
            </a:endParaRPr>
          </a:p>
        </p:txBody>
      </p:sp>
      <p:sp>
        <p:nvSpPr>
          <p:cNvPr id="9" name="Rectangle à coins arrondis 8"/>
          <p:cNvSpPr/>
          <p:nvPr/>
        </p:nvSpPr>
        <p:spPr>
          <a:xfrm>
            <a:off x="571500" y="2428875"/>
            <a:ext cx="8356600" cy="215106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lvl="1" eaLnBrk="1" hangingPunct="1">
              <a:spcBef>
                <a:spcPts val="6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it-IT" b="1" dirty="0">
                <a:solidFill>
                  <a:schemeClr val="tx1"/>
                </a:solidFill>
                <a:latin typeface="Courier New"/>
                <a:cs typeface="Courier New"/>
              </a:rPr>
              <a:t>monFichier = </a:t>
            </a:r>
            <a:r>
              <a:rPr lang="it-IT" b="1" dirty="0">
                <a:solidFill>
                  <a:srgbClr val="3366FF"/>
                </a:solidFill>
                <a:latin typeface="Courier New"/>
                <a:cs typeface="Courier New"/>
              </a:rPr>
              <a:t>open</a:t>
            </a:r>
            <a:r>
              <a:rPr lang="it-IT" b="1" dirty="0" smtClean="0">
                <a:solidFill>
                  <a:schemeClr val="tx1"/>
                </a:solidFill>
                <a:latin typeface="Courier New"/>
                <a:cs typeface="Courier New"/>
              </a:rPr>
              <a:t>(</a:t>
            </a:r>
            <a:r>
              <a:rPr lang="it-IT" b="1" dirty="0" smtClean="0">
                <a:solidFill>
                  <a:srgbClr val="008000"/>
                </a:solidFill>
                <a:latin typeface="Courier New"/>
                <a:cs typeface="Courier New"/>
              </a:rPr>
              <a:t>‘fich.txt</a:t>
            </a:r>
            <a:r>
              <a:rPr lang="it-IT" b="1" dirty="0">
                <a:solidFill>
                  <a:srgbClr val="008000"/>
                </a:solidFill>
                <a:latin typeface="Courier New"/>
                <a:cs typeface="Courier New"/>
              </a:rPr>
              <a:t>'</a:t>
            </a:r>
            <a:r>
              <a:rPr lang="it-IT" b="1" dirty="0">
                <a:solidFill>
                  <a:schemeClr val="tx1"/>
                </a:solidFill>
                <a:latin typeface="Courier New"/>
                <a:cs typeface="Courier New"/>
              </a:rPr>
              <a:t>,</a:t>
            </a:r>
            <a:r>
              <a:rPr lang="it-IT" b="1" dirty="0">
                <a:solidFill>
                  <a:srgbClr val="008000"/>
                </a:solidFill>
                <a:latin typeface="Courier New"/>
                <a:cs typeface="Courier New"/>
              </a:rPr>
              <a:t>'w'</a:t>
            </a:r>
            <a:r>
              <a:rPr lang="it-IT" b="1" dirty="0">
                <a:solidFill>
                  <a:schemeClr val="tx1"/>
                </a:solidFill>
                <a:latin typeface="Courier New"/>
                <a:cs typeface="Courier New"/>
              </a:rPr>
              <a:t>)</a:t>
            </a:r>
          </a:p>
          <a:p>
            <a:pPr lvl="1" eaLnBrk="1" hangingPunct="1">
              <a:spcBef>
                <a:spcPts val="6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it-IT" b="1" dirty="0" smtClean="0">
                <a:solidFill>
                  <a:schemeClr val="tx1"/>
                </a:solidFill>
                <a:latin typeface="Courier New"/>
                <a:cs typeface="Courier New"/>
              </a:rPr>
              <a:t>monFichier.write(</a:t>
            </a:r>
            <a:r>
              <a:rPr lang="it-IT" b="1" dirty="0" smtClean="0">
                <a:solidFill>
                  <a:srgbClr val="008000"/>
                </a:solidFill>
                <a:latin typeface="Courier New"/>
                <a:cs typeface="Courier New"/>
              </a:rPr>
              <a:t>'</a:t>
            </a:r>
            <a:r>
              <a:rPr lang="fr-FR" dirty="0" smtClean="0"/>
              <a:t> </a:t>
            </a:r>
            <a:r>
              <a:rPr lang="fr-FR" b="1" dirty="0">
                <a:solidFill>
                  <a:srgbClr val="008000"/>
                </a:solidFill>
                <a:latin typeface="Courier New"/>
                <a:cs typeface="Courier New"/>
              </a:rPr>
              <a:t>Python est un langage de programmation </a:t>
            </a:r>
            <a:r>
              <a:rPr lang="fr-FR" b="1" dirty="0" smtClean="0">
                <a:solidFill>
                  <a:srgbClr val="008000"/>
                </a:solidFill>
                <a:latin typeface="Courier New"/>
                <a:cs typeface="Courier New"/>
              </a:rPr>
              <a:t>interprété’)</a:t>
            </a:r>
            <a:endParaRPr lang="it-IT" b="1" dirty="0" smtClean="0">
              <a:solidFill>
                <a:srgbClr val="008000"/>
              </a:solidFill>
              <a:latin typeface="Courier New"/>
              <a:cs typeface="Courier New"/>
            </a:endParaRPr>
          </a:p>
          <a:p>
            <a:pPr lvl="1" eaLnBrk="1" hangingPunct="1">
              <a:spcBef>
                <a:spcPts val="6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it-IT" b="1" dirty="0" smtClean="0">
                <a:solidFill>
                  <a:schemeClr val="tx1"/>
                </a:solidFill>
                <a:latin typeface="Courier New"/>
                <a:cs typeface="Courier New"/>
              </a:rPr>
              <a:t>monFichier.close</a:t>
            </a:r>
            <a:r>
              <a:rPr lang="it-IT" b="1" dirty="0">
                <a:solidFill>
                  <a:schemeClr val="tx1"/>
                </a:solidFill>
                <a:latin typeface="Courier New"/>
                <a:cs typeface="Courier New"/>
              </a:rPr>
              <a:t>()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28938" y="1028700"/>
            <a:ext cx="3101975" cy="4000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en-US" b="1" dirty="0" err="1">
                <a:solidFill>
                  <a:srgbClr val="FF0000"/>
                </a:solidFill>
                <a:latin typeface="+mj-lt"/>
                <a:ea typeface="ＭＳ Ｐゴシック" pitchFamily="34" charset="-128"/>
              </a:rPr>
              <a:t>Écriture</a:t>
            </a:r>
            <a:r>
              <a:rPr lang="en-US" b="1" dirty="0">
                <a:solidFill>
                  <a:srgbClr val="FF0000"/>
                </a:solidFill>
                <a:latin typeface="+mj-lt"/>
                <a:ea typeface="ＭＳ Ｐゴシック" pitchFamily="34" charset="-128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+mj-lt"/>
                <a:ea typeface="ＭＳ Ｐゴシック" pitchFamily="34" charset="-128"/>
              </a:rPr>
              <a:t>dans</a:t>
            </a:r>
            <a:r>
              <a:rPr lang="en-US" b="1" dirty="0">
                <a:solidFill>
                  <a:srgbClr val="FF0000"/>
                </a:solidFill>
                <a:latin typeface="+mj-lt"/>
                <a:ea typeface="ＭＳ Ｐゴシック" pitchFamily="34" charset="-128"/>
              </a:rPr>
              <a:t> un </a:t>
            </a:r>
            <a:r>
              <a:rPr lang="en-US" b="1" dirty="0" err="1">
                <a:solidFill>
                  <a:srgbClr val="FF0000"/>
                </a:solidFill>
                <a:latin typeface="+mj-lt"/>
                <a:ea typeface="ＭＳ Ｐゴシック" pitchFamily="34" charset="-128"/>
              </a:rPr>
              <a:t>fichier</a:t>
            </a:r>
            <a:r>
              <a:rPr lang="en-US" b="1" dirty="0">
                <a:solidFill>
                  <a:srgbClr val="FF0000"/>
                </a:solidFill>
                <a:latin typeface="+mj-lt"/>
                <a:ea typeface="ＭＳ Ｐゴシック" pitchFamily="34" charset="-128"/>
              </a:rPr>
              <a:t>.</a:t>
            </a:r>
            <a:endParaRPr lang="fr-FR" b="1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39936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658" y="4724399"/>
            <a:ext cx="5472761" cy="169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82936328"/>
      </p:ext>
    </p:extLst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Text Box 9"/>
          <p:cNvSpPr txBox="1">
            <a:spLocks noChangeArrowheads="1"/>
          </p:cNvSpPr>
          <p:nvPr/>
        </p:nvSpPr>
        <p:spPr bwMode="auto">
          <a:xfrm>
            <a:off x="971550" y="58738"/>
            <a:ext cx="8172450" cy="36988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1800" b="1">
                <a:solidFill>
                  <a:srgbClr val="000000"/>
                </a:solidFill>
                <a:latin typeface="Arial" pitchFamily="34" charset="0"/>
              </a:rPr>
              <a:t>Les exceptions</a:t>
            </a:r>
          </a:p>
        </p:txBody>
      </p:sp>
      <p:sp>
        <p:nvSpPr>
          <p:cNvPr id="62467" name="Rectangle 10"/>
          <p:cNvSpPr>
            <a:spLocks noChangeArrowheads="1"/>
          </p:cNvSpPr>
          <p:nvPr/>
        </p:nvSpPr>
        <p:spPr bwMode="auto">
          <a:xfrm>
            <a:off x="1033463" y="404813"/>
            <a:ext cx="8110537" cy="452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spcBef>
                <a:spcPct val="500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sz="2400" b="1" dirty="0">
                <a:latin typeface="+mj-lt"/>
              </a:rPr>
              <a:t>Définition</a:t>
            </a:r>
          </a:p>
        </p:txBody>
      </p:sp>
      <p:cxnSp>
        <p:nvCxnSpPr>
          <p:cNvPr id="195589" name="Connecteur droit avec flèche 17"/>
          <p:cNvCxnSpPr>
            <a:cxnSpLocks noChangeShapeType="1"/>
          </p:cNvCxnSpPr>
          <p:nvPr/>
        </p:nvCxnSpPr>
        <p:spPr bwMode="auto">
          <a:xfrm>
            <a:off x="4071938" y="5643563"/>
            <a:ext cx="1285875" cy="1587"/>
          </a:xfrm>
          <a:prstGeom prst="straightConnector1">
            <a:avLst/>
          </a:prstGeom>
          <a:noFill/>
          <a:ln w="9525" algn="ctr">
            <a:noFill/>
            <a:round/>
            <a:headEnd/>
            <a:tailEnd type="arrow" w="med" len="med"/>
          </a:ln>
        </p:spPr>
      </p:cxnSp>
      <p:cxnSp>
        <p:nvCxnSpPr>
          <p:cNvPr id="195590" name="Connecteur droit avec flèche 19"/>
          <p:cNvCxnSpPr>
            <a:cxnSpLocks noChangeShapeType="1"/>
          </p:cNvCxnSpPr>
          <p:nvPr/>
        </p:nvCxnSpPr>
        <p:spPr bwMode="auto">
          <a:xfrm>
            <a:off x="4071938" y="5572125"/>
            <a:ext cx="1357312" cy="285750"/>
          </a:xfrm>
          <a:prstGeom prst="straightConnector1">
            <a:avLst/>
          </a:prstGeom>
          <a:noFill/>
          <a:ln w="9525" algn="ctr">
            <a:noFill/>
            <a:round/>
            <a:headEnd/>
            <a:tailEnd type="arrow" w="med" len="med"/>
          </a:ln>
        </p:spPr>
      </p:cxnSp>
      <p:sp>
        <p:nvSpPr>
          <p:cNvPr id="143367" name="Rectangle 7"/>
          <p:cNvSpPr>
            <a:spLocks noChangeArrowheads="1"/>
          </p:cNvSpPr>
          <p:nvPr/>
        </p:nvSpPr>
        <p:spPr bwMode="auto">
          <a:xfrm>
            <a:off x="571500" y="1000125"/>
            <a:ext cx="8072438" cy="2403475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lIns="90000" tIns="46800" rIns="90000" bIns="46800" anchor="ctr">
            <a:spAutoFit/>
          </a:bodyPr>
          <a:lstStyle/>
          <a:p>
            <a:pPr marL="174625" indent="-174625" algn="just">
              <a:spcBef>
                <a:spcPct val="50000"/>
              </a:spcBef>
              <a:buClr>
                <a:srgbClr val="336666"/>
              </a:buClr>
              <a:buFont typeface="Wingdings" pitchFamily="2" charset="2"/>
              <a:buChar char="§"/>
              <a:defRPr/>
            </a:pPr>
            <a:r>
              <a:rPr lang="fr-FR" dirty="0">
                <a:latin typeface="+mn-lt"/>
                <a:ea typeface="Times New Roman" pitchFamily="18" charset="0"/>
              </a:rPr>
              <a:t>Les erreurs détectées durant l’exécution sont appelées des </a:t>
            </a:r>
            <a:r>
              <a:rPr lang="fr-FR" b="1" i="1" dirty="0">
                <a:solidFill>
                  <a:srgbClr val="0000FF"/>
                </a:solidFill>
                <a:latin typeface="+mn-lt"/>
                <a:ea typeface="Times New Roman" pitchFamily="18" charset="0"/>
              </a:rPr>
              <a:t>exceptions</a:t>
            </a:r>
            <a:r>
              <a:rPr lang="fr-FR" dirty="0">
                <a:latin typeface="+mn-lt"/>
                <a:ea typeface="Times New Roman" pitchFamily="18" charset="0"/>
              </a:rPr>
              <a:t>. Même si une instruction ou une expression est syntaxiquement correcte, elle peut générer une erreur lors de son exécution.</a:t>
            </a:r>
          </a:p>
          <a:p>
            <a:pPr marL="174625" indent="-174625" algn="just">
              <a:spcBef>
                <a:spcPct val="50000"/>
              </a:spcBef>
              <a:buClr>
                <a:srgbClr val="336666"/>
              </a:buClr>
              <a:buFont typeface="Wingdings" pitchFamily="2" charset="2"/>
              <a:buChar char="§"/>
              <a:defRPr/>
            </a:pPr>
            <a:r>
              <a:rPr lang="fr-FR" b="1" dirty="0">
                <a:latin typeface="+mn-lt"/>
                <a:ea typeface="Times New Roman" pitchFamily="18" charset="0"/>
              </a:rPr>
              <a:t>Python</a:t>
            </a:r>
            <a:r>
              <a:rPr lang="fr-FR" dirty="0">
                <a:latin typeface="+mn-lt"/>
                <a:ea typeface="Times New Roman" pitchFamily="18" charset="0"/>
              </a:rPr>
              <a:t> lève donc des </a:t>
            </a:r>
            <a:r>
              <a:rPr lang="fr-FR" b="1" dirty="0">
                <a:latin typeface="+mn-lt"/>
                <a:ea typeface="Times New Roman" pitchFamily="18" charset="0"/>
              </a:rPr>
              <a:t>exceptions</a:t>
            </a:r>
            <a:r>
              <a:rPr lang="fr-FR" dirty="0">
                <a:latin typeface="+mn-lt"/>
                <a:ea typeface="Times New Roman" pitchFamily="18" charset="0"/>
              </a:rPr>
              <a:t> quand il trouve une erreur, soit dans le </a:t>
            </a:r>
            <a:r>
              <a:rPr lang="fr-FR" b="1" dirty="0">
                <a:latin typeface="+mn-lt"/>
                <a:ea typeface="Times New Roman" pitchFamily="18" charset="0"/>
              </a:rPr>
              <a:t>code</a:t>
            </a:r>
            <a:r>
              <a:rPr lang="fr-FR" dirty="0">
                <a:latin typeface="+mn-lt"/>
                <a:ea typeface="Times New Roman" pitchFamily="18" charset="0"/>
              </a:rPr>
              <a:t> (une erreur de syntaxe, par exemple), soit dans </a:t>
            </a:r>
            <a:r>
              <a:rPr lang="fr-FR" b="1" dirty="0">
                <a:latin typeface="+mn-lt"/>
                <a:ea typeface="Times New Roman" pitchFamily="18" charset="0"/>
              </a:rPr>
              <a:t>l'opération</a:t>
            </a:r>
            <a:r>
              <a:rPr lang="fr-FR" dirty="0">
                <a:latin typeface="+mn-lt"/>
                <a:ea typeface="Times New Roman" pitchFamily="18" charset="0"/>
              </a:rPr>
              <a:t> que vous lui demandez de faire. </a:t>
            </a:r>
          </a:p>
        </p:txBody>
      </p:sp>
      <p:sp>
        <p:nvSpPr>
          <p:cNvPr id="9" name="Rectangle à coins arrondis 8"/>
          <p:cNvSpPr/>
          <p:nvPr/>
        </p:nvSpPr>
        <p:spPr>
          <a:xfrm>
            <a:off x="857250" y="3500438"/>
            <a:ext cx="7429500" cy="16430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marL="0" lvl="1" eaLnBrk="1" hangingPunct="1">
              <a:spcBef>
                <a:spcPts val="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ro-RO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/>
                <a:cs typeface="Courier New"/>
              </a:rPr>
              <a:t># Exemple classique : test d'une division par zéro </a:t>
            </a:r>
          </a:p>
          <a:p>
            <a:pPr marL="0" lvl="1" eaLnBrk="1" hangingPunct="1">
              <a:spcBef>
                <a:spcPts val="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ro-RO" sz="1800" b="1" dirty="0">
                <a:solidFill>
                  <a:srgbClr val="C00000"/>
                </a:solidFill>
                <a:latin typeface="Courier New"/>
                <a:cs typeface="Courier New"/>
              </a:rPr>
              <a:t>&gt;&gt;&gt;</a:t>
            </a:r>
            <a:r>
              <a:rPr lang="ro-RO" sz="1800" b="1" dirty="0">
                <a:solidFill>
                  <a:schemeClr val="tx1"/>
                </a:solidFill>
                <a:latin typeface="Courier New"/>
                <a:cs typeface="Courier New"/>
              </a:rPr>
              <a:t> variable = 1/0 </a:t>
            </a:r>
          </a:p>
          <a:p>
            <a:pPr marL="0" lvl="1" eaLnBrk="1" hangingPunct="1">
              <a:spcBef>
                <a:spcPts val="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ro-RO" sz="1800" b="1" dirty="0">
                <a:solidFill>
                  <a:srgbClr val="0000FF"/>
                </a:solidFill>
                <a:latin typeface="Courier New"/>
                <a:cs typeface="Courier New"/>
              </a:rPr>
              <a:t>Traceback (most recent call last): </a:t>
            </a:r>
          </a:p>
          <a:p>
            <a:pPr marL="0" lvl="1" eaLnBrk="1" hangingPunct="1">
              <a:spcBef>
                <a:spcPts val="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ro-RO" sz="1800" b="1" dirty="0">
                <a:solidFill>
                  <a:srgbClr val="0000FF"/>
                </a:solidFill>
                <a:latin typeface="Courier New"/>
                <a:cs typeface="Courier New"/>
              </a:rPr>
              <a:t>File "&lt;stdin&gt;", line 1, in &lt;module&gt; </a:t>
            </a:r>
          </a:p>
          <a:p>
            <a:pPr marL="0" lvl="1" eaLnBrk="1" hangingPunct="1">
              <a:spcBef>
                <a:spcPts val="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ro-RO" sz="1800" b="1" dirty="0">
                <a:solidFill>
                  <a:srgbClr val="0000FF"/>
                </a:solidFill>
                <a:latin typeface="Courier New"/>
                <a:cs typeface="Courier New"/>
              </a:rPr>
              <a:t>ZeroDivisionError: int division or modulo by zer</a:t>
            </a:r>
          </a:p>
        </p:txBody>
      </p:sp>
      <p:sp>
        <p:nvSpPr>
          <p:cNvPr id="143368" name="Rectangle 8"/>
          <p:cNvSpPr>
            <a:spLocks noChangeArrowheads="1"/>
          </p:cNvSpPr>
          <p:nvPr/>
        </p:nvSpPr>
        <p:spPr bwMode="auto">
          <a:xfrm>
            <a:off x="642938" y="5318125"/>
            <a:ext cx="8429625" cy="1325563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lIns="90000" tIns="46800" rIns="90000" bIns="46800" anchor="ctr">
            <a:spAutoFit/>
          </a:bodyPr>
          <a:lstStyle/>
          <a:p>
            <a:pPr lvl="1" algn="just">
              <a:buFont typeface="Wingdings" pitchFamily="2" charset="2"/>
              <a:buChar char="§"/>
              <a:defRPr/>
            </a:pPr>
            <a:r>
              <a:rPr lang="fr-FR" dirty="0">
                <a:latin typeface="+mn-lt"/>
                <a:ea typeface="Times New Roman" pitchFamily="18" charset="0"/>
              </a:rPr>
              <a:t> </a:t>
            </a:r>
            <a:r>
              <a:rPr lang="fr-FR" sz="1800" b="1" dirty="0" err="1">
                <a:solidFill>
                  <a:srgbClr val="0000FF"/>
                </a:solidFill>
                <a:latin typeface="Courier New"/>
                <a:cs typeface="Courier New"/>
              </a:rPr>
              <a:t>ZeroDivisionError</a:t>
            </a:r>
            <a:r>
              <a:rPr lang="fr-FR" sz="1800" b="1" dirty="0">
                <a:solidFill>
                  <a:srgbClr val="0000FF"/>
                </a:solidFill>
                <a:latin typeface="Courier New"/>
                <a:cs typeface="Courier New"/>
              </a:rPr>
              <a:t>: </a:t>
            </a:r>
            <a:r>
              <a:rPr lang="fr-FR" dirty="0">
                <a:latin typeface="+mn-lt"/>
                <a:ea typeface="Times New Roman" pitchFamily="18" charset="0"/>
              </a:rPr>
              <a:t>le type de l'exception ;</a:t>
            </a:r>
          </a:p>
          <a:p>
            <a:pPr lvl="1" algn="just">
              <a:buFont typeface="Wingdings" pitchFamily="2" charset="2"/>
              <a:buChar char="§"/>
              <a:defRPr/>
            </a:pPr>
            <a:r>
              <a:rPr lang="fr-FR" dirty="0">
                <a:latin typeface="+mn-lt"/>
                <a:ea typeface="Times New Roman" pitchFamily="18" charset="0"/>
              </a:rPr>
              <a:t> </a:t>
            </a:r>
            <a:r>
              <a:rPr lang="fr-FR" sz="1800" b="1" dirty="0" err="1">
                <a:solidFill>
                  <a:srgbClr val="0000FF"/>
                </a:solidFill>
                <a:latin typeface="Courier New"/>
                <a:cs typeface="Courier New"/>
              </a:rPr>
              <a:t>int</a:t>
            </a:r>
            <a:r>
              <a:rPr lang="fr-FR" sz="1800" b="1" dirty="0">
                <a:solidFill>
                  <a:srgbClr val="0000FF"/>
                </a:solidFill>
                <a:latin typeface="Courier New"/>
                <a:cs typeface="Courier New"/>
              </a:rPr>
              <a:t> division or modulo by </a:t>
            </a:r>
            <a:r>
              <a:rPr lang="fr-FR" sz="1800" b="1" dirty="0" err="1">
                <a:solidFill>
                  <a:srgbClr val="0000FF"/>
                </a:solidFill>
                <a:latin typeface="Courier New"/>
                <a:cs typeface="Courier New"/>
              </a:rPr>
              <a:t>zero</a:t>
            </a:r>
            <a:r>
              <a:rPr lang="fr-FR" sz="1800" b="1" dirty="0">
                <a:solidFill>
                  <a:srgbClr val="0000FF"/>
                </a:solidFill>
                <a:latin typeface="Courier New"/>
                <a:cs typeface="Courier New"/>
              </a:rPr>
              <a:t>: </a:t>
            </a:r>
            <a:r>
              <a:rPr lang="fr-FR" dirty="0">
                <a:latin typeface="+mn-lt"/>
                <a:ea typeface="Times New Roman" pitchFamily="18" charset="0"/>
              </a:rPr>
              <a:t>le message qu'envoie Python pour vous aider à comprendre l'erreur qui vient de se produire.</a:t>
            </a:r>
            <a:endParaRPr lang="fr-FR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93266886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43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433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433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433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4336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Text Box 9"/>
          <p:cNvSpPr txBox="1">
            <a:spLocks noChangeArrowheads="1"/>
          </p:cNvSpPr>
          <p:nvPr/>
        </p:nvSpPr>
        <p:spPr bwMode="auto">
          <a:xfrm>
            <a:off x="971550" y="58738"/>
            <a:ext cx="8172450" cy="36988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1800" b="1">
                <a:solidFill>
                  <a:srgbClr val="000000"/>
                </a:solidFill>
                <a:latin typeface="Arial" pitchFamily="34" charset="0"/>
              </a:rPr>
              <a:t>Les exceptions</a:t>
            </a:r>
          </a:p>
        </p:txBody>
      </p:sp>
      <p:sp>
        <p:nvSpPr>
          <p:cNvPr id="62467" name="Rectangle 10"/>
          <p:cNvSpPr>
            <a:spLocks noChangeArrowheads="1"/>
          </p:cNvSpPr>
          <p:nvPr/>
        </p:nvSpPr>
        <p:spPr bwMode="auto">
          <a:xfrm>
            <a:off x="1033463" y="404813"/>
            <a:ext cx="8110537" cy="452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spcBef>
                <a:spcPct val="500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sz="2400" dirty="0">
                <a:latin typeface="+mj-lt"/>
              </a:rPr>
              <a:t>Forme minimale du bloc </a:t>
            </a:r>
            <a:r>
              <a:rPr lang="fr-FR" sz="2400" b="1" dirty="0" err="1">
                <a:latin typeface="+mj-lt"/>
              </a:rPr>
              <a:t>try</a:t>
            </a:r>
            <a:endParaRPr lang="fr-FR" sz="2400" b="1" dirty="0">
              <a:latin typeface="+mj-lt"/>
            </a:endParaRPr>
          </a:p>
        </p:txBody>
      </p:sp>
      <p:cxnSp>
        <p:nvCxnSpPr>
          <p:cNvPr id="196613" name="Connecteur droit avec flèche 17"/>
          <p:cNvCxnSpPr>
            <a:cxnSpLocks noChangeShapeType="1"/>
          </p:cNvCxnSpPr>
          <p:nvPr/>
        </p:nvCxnSpPr>
        <p:spPr bwMode="auto">
          <a:xfrm>
            <a:off x="4071938" y="5643563"/>
            <a:ext cx="1285875" cy="1587"/>
          </a:xfrm>
          <a:prstGeom prst="straightConnector1">
            <a:avLst/>
          </a:prstGeom>
          <a:noFill/>
          <a:ln w="9525" algn="ctr">
            <a:noFill/>
            <a:round/>
            <a:headEnd/>
            <a:tailEnd type="arrow" w="med" len="med"/>
          </a:ln>
        </p:spPr>
      </p:cxnSp>
      <p:cxnSp>
        <p:nvCxnSpPr>
          <p:cNvPr id="196614" name="Connecteur droit avec flèche 19"/>
          <p:cNvCxnSpPr>
            <a:cxnSpLocks noChangeShapeType="1"/>
          </p:cNvCxnSpPr>
          <p:nvPr/>
        </p:nvCxnSpPr>
        <p:spPr bwMode="auto">
          <a:xfrm>
            <a:off x="4071938" y="5572125"/>
            <a:ext cx="1357312" cy="285750"/>
          </a:xfrm>
          <a:prstGeom prst="straightConnector1">
            <a:avLst/>
          </a:prstGeom>
          <a:noFill/>
          <a:ln w="9525" algn="ctr">
            <a:noFill/>
            <a:round/>
            <a:headEnd/>
            <a:tailEnd type="arrow" w="med" len="med"/>
          </a:ln>
        </p:spPr>
      </p:cxnSp>
      <p:sp>
        <p:nvSpPr>
          <p:cNvPr id="140295" name="Rectangle 7"/>
          <p:cNvSpPr>
            <a:spLocks noChangeArrowheads="1"/>
          </p:cNvSpPr>
          <p:nvPr/>
        </p:nvSpPr>
        <p:spPr bwMode="auto">
          <a:xfrm>
            <a:off x="571500" y="1000125"/>
            <a:ext cx="8215313" cy="1017588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lIns="90000" tIns="46800" rIns="90000" bIns="46800" anchor="ctr">
            <a:spAutoFit/>
          </a:bodyPr>
          <a:lstStyle/>
          <a:p>
            <a:pPr algn="just">
              <a:spcBef>
                <a:spcPct val="500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dirty="0">
                <a:latin typeface="+mn-lt"/>
              </a:rPr>
              <a:t>On va parler ici de bloc </a:t>
            </a:r>
            <a:r>
              <a:rPr lang="fr-FR" b="1" dirty="0" err="1">
                <a:solidFill>
                  <a:srgbClr val="0000FF"/>
                </a:solidFill>
                <a:latin typeface="+mn-lt"/>
              </a:rPr>
              <a:t>try</a:t>
            </a:r>
            <a:r>
              <a:rPr lang="fr-FR" dirty="0">
                <a:latin typeface="+mn-lt"/>
              </a:rPr>
              <a:t>. Nous allons en effet mettre les instructions que nous souhaitons tester dans un premier bloc et les instructions à exécuter en cas d'erreur dans un autre bloc </a:t>
            </a:r>
          </a:p>
        </p:txBody>
      </p:sp>
      <p:sp>
        <p:nvSpPr>
          <p:cNvPr id="9" name="Rectangle à coins arrondis 8"/>
          <p:cNvSpPr/>
          <p:nvPr/>
        </p:nvSpPr>
        <p:spPr>
          <a:xfrm>
            <a:off x="857250" y="2143125"/>
            <a:ext cx="7429500" cy="107156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marL="0" lvl="1" eaLnBrk="1" hangingPunct="1">
              <a:spcBef>
                <a:spcPts val="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sz="1800" b="1" i="1" dirty="0" err="1">
                <a:solidFill>
                  <a:srgbClr val="C00000"/>
                </a:solidFill>
                <a:latin typeface="Courier New"/>
                <a:cs typeface="Courier New"/>
              </a:rPr>
              <a:t>try</a:t>
            </a:r>
            <a:r>
              <a:rPr lang="fr-FR" sz="1800" b="1" i="1" dirty="0">
                <a:solidFill>
                  <a:srgbClr val="C00000"/>
                </a:solidFill>
                <a:latin typeface="Courier New"/>
                <a:cs typeface="Courier New"/>
              </a:rPr>
              <a:t>:</a:t>
            </a:r>
          </a:p>
          <a:p>
            <a:pPr marL="0" lvl="1" eaLnBrk="1" hangingPunct="1">
              <a:spcBef>
                <a:spcPts val="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/>
                <a:cs typeface="Courier New"/>
              </a:rPr>
              <a:t>    # Bloc à essayer</a:t>
            </a:r>
          </a:p>
          <a:p>
            <a:pPr marL="0" lvl="1" eaLnBrk="1" hangingPunct="1">
              <a:spcBef>
                <a:spcPts val="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sz="1800" b="1" i="1" dirty="0" err="1">
                <a:solidFill>
                  <a:srgbClr val="C00000"/>
                </a:solidFill>
                <a:latin typeface="Courier New"/>
                <a:cs typeface="Courier New"/>
              </a:rPr>
              <a:t>except</a:t>
            </a:r>
            <a:r>
              <a:rPr lang="fr-FR" sz="1800" b="1" i="1" dirty="0">
                <a:solidFill>
                  <a:srgbClr val="C00000"/>
                </a:solidFill>
                <a:latin typeface="Courier New"/>
                <a:cs typeface="Courier New"/>
              </a:rPr>
              <a:t>:</a:t>
            </a:r>
          </a:p>
          <a:p>
            <a:pPr marL="0" lvl="1" eaLnBrk="1" hangingPunct="1">
              <a:spcBef>
                <a:spcPts val="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/>
                <a:cs typeface="Courier New"/>
              </a:rPr>
              <a:t>    # Bloc qui sera exécuté en cas d'erreur</a:t>
            </a:r>
            <a:endParaRPr lang="ro-RO" sz="1800" b="1" dirty="0">
              <a:solidFill>
                <a:srgbClr val="0000FF"/>
              </a:solidFill>
              <a:latin typeface="Courier New"/>
              <a:cs typeface="Courier New"/>
            </a:endParaRPr>
          </a:p>
        </p:txBody>
      </p:sp>
      <p:sp>
        <p:nvSpPr>
          <p:cNvPr id="140296" name="Rectangle 8"/>
          <p:cNvSpPr>
            <a:spLocks noChangeArrowheads="1"/>
          </p:cNvSpPr>
          <p:nvPr/>
        </p:nvSpPr>
        <p:spPr bwMode="auto">
          <a:xfrm>
            <a:off x="491367" y="3429000"/>
            <a:ext cx="8652633" cy="3095625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wrap="square" lIns="90000" tIns="46800" rIns="90000" bIns="46800" anchor="ctr">
            <a:spAutoFit/>
          </a:bodyPr>
          <a:lstStyle/>
          <a:p>
            <a:pPr>
              <a:spcBef>
                <a:spcPct val="50000"/>
              </a:spcBef>
              <a:spcAft>
                <a:spcPts val="600"/>
              </a:spcAft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dirty="0">
                <a:latin typeface="+mn-lt"/>
              </a:rPr>
              <a:t>Dans l'ordre, nous trouvons :</a:t>
            </a:r>
          </a:p>
          <a:p>
            <a:pPr marL="268288" lvl="1" indent="-173038">
              <a:buFont typeface="Wingdings" pitchFamily="2" charset="2"/>
              <a:buChar char="§"/>
              <a:defRPr/>
            </a:pPr>
            <a:r>
              <a:rPr lang="fr-FR" dirty="0">
                <a:latin typeface="+mn-lt"/>
              </a:rPr>
              <a:t>Le mot-clé </a:t>
            </a:r>
            <a:r>
              <a:rPr lang="fr-FR" b="1" dirty="0" err="1">
                <a:solidFill>
                  <a:srgbClr val="0000FF"/>
                </a:solidFill>
                <a:latin typeface="+mn-lt"/>
              </a:rPr>
              <a:t>try</a:t>
            </a:r>
            <a:r>
              <a:rPr lang="fr-FR" dirty="0">
                <a:latin typeface="+mn-lt"/>
              </a:rPr>
              <a:t> suivi des deux points « </a:t>
            </a:r>
            <a:r>
              <a:rPr lang="fr-FR" b="1" dirty="0">
                <a:latin typeface="+mn-lt"/>
              </a:rPr>
              <a:t>:</a:t>
            </a:r>
            <a:r>
              <a:rPr lang="fr-FR" dirty="0">
                <a:latin typeface="+mn-lt"/>
              </a:rPr>
              <a:t> » (</a:t>
            </a:r>
            <a:r>
              <a:rPr lang="fr-FR" dirty="0" err="1">
                <a:latin typeface="+mn-lt"/>
              </a:rPr>
              <a:t>try</a:t>
            </a:r>
            <a:r>
              <a:rPr lang="fr-FR" dirty="0">
                <a:latin typeface="+mn-lt"/>
              </a:rPr>
              <a:t> signifie « essayer » en anglais).</a:t>
            </a:r>
          </a:p>
          <a:p>
            <a:pPr marL="441325" lvl="2" indent="-173038">
              <a:spcAft>
                <a:spcPts val="1200"/>
              </a:spcAft>
              <a:buFont typeface="Arial" pitchFamily="34" charset="0"/>
              <a:buChar char="•"/>
              <a:defRPr/>
            </a:pPr>
            <a:r>
              <a:rPr lang="fr-FR" dirty="0">
                <a:latin typeface="+mn-lt"/>
              </a:rPr>
              <a:t>Le bloc d'instructions à essayer.</a:t>
            </a:r>
          </a:p>
          <a:p>
            <a:pPr marL="268288" lvl="1" indent="-173038">
              <a:buFont typeface="Wingdings" pitchFamily="2" charset="2"/>
              <a:buChar char="§"/>
              <a:defRPr/>
            </a:pPr>
            <a:r>
              <a:rPr lang="fr-FR" dirty="0">
                <a:latin typeface="+mn-lt"/>
              </a:rPr>
              <a:t>Le mot-clé</a:t>
            </a:r>
            <a:r>
              <a:rPr lang="fr-FR" b="1" dirty="0">
                <a:latin typeface="+mn-lt"/>
              </a:rPr>
              <a:t> </a:t>
            </a:r>
            <a:r>
              <a:rPr lang="fr-FR" b="1" dirty="0" err="1">
                <a:solidFill>
                  <a:srgbClr val="0000FF"/>
                </a:solidFill>
                <a:latin typeface="+mn-lt"/>
              </a:rPr>
              <a:t>except</a:t>
            </a:r>
            <a:r>
              <a:rPr lang="fr-FR" dirty="0">
                <a:latin typeface="+mn-lt"/>
              </a:rPr>
              <a:t> </a:t>
            </a:r>
            <a:r>
              <a:rPr lang="fr-FR" dirty="0" smtClean="0">
                <a:latin typeface="+mn-lt"/>
              </a:rPr>
              <a:t>suivi des </a:t>
            </a:r>
            <a:r>
              <a:rPr lang="fr-FR" dirty="0">
                <a:latin typeface="+mn-lt"/>
              </a:rPr>
              <a:t>deux points « </a:t>
            </a:r>
            <a:r>
              <a:rPr lang="fr-FR" b="1" dirty="0">
                <a:latin typeface="+mn-lt"/>
              </a:rPr>
              <a:t>:</a:t>
            </a:r>
            <a:r>
              <a:rPr lang="fr-FR" dirty="0">
                <a:latin typeface="+mn-lt"/>
              </a:rPr>
              <a:t> </a:t>
            </a:r>
            <a:r>
              <a:rPr lang="fr-FR" dirty="0" smtClean="0">
                <a:latin typeface="+mn-lt"/>
              </a:rPr>
              <a:t>» se </a:t>
            </a:r>
            <a:r>
              <a:rPr lang="fr-FR" dirty="0">
                <a:latin typeface="+mn-lt"/>
              </a:rPr>
              <a:t>trouve au même niveau d'indentation que le </a:t>
            </a:r>
            <a:r>
              <a:rPr lang="fr-FR" b="1" dirty="0" err="1">
                <a:solidFill>
                  <a:srgbClr val="0000FF"/>
                </a:solidFill>
                <a:latin typeface="+mn-lt"/>
              </a:rPr>
              <a:t>try</a:t>
            </a:r>
            <a:r>
              <a:rPr lang="fr-FR" dirty="0">
                <a:latin typeface="+mn-lt"/>
              </a:rPr>
              <a:t>.</a:t>
            </a:r>
          </a:p>
          <a:p>
            <a:pPr marL="441325" lvl="2" indent="-173038">
              <a:buFont typeface="Arial" pitchFamily="34" charset="0"/>
              <a:buChar char="•"/>
              <a:defRPr/>
            </a:pPr>
            <a:r>
              <a:rPr lang="fr-FR" dirty="0">
                <a:latin typeface="+mn-lt"/>
              </a:rPr>
              <a:t>Le bloc d'instructions qui sera exécuté si une erreur est trouvée dans le premier bloc.</a:t>
            </a:r>
          </a:p>
          <a:p>
            <a:pPr>
              <a:defRPr/>
            </a:pPr>
            <a:endParaRPr lang="fr-FR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46964692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40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29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Text Box 9"/>
          <p:cNvSpPr txBox="1">
            <a:spLocks noChangeArrowheads="1"/>
          </p:cNvSpPr>
          <p:nvPr/>
        </p:nvSpPr>
        <p:spPr bwMode="auto">
          <a:xfrm>
            <a:off x="971550" y="58738"/>
            <a:ext cx="8172450" cy="36988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1800" b="1">
                <a:solidFill>
                  <a:srgbClr val="000000"/>
                </a:solidFill>
                <a:latin typeface="Arial" pitchFamily="34" charset="0"/>
              </a:rPr>
              <a:t>Les exceptions</a:t>
            </a:r>
          </a:p>
        </p:txBody>
      </p:sp>
      <p:sp>
        <p:nvSpPr>
          <p:cNvPr id="62467" name="Rectangle 10"/>
          <p:cNvSpPr>
            <a:spLocks noChangeArrowheads="1"/>
          </p:cNvSpPr>
          <p:nvPr/>
        </p:nvSpPr>
        <p:spPr bwMode="auto">
          <a:xfrm>
            <a:off x="1033463" y="404813"/>
            <a:ext cx="8110537" cy="452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spcBef>
                <a:spcPct val="500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sz="2400" dirty="0">
                <a:latin typeface="+mj-lt"/>
              </a:rPr>
              <a:t>Forme minimale du bloc </a:t>
            </a:r>
            <a:r>
              <a:rPr lang="fr-FR" sz="2400" b="1" dirty="0" err="1">
                <a:latin typeface="+mj-lt"/>
              </a:rPr>
              <a:t>try</a:t>
            </a:r>
            <a:endParaRPr lang="fr-FR" sz="2400" b="1" dirty="0">
              <a:latin typeface="+mj-lt"/>
            </a:endParaRPr>
          </a:p>
        </p:txBody>
      </p:sp>
      <p:cxnSp>
        <p:nvCxnSpPr>
          <p:cNvPr id="197637" name="Connecteur droit avec flèche 17"/>
          <p:cNvCxnSpPr>
            <a:cxnSpLocks noChangeShapeType="1"/>
          </p:cNvCxnSpPr>
          <p:nvPr/>
        </p:nvCxnSpPr>
        <p:spPr bwMode="auto">
          <a:xfrm>
            <a:off x="4071938" y="5643563"/>
            <a:ext cx="1285875" cy="1587"/>
          </a:xfrm>
          <a:prstGeom prst="straightConnector1">
            <a:avLst/>
          </a:prstGeom>
          <a:noFill/>
          <a:ln w="9525" algn="ctr">
            <a:noFill/>
            <a:round/>
            <a:headEnd/>
            <a:tailEnd type="arrow" w="med" len="med"/>
          </a:ln>
        </p:spPr>
      </p:cxnSp>
      <p:cxnSp>
        <p:nvCxnSpPr>
          <p:cNvPr id="197638" name="Connecteur droit avec flèche 19"/>
          <p:cNvCxnSpPr>
            <a:cxnSpLocks noChangeShapeType="1"/>
          </p:cNvCxnSpPr>
          <p:nvPr/>
        </p:nvCxnSpPr>
        <p:spPr bwMode="auto">
          <a:xfrm>
            <a:off x="4071938" y="5572125"/>
            <a:ext cx="1357312" cy="285750"/>
          </a:xfrm>
          <a:prstGeom prst="straightConnector1">
            <a:avLst/>
          </a:prstGeom>
          <a:noFill/>
          <a:ln w="9525" algn="ctr">
            <a:noFill/>
            <a:round/>
            <a:headEnd/>
            <a:tailEnd type="arrow" w="med" len="med"/>
          </a:ln>
        </p:spPr>
      </p:cxnSp>
      <p:sp>
        <p:nvSpPr>
          <p:cNvPr id="140295" name="Rectangle 7"/>
          <p:cNvSpPr>
            <a:spLocks noChangeArrowheads="1"/>
          </p:cNvSpPr>
          <p:nvPr/>
        </p:nvSpPr>
        <p:spPr bwMode="auto">
          <a:xfrm>
            <a:off x="571500" y="1000125"/>
            <a:ext cx="8215313" cy="1171575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lIns="90000" tIns="46800" rIns="90000" bIns="46800" anchor="ctr">
            <a:spAutoFit/>
          </a:bodyPr>
          <a:lstStyle/>
          <a:p>
            <a:pPr algn="just">
              <a:spcBef>
                <a:spcPct val="500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b="1" dirty="0">
                <a:solidFill>
                  <a:srgbClr val="FF0000"/>
                </a:solidFill>
                <a:latin typeface="+mn-lt"/>
              </a:rPr>
              <a:t>Exemple:</a:t>
            </a:r>
          </a:p>
          <a:p>
            <a:pPr algn="just">
              <a:spcBef>
                <a:spcPct val="500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dirty="0">
                <a:latin typeface="+mn-lt"/>
              </a:rPr>
              <a:t>Dans cet exemple, on demande à l'utilisateur de saisir l'année et on essaye de convertir l'année en un entier</a:t>
            </a:r>
          </a:p>
        </p:txBody>
      </p:sp>
      <p:sp>
        <p:nvSpPr>
          <p:cNvPr id="9" name="Rectangle à coins arrondis 8"/>
          <p:cNvSpPr/>
          <p:nvPr/>
        </p:nvSpPr>
        <p:spPr>
          <a:xfrm>
            <a:off x="642938" y="2428875"/>
            <a:ext cx="8143875" cy="64293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marL="0" lvl="1" eaLnBrk="1" hangingPunct="1">
              <a:spcBef>
                <a:spcPts val="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sz="1600" b="1" dirty="0" err="1">
                <a:solidFill>
                  <a:srgbClr val="0000FF"/>
                </a:solidFill>
                <a:latin typeface="Courier New"/>
                <a:cs typeface="Courier New"/>
              </a:rPr>
              <a:t>annee</a:t>
            </a:r>
            <a:r>
              <a:rPr lang="fr-FR" sz="1600" b="1" dirty="0">
                <a:solidFill>
                  <a:srgbClr val="0000FF"/>
                </a:solidFill>
                <a:latin typeface="Courier New"/>
                <a:cs typeface="Courier New"/>
              </a:rPr>
              <a:t> = input() </a:t>
            </a:r>
            <a:r>
              <a:rPr lang="fr-FR" sz="1600" b="1" dirty="0">
                <a:solidFill>
                  <a:schemeClr val="bg1">
                    <a:lumMod val="50000"/>
                  </a:schemeClr>
                </a:solidFill>
                <a:latin typeface="Courier New"/>
                <a:cs typeface="Courier New"/>
              </a:rPr>
              <a:t># On demande à l'utilisateur de saisir l'année</a:t>
            </a:r>
          </a:p>
          <a:p>
            <a:pPr marL="0" lvl="1" eaLnBrk="1" hangingPunct="1">
              <a:spcBef>
                <a:spcPts val="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sz="1600" b="1" dirty="0" err="1">
                <a:solidFill>
                  <a:srgbClr val="0000FF"/>
                </a:solidFill>
                <a:latin typeface="Courier New"/>
                <a:cs typeface="Courier New"/>
              </a:rPr>
              <a:t>annee</a:t>
            </a:r>
            <a:r>
              <a:rPr lang="fr-FR" sz="1600" b="1" dirty="0">
                <a:solidFill>
                  <a:srgbClr val="0000FF"/>
                </a:solidFill>
                <a:latin typeface="Courier New"/>
                <a:cs typeface="Courier New"/>
              </a:rPr>
              <a:t> = </a:t>
            </a:r>
            <a:r>
              <a:rPr lang="fr-FR" sz="1600" b="1" dirty="0" err="1">
                <a:solidFill>
                  <a:srgbClr val="0000FF"/>
                </a:solidFill>
                <a:latin typeface="Courier New"/>
                <a:cs typeface="Courier New"/>
              </a:rPr>
              <a:t>int</a:t>
            </a:r>
            <a:r>
              <a:rPr lang="fr-FR" sz="1600" b="1" dirty="0">
                <a:solidFill>
                  <a:srgbClr val="0000FF"/>
                </a:solidFill>
                <a:latin typeface="Courier New"/>
                <a:cs typeface="Courier New"/>
              </a:rPr>
              <a:t>(</a:t>
            </a:r>
            <a:r>
              <a:rPr lang="fr-FR" sz="1600" b="1" dirty="0" err="1">
                <a:solidFill>
                  <a:srgbClr val="0000FF"/>
                </a:solidFill>
                <a:latin typeface="Courier New"/>
                <a:cs typeface="Courier New"/>
              </a:rPr>
              <a:t>annee</a:t>
            </a:r>
            <a:r>
              <a:rPr lang="fr-FR" sz="1600" b="1" dirty="0">
                <a:solidFill>
                  <a:srgbClr val="0000FF"/>
                </a:solidFill>
                <a:latin typeface="Courier New"/>
                <a:cs typeface="Courier New"/>
              </a:rPr>
              <a:t>) </a:t>
            </a:r>
            <a:r>
              <a:rPr lang="fr-FR" sz="1600" b="1" dirty="0">
                <a:solidFill>
                  <a:schemeClr val="tx1"/>
                </a:solidFill>
                <a:latin typeface="Courier New"/>
                <a:cs typeface="Courier New"/>
              </a:rPr>
              <a:t># </a:t>
            </a:r>
            <a:r>
              <a:rPr lang="fr-FR" sz="1600" b="1" dirty="0">
                <a:solidFill>
                  <a:schemeClr val="bg1">
                    <a:lumMod val="50000"/>
                  </a:schemeClr>
                </a:solidFill>
                <a:latin typeface="Courier New"/>
                <a:cs typeface="Courier New"/>
              </a:rPr>
              <a:t>On essaye de convertir l'année en un entier</a:t>
            </a:r>
            <a:endParaRPr lang="ro-RO" sz="1600" b="1" dirty="0">
              <a:solidFill>
                <a:schemeClr val="bg1">
                  <a:lumMod val="50000"/>
                </a:schemeClr>
              </a:solidFill>
              <a:latin typeface="Courier New"/>
              <a:cs typeface="Courier New"/>
            </a:endParaRPr>
          </a:p>
        </p:txBody>
      </p:sp>
      <p:sp>
        <p:nvSpPr>
          <p:cNvPr id="10" name="Rectangle à coins arrondis 9"/>
          <p:cNvSpPr/>
          <p:nvPr/>
        </p:nvSpPr>
        <p:spPr>
          <a:xfrm>
            <a:off x="642938" y="3357563"/>
            <a:ext cx="8143875" cy="15716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marL="0" lvl="1" eaLnBrk="1" hangingPunct="1">
              <a:spcBef>
                <a:spcPts val="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sz="1600" b="1" dirty="0" err="1">
                <a:solidFill>
                  <a:srgbClr val="0000FF"/>
                </a:solidFill>
                <a:latin typeface="Courier New"/>
                <a:cs typeface="Courier New"/>
              </a:rPr>
              <a:t>annee</a:t>
            </a:r>
            <a:r>
              <a:rPr lang="fr-FR" sz="1600" b="1" dirty="0">
                <a:solidFill>
                  <a:srgbClr val="0000FF"/>
                </a:solidFill>
                <a:latin typeface="Courier New"/>
                <a:cs typeface="Courier New"/>
              </a:rPr>
              <a:t> = input()</a:t>
            </a:r>
          </a:p>
          <a:p>
            <a:pPr marL="0" lvl="1" eaLnBrk="1" hangingPunct="1">
              <a:spcBef>
                <a:spcPts val="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sz="1600" b="1" dirty="0" err="1">
                <a:solidFill>
                  <a:srgbClr val="C00000"/>
                </a:solidFill>
                <a:latin typeface="Courier New"/>
                <a:cs typeface="Courier New"/>
              </a:rPr>
              <a:t>try</a:t>
            </a:r>
            <a:r>
              <a:rPr lang="fr-FR" sz="1600" b="1" dirty="0">
                <a:solidFill>
                  <a:srgbClr val="C00000"/>
                </a:solidFill>
                <a:latin typeface="Courier New"/>
                <a:cs typeface="Courier New"/>
              </a:rPr>
              <a:t>: </a:t>
            </a:r>
            <a:r>
              <a:rPr lang="fr-FR" sz="1600" b="1" dirty="0">
                <a:solidFill>
                  <a:srgbClr val="0000FF"/>
                </a:solidFill>
                <a:latin typeface="Courier New"/>
                <a:cs typeface="Courier New"/>
              </a:rPr>
              <a:t># </a:t>
            </a:r>
            <a:r>
              <a:rPr lang="fr-FR" sz="1600" b="1" dirty="0">
                <a:solidFill>
                  <a:schemeClr val="bg1">
                    <a:lumMod val="50000"/>
                  </a:schemeClr>
                </a:solidFill>
                <a:latin typeface="Courier New"/>
                <a:cs typeface="Courier New"/>
              </a:rPr>
              <a:t>On essaye de convertir l'année en entier</a:t>
            </a:r>
          </a:p>
          <a:p>
            <a:pPr marL="0" lvl="1" eaLnBrk="1" hangingPunct="1">
              <a:spcBef>
                <a:spcPts val="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sz="1600" b="1" dirty="0">
                <a:solidFill>
                  <a:srgbClr val="0000FF"/>
                </a:solidFill>
                <a:latin typeface="Courier New"/>
                <a:cs typeface="Courier New"/>
              </a:rPr>
              <a:t>    </a:t>
            </a:r>
            <a:r>
              <a:rPr lang="fr-FR" sz="1600" b="1" dirty="0" err="1">
                <a:solidFill>
                  <a:srgbClr val="0000FF"/>
                </a:solidFill>
                <a:latin typeface="Courier New"/>
                <a:cs typeface="Courier New"/>
              </a:rPr>
              <a:t>annee</a:t>
            </a:r>
            <a:r>
              <a:rPr lang="fr-FR" sz="1600" b="1" dirty="0">
                <a:solidFill>
                  <a:srgbClr val="0000FF"/>
                </a:solidFill>
                <a:latin typeface="Courier New"/>
                <a:cs typeface="Courier New"/>
              </a:rPr>
              <a:t> = </a:t>
            </a:r>
            <a:r>
              <a:rPr lang="fr-FR" sz="1600" b="1" dirty="0" err="1">
                <a:solidFill>
                  <a:srgbClr val="0000FF"/>
                </a:solidFill>
                <a:latin typeface="Courier New"/>
                <a:cs typeface="Courier New"/>
              </a:rPr>
              <a:t>int</a:t>
            </a:r>
            <a:r>
              <a:rPr lang="fr-FR" sz="1600" b="1" dirty="0">
                <a:solidFill>
                  <a:srgbClr val="0000FF"/>
                </a:solidFill>
                <a:latin typeface="Courier New"/>
                <a:cs typeface="Courier New"/>
              </a:rPr>
              <a:t>(</a:t>
            </a:r>
            <a:r>
              <a:rPr lang="fr-FR" sz="1600" b="1" dirty="0" err="1">
                <a:solidFill>
                  <a:srgbClr val="0000FF"/>
                </a:solidFill>
                <a:latin typeface="Courier New"/>
                <a:cs typeface="Courier New"/>
              </a:rPr>
              <a:t>annee</a:t>
            </a:r>
            <a:r>
              <a:rPr lang="fr-FR" sz="1600" b="1" dirty="0">
                <a:solidFill>
                  <a:srgbClr val="0000FF"/>
                </a:solidFill>
                <a:latin typeface="Courier New"/>
                <a:cs typeface="Courier New"/>
              </a:rPr>
              <a:t>)</a:t>
            </a:r>
          </a:p>
          <a:p>
            <a:pPr marL="0" lvl="1" eaLnBrk="1" hangingPunct="1">
              <a:spcBef>
                <a:spcPts val="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sz="1600" b="1" dirty="0" err="1">
                <a:solidFill>
                  <a:srgbClr val="C00000"/>
                </a:solidFill>
                <a:latin typeface="Courier New"/>
                <a:cs typeface="Courier New"/>
              </a:rPr>
              <a:t>except</a:t>
            </a:r>
            <a:r>
              <a:rPr lang="fr-FR" sz="1600" b="1" dirty="0">
                <a:solidFill>
                  <a:srgbClr val="C00000"/>
                </a:solidFill>
                <a:latin typeface="Courier New"/>
                <a:cs typeface="Courier New"/>
              </a:rPr>
              <a:t>:</a:t>
            </a:r>
          </a:p>
          <a:p>
            <a:pPr marL="0" lvl="1" eaLnBrk="1" hangingPunct="1">
              <a:spcBef>
                <a:spcPts val="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sz="1600" b="1" dirty="0">
                <a:solidFill>
                  <a:srgbClr val="0000FF"/>
                </a:solidFill>
                <a:latin typeface="Courier New"/>
                <a:cs typeface="Courier New"/>
              </a:rPr>
              <a:t>    </a:t>
            </a:r>
            <a:r>
              <a:rPr lang="fr-FR" sz="1600" b="1" dirty="0" err="1">
                <a:solidFill>
                  <a:srgbClr val="0000FF"/>
                </a:solidFill>
                <a:latin typeface="Courier New"/>
                <a:cs typeface="Courier New"/>
              </a:rPr>
              <a:t>print</a:t>
            </a:r>
            <a:r>
              <a:rPr lang="fr-FR" sz="1600" b="1" dirty="0">
                <a:solidFill>
                  <a:srgbClr val="0000FF"/>
                </a:solidFill>
                <a:latin typeface="Courier New"/>
                <a:cs typeface="Courier New"/>
              </a:rPr>
              <a:t>("Erreur lors de la conversion de l'année.")</a:t>
            </a:r>
            <a:endParaRPr lang="ro-RO" sz="1600" b="1" dirty="0">
              <a:solidFill>
                <a:schemeClr val="bg1">
                  <a:lumMod val="50000"/>
                </a:schemeClr>
              </a:solidFill>
              <a:latin typeface="Courier New"/>
              <a:cs typeface="Courier New"/>
            </a:endParaRPr>
          </a:p>
        </p:txBody>
      </p:sp>
      <p:sp>
        <p:nvSpPr>
          <p:cNvPr id="277505" name="Rectangle 1"/>
          <p:cNvSpPr>
            <a:spLocks noChangeArrowheads="1"/>
          </p:cNvSpPr>
          <p:nvPr/>
        </p:nvSpPr>
        <p:spPr bwMode="auto">
          <a:xfrm rot="10800000" flipV="1">
            <a:off x="714375" y="5154613"/>
            <a:ext cx="8072438" cy="709612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lIns="90000" tIns="46800" rIns="90000" bIns="46800" anchor="ctr">
            <a:spAutoFit/>
          </a:bodyPr>
          <a:lstStyle/>
          <a:p>
            <a:pPr>
              <a:spcBef>
                <a:spcPct val="500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dirty="0">
                <a:latin typeface="+mn-lt"/>
              </a:rPr>
              <a:t>Vous pouvez tester ce code en précisant plusieurs valeurs différentes pour la variable </a:t>
            </a:r>
            <a:r>
              <a:rPr lang="fr-FR" dirty="0" err="1">
                <a:latin typeface="+mn-lt"/>
              </a:rPr>
              <a:t>annee</a:t>
            </a:r>
            <a:r>
              <a:rPr lang="fr-FR" dirty="0">
                <a:latin typeface="+mn-lt"/>
              </a:rPr>
              <a:t>, comme « 2010 » ou « annee2010 ».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18018209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2775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Text Box 9"/>
          <p:cNvSpPr txBox="1">
            <a:spLocks noChangeArrowheads="1"/>
          </p:cNvSpPr>
          <p:nvPr/>
        </p:nvSpPr>
        <p:spPr bwMode="auto">
          <a:xfrm>
            <a:off x="971550" y="58738"/>
            <a:ext cx="8172450" cy="36988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1800" b="1">
                <a:solidFill>
                  <a:srgbClr val="000000"/>
                </a:solidFill>
                <a:latin typeface="Arial" pitchFamily="34" charset="0"/>
              </a:rPr>
              <a:t>Les exceptions</a:t>
            </a:r>
          </a:p>
        </p:txBody>
      </p:sp>
      <p:sp>
        <p:nvSpPr>
          <p:cNvPr id="62467" name="Rectangle 10"/>
          <p:cNvSpPr>
            <a:spLocks noChangeArrowheads="1"/>
          </p:cNvSpPr>
          <p:nvPr/>
        </p:nvSpPr>
        <p:spPr bwMode="auto">
          <a:xfrm>
            <a:off x="1033463" y="404813"/>
            <a:ext cx="8110537" cy="452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spcBef>
                <a:spcPct val="500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sz="2400" b="1" dirty="0">
                <a:latin typeface="+mj-lt"/>
              </a:rPr>
              <a:t>Forme plus complète</a:t>
            </a:r>
          </a:p>
        </p:txBody>
      </p:sp>
      <p:cxnSp>
        <p:nvCxnSpPr>
          <p:cNvPr id="198661" name="Connecteur droit avec flèche 17"/>
          <p:cNvCxnSpPr>
            <a:cxnSpLocks noChangeShapeType="1"/>
          </p:cNvCxnSpPr>
          <p:nvPr/>
        </p:nvCxnSpPr>
        <p:spPr bwMode="auto">
          <a:xfrm>
            <a:off x="4071938" y="5643563"/>
            <a:ext cx="1285875" cy="1587"/>
          </a:xfrm>
          <a:prstGeom prst="straightConnector1">
            <a:avLst/>
          </a:prstGeom>
          <a:noFill/>
          <a:ln w="9525" algn="ctr">
            <a:noFill/>
            <a:round/>
            <a:headEnd/>
            <a:tailEnd type="arrow" w="med" len="med"/>
          </a:ln>
        </p:spPr>
      </p:cxnSp>
      <p:cxnSp>
        <p:nvCxnSpPr>
          <p:cNvPr id="198662" name="Connecteur droit avec flèche 19"/>
          <p:cNvCxnSpPr>
            <a:cxnSpLocks noChangeShapeType="1"/>
          </p:cNvCxnSpPr>
          <p:nvPr/>
        </p:nvCxnSpPr>
        <p:spPr bwMode="auto">
          <a:xfrm>
            <a:off x="4071938" y="5572125"/>
            <a:ext cx="1357312" cy="285750"/>
          </a:xfrm>
          <a:prstGeom prst="straightConnector1">
            <a:avLst/>
          </a:prstGeom>
          <a:noFill/>
          <a:ln w="9525" algn="ctr">
            <a:noFill/>
            <a:round/>
            <a:headEnd/>
            <a:tailEnd type="arrow" w="med" len="med"/>
          </a:ln>
        </p:spPr>
      </p:cxnSp>
      <p:sp>
        <p:nvSpPr>
          <p:cNvPr id="141319" name="Rectangle 7"/>
          <p:cNvSpPr>
            <a:spLocks noChangeArrowheads="1"/>
          </p:cNvSpPr>
          <p:nvPr/>
        </p:nvSpPr>
        <p:spPr bwMode="auto">
          <a:xfrm>
            <a:off x="571500" y="1000125"/>
            <a:ext cx="8358188" cy="2403475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lIns="90000" tIns="46800" rIns="90000" bIns="46800" anchor="ctr">
            <a:spAutoFit/>
          </a:bodyPr>
          <a:lstStyle/>
          <a:p>
            <a:pPr marL="174625" indent="-174625" algn="just">
              <a:spcBef>
                <a:spcPct val="50000"/>
              </a:spcBef>
              <a:buClr>
                <a:srgbClr val="336666"/>
              </a:buClr>
              <a:buFont typeface="Wingdings" pitchFamily="2" charset="2"/>
              <a:buChar char="§"/>
              <a:defRPr/>
            </a:pPr>
            <a:r>
              <a:rPr lang="fr-FR" dirty="0">
                <a:latin typeface="+mn-lt"/>
              </a:rPr>
              <a:t>la forme minimale est à éviter pour plusieurs raisons.</a:t>
            </a:r>
          </a:p>
          <a:p>
            <a:pPr marL="630238" lvl="1" indent="-173038" algn="just">
              <a:spcBef>
                <a:spcPct val="50000"/>
              </a:spcBef>
              <a:buClr>
                <a:srgbClr val="336666"/>
              </a:buClr>
              <a:buFont typeface="Arial" pitchFamily="34" charset="0"/>
              <a:buChar char="•"/>
              <a:defRPr/>
            </a:pPr>
            <a:r>
              <a:rPr lang="fr-FR" dirty="0">
                <a:latin typeface="+mn-lt"/>
              </a:rPr>
              <a:t>D'abord, elle ne différencie pas les exceptions qui pourront être levées dans le bloc </a:t>
            </a:r>
            <a:r>
              <a:rPr lang="fr-FR" b="1" dirty="0" err="1">
                <a:latin typeface="+mn-lt"/>
              </a:rPr>
              <a:t>try</a:t>
            </a:r>
            <a:r>
              <a:rPr lang="fr-FR" dirty="0">
                <a:latin typeface="+mn-lt"/>
              </a:rPr>
              <a:t>. </a:t>
            </a:r>
          </a:p>
          <a:p>
            <a:pPr marL="630238" lvl="1" indent="-173038" algn="just">
              <a:spcBef>
                <a:spcPct val="50000"/>
              </a:spcBef>
              <a:buClr>
                <a:srgbClr val="336666"/>
              </a:buClr>
              <a:buFont typeface="Arial" pitchFamily="34" charset="0"/>
              <a:buChar char="•"/>
              <a:defRPr/>
            </a:pPr>
            <a:r>
              <a:rPr lang="fr-FR" dirty="0">
                <a:latin typeface="+mn-lt"/>
              </a:rPr>
              <a:t>Dans l'exemple précédent, on ne pense qu'à un type d'exceptions susceptible d'être levé : le type </a:t>
            </a:r>
            <a:r>
              <a:rPr lang="fr-FR" b="1" dirty="0" err="1">
                <a:latin typeface="+mn-lt"/>
              </a:rPr>
              <a:t>ValueError</a:t>
            </a:r>
            <a:r>
              <a:rPr lang="fr-FR" b="1" dirty="0">
                <a:latin typeface="+mn-lt"/>
              </a:rPr>
              <a:t>.</a:t>
            </a:r>
          </a:p>
          <a:p>
            <a:pPr marL="174625" indent="-174625" algn="just">
              <a:spcBef>
                <a:spcPct val="50000"/>
              </a:spcBef>
              <a:buClr>
                <a:srgbClr val="336666"/>
              </a:buClr>
              <a:buFont typeface="Wingdings" pitchFamily="2" charset="2"/>
              <a:buChar char="§"/>
              <a:defRPr/>
            </a:pPr>
            <a:r>
              <a:rPr lang="fr-FR" b="1" dirty="0">
                <a:solidFill>
                  <a:srgbClr val="FF0000"/>
                </a:solidFill>
                <a:latin typeface="+mn-lt"/>
              </a:rPr>
              <a:t>Autre exemple</a:t>
            </a:r>
            <a:r>
              <a:rPr lang="fr-FR" b="1" dirty="0">
                <a:latin typeface="+mn-lt"/>
              </a:rPr>
              <a:t>:</a:t>
            </a:r>
          </a:p>
        </p:txBody>
      </p:sp>
      <p:sp>
        <p:nvSpPr>
          <p:cNvPr id="9" name="Rectangle à coins arrondis 8"/>
          <p:cNvSpPr/>
          <p:nvPr/>
        </p:nvSpPr>
        <p:spPr>
          <a:xfrm>
            <a:off x="785813" y="3429000"/>
            <a:ext cx="7715250" cy="10001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marL="0" lvl="1" eaLnBrk="1" hangingPunct="1">
              <a:spcBef>
                <a:spcPts val="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sz="1600" b="1" dirty="0" err="1">
                <a:solidFill>
                  <a:srgbClr val="C00000"/>
                </a:solidFill>
                <a:latin typeface="Courier New"/>
                <a:cs typeface="Courier New"/>
              </a:rPr>
              <a:t>try</a:t>
            </a:r>
            <a:r>
              <a:rPr lang="fr-FR" sz="1600" b="1" dirty="0">
                <a:solidFill>
                  <a:srgbClr val="C00000"/>
                </a:solidFill>
                <a:latin typeface="Courier New"/>
                <a:cs typeface="Courier New"/>
              </a:rPr>
              <a:t>:</a:t>
            </a:r>
          </a:p>
          <a:p>
            <a:pPr marL="0" lvl="1" eaLnBrk="1" hangingPunct="1">
              <a:spcBef>
                <a:spcPts val="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sz="1600" b="1" dirty="0">
                <a:solidFill>
                  <a:srgbClr val="0000FF"/>
                </a:solidFill>
                <a:latin typeface="Courier New"/>
                <a:cs typeface="Courier New"/>
              </a:rPr>
              <a:t>    </a:t>
            </a:r>
            <a:r>
              <a:rPr lang="fr-FR" sz="1600" b="1" dirty="0" err="1">
                <a:solidFill>
                  <a:srgbClr val="0000FF"/>
                </a:solidFill>
                <a:latin typeface="Courier New"/>
                <a:cs typeface="Courier New"/>
              </a:rPr>
              <a:t>resultat</a:t>
            </a:r>
            <a:r>
              <a:rPr lang="fr-FR" sz="1600" b="1" dirty="0">
                <a:solidFill>
                  <a:srgbClr val="0000FF"/>
                </a:solidFill>
                <a:latin typeface="Courier New"/>
                <a:cs typeface="Courier New"/>
              </a:rPr>
              <a:t> = </a:t>
            </a:r>
            <a:r>
              <a:rPr lang="fr-FR" sz="1600" b="1" dirty="0" err="1">
                <a:solidFill>
                  <a:srgbClr val="0000FF"/>
                </a:solidFill>
                <a:latin typeface="Courier New"/>
                <a:cs typeface="Courier New"/>
              </a:rPr>
              <a:t>numerateur</a:t>
            </a:r>
            <a:r>
              <a:rPr lang="fr-FR" sz="1600" b="1" dirty="0">
                <a:solidFill>
                  <a:srgbClr val="0000FF"/>
                </a:solidFill>
                <a:latin typeface="Courier New"/>
                <a:cs typeface="Courier New"/>
              </a:rPr>
              <a:t> / </a:t>
            </a:r>
            <a:r>
              <a:rPr lang="fr-FR" sz="1600" b="1" dirty="0" err="1">
                <a:solidFill>
                  <a:srgbClr val="0000FF"/>
                </a:solidFill>
                <a:latin typeface="Courier New"/>
                <a:cs typeface="Courier New"/>
              </a:rPr>
              <a:t>denominateur</a:t>
            </a:r>
            <a:endParaRPr lang="fr-FR" sz="1600" b="1" dirty="0">
              <a:solidFill>
                <a:srgbClr val="0000FF"/>
              </a:solidFill>
              <a:latin typeface="Courier New"/>
              <a:cs typeface="Courier New"/>
            </a:endParaRPr>
          </a:p>
          <a:p>
            <a:pPr marL="0" lvl="1" eaLnBrk="1" hangingPunct="1">
              <a:spcBef>
                <a:spcPts val="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sz="1600" b="1" dirty="0" err="1">
                <a:solidFill>
                  <a:srgbClr val="C00000"/>
                </a:solidFill>
                <a:latin typeface="Courier New"/>
                <a:cs typeface="Courier New"/>
              </a:rPr>
              <a:t>except</a:t>
            </a:r>
            <a:r>
              <a:rPr lang="fr-FR" sz="1600" b="1" dirty="0">
                <a:solidFill>
                  <a:srgbClr val="C00000"/>
                </a:solidFill>
                <a:latin typeface="Courier New"/>
                <a:cs typeface="Courier New"/>
              </a:rPr>
              <a:t>:</a:t>
            </a:r>
          </a:p>
          <a:p>
            <a:pPr marL="0" lvl="1" eaLnBrk="1" hangingPunct="1">
              <a:spcBef>
                <a:spcPts val="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sz="1600" b="1" dirty="0">
                <a:solidFill>
                  <a:srgbClr val="0000FF"/>
                </a:solidFill>
                <a:latin typeface="Courier New"/>
                <a:cs typeface="Courier New"/>
              </a:rPr>
              <a:t>    </a:t>
            </a:r>
            <a:r>
              <a:rPr lang="fr-FR" sz="1600" b="1" dirty="0" err="1">
                <a:solidFill>
                  <a:srgbClr val="0000FF"/>
                </a:solidFill>
                <a:latin typeface="Courier New"/>
                <a:cs typeface="Courier New"/>
              </a:rPr>
              <a:t>print</a:t>
            </a:r>
            <a:r>
              <a:rPr lang="fr-FR" sz="1600" b="1" dirty="0">
                <a:solidFill>
                  <a:srgbClr val="0000FF"/>
                </a:solidFill>
                <a:latin typeface="Courier New"/>
                <a:cs typeface="Courier New"/>
              </a:rPr>
              <a:t>("Une erreur est survenue... laquelle ?")</a:t>
            </a:r>
            <a:endParaRPr lang="ro-RO" sz="1600" b="1" dirty="0">
              <a:solidFill>
                <a:schemeClr val="bg1">
                  <a:lumMod val="50000"/>
                </a:schemeClr>
              </a:solidFill>
              <a:latin typeface="Courier New"/>
              <a:cs typeface="Courier New"/>
            </a:endParaRPr>
          </a:p>
        </p:txBody>
      </p:sp>
      <p:sp>
        <p:nvSpPr>
          <p:cNvPr id="141320" name="Rectangle 8"/>
          <p:cNvSpPr>
            <a:spLocks noChangeArrowheads="1"/>
          </p:cNvSpPr>
          <p:nvPr/>
        </p:nvSpPr>
        <p:spPr bwMode="auto">
          <a:xfrm>
            <a:off x="785786" y="4608512"/>
            <a:ext cx="8143932" cy="2249488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wrap="square" lIns="90000" tIns="46800" rIns="90000" bIns="46800" anchor="ctr">
            <a:spAutoFit/>
          </a:bodyPr>
          <a:lstStyle/>
          <a:p>
            <a:pPr marL="174625" indent="-174625">
              <a:spcBef>
                <a:spcPct val="50000"/>
              </a:spcBef>
              <a:buClr>
                <a:srgbClr val="336666"/>
              </a:buClr>
              <a:buFont typeface="Arial" pitchFamily="34" charset="0"/>
              <a:buChar char="•"/>
              <a:defRPr/>
            </a:pPr>
            <a:r>
              <a:rPr lang="fr-FR" b="1" dirty="0" err="1">
                <a:latin typeface="+mn-lt"/>
              </a:rPr>
              <a:t>NameError</a:t>
            </a:r>
            <a:r>
              <a:rPr lang="fr-FR" b="1" dirty="0">
                <a:latin typeface="+mn-lt"/>
              </a:rPr>
              <a:t> : </a:t>
            </a:r>
            <a:r>
              <a:rPr lang="fr-FR" dirty="0">
                <a:latin typeface="+mn-lt"/>
              </a:rPr>
              <a:t>l'une des </a:t>
            </a:r>
            <a:r>
              <a:rPr lang="fr-FR" dirty="0" smtClean="0">
                <a:latin typeface="+mn-lt"/>
              </a:rPr>
              <a:t>variables</a:t>
            </a:r>
            <a:r>
              <a:rPr lang="fr-FR" dirty="0">
                <a:latin typeface="+mn-lt"/>
              </a:rPr>
              <a:t> </a:t>
            </a:r>
            <a:r>
              <a:rPr lang="fr-FR" b="1" dirty="0" err="1">
                <a:latin typeface="+mn-lt"/>
              </a:rPr>
              <a:t>numerateur</a:t>
            </a:r>
            <a:r>
              <a:rPr lang="fr-FR" dirty="0">
                <a:latin typeface="+mn-lt"/>
              </a:rPr>
              <a:t> ou </a:t>
            </a:r>
            <a:r>
              <a:rPr lang="fr-FR" b="1" dirty="0" err="1">
                <a:latin typeface="+mn-lt"/>
              </a:rPr>
              <a:t>denominateur</a:t>
            </a:r>
            <a:r>
              <a:rPr lang="fr-FR" dirty="0">
                <a:latin typeface="+mn-lt"/>
              </a:rPr>
              <a:t> n'a pas été définie .</a:t>
            </a:r>
          </a:p>
          <a:p>
            <a:pPr marL="174625" indent="-174625">
              <a:spcBef>
                <a:spcPct val="50000"/>
              </a:spcBef>
              <a:buClr>
                <a:srgbClr val="336666"/>
              </a:buClr>
              <a:buFont typeface="Arial" pitchFamily="34" charset="0"/>
              <a:buChar char="•"/>
              <a:defRPr/>
            </a:pPr>
            <a:r>
              <a:rPr lang="fr-FR" b="1" dirty="0" err="1">
                <a:latin typeface="+mn-lt"/>
              </a:rPr>
              <a:t>TypeError</a:t>
            </a:r>
            <a:r>
              <a:rPr lang="fr-FR" b="1" dirty="0">
                <a:latin typeface="+mn-lt"/>
              </a:rPr>
              <a:t> : </a:t>
            </a:r>
            <a:r>
              <a:rPr lang="fr-FR" dirty="0">
                <a:latin typeface="+mn-lt"/>
              </a:rPr>
              <a:t>l'une des variables </a:t>
            </a:r>
            <a:r>
              <a:rPr lang="fr-FR" b="1" dirty="0" err="1">
                <a:latin typeface="+mn-lt"/>
              </a:rPr>
              <a:t>numerateur</a:t>
            </a:r>
            <a:r>
              <a:rPr lang="fr-FR" dirty="0">
                <a:latin typeface="+mn-lt"/>
              </a:rPr>
              <a:t> ou </a:t>
            </a:r>
            <a:r>
              <a:rPr lang="fr-FR" b="1" dirty="0" err="1">
                <a:latin typeface="+mn-lt"/>
              </a:rPr>
              <a:t>denominateur</a:t>
            </a:r>
            <a:r>
              <a:rPr lang="fr-FR" dirty="0">
                <a:latin typeface="+mn-lt"/>
              </a:rPr>
              <a:t> ne peut diviser ou être divisée </a:t>
            </a:r>
          </a:p>
          <a:p>
            <a:pPr marL="174625" indent="-174625">
              <a:spcBef>
                <a:spcPct val="50000"/>
              </a:spcBef>
              <a:buClr>
                <a:srgbClr val="336666"/>
              </a:buClr>
              <a:buFont typeface="Arial" pitchFamily="34" charset="0"/>
              <a:buChar char="•"/>
              <a:defRPr/>
            </a:pPr>
            <a:r>
              <a:rPr lang="fr-FR" b="1" dirty="0" err="1">
                <a:latin typeface="+mn-lt"/>
              </a:rPr>
              <a:t>ZeroDivisionError</a:t>
            </a:r>
            <a:r>
              <a:rPr lang="fr-FR" b="1" dirty="0">
                <a:latin typeface="+mn-lt"/>
              </a:rPr>
              <a:t> : </a:t>
            </a:r>
            <a:r>
              <a:rPr lang="fr-FR" dirty="0">
                <a:latin typeface="+mn-lt"/>
              </a:rPr>
              <a:t>encore elle ! Si </a:t>
            </a:r>
            <a:r>
              <a:rPr lang="fr-FR" b="1" dirty="0" err="1">
                <a:latin typeface="+mn-lt"/>
              </a:rPr>
              <a:t>denominateur</a:t>
            </a:r>
            <a:r>
              <a:rPr lang="fr-FR" dirty="0">
                <a:latin typeface="+mn-lt"/>
              </a:rPr>
              <a:t> vaut </a:t>
            </a:r>
            <a:r>
              <a:rPr lang="fr-FR" b="1" dirty="0">
                <a:latin typeface="+mn-lt"/>
              </a:rPr>
              <a:t>0</a:t>
            </a:r>
            <a:r>
              <a:rPr lang="fr-FR" dirty="0">
                <a:latin typeface="+mn-lt"/>
              </a:rPr>
              <a:t>, cette exception sera levée.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3219785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413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141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4132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Text Box 9"/>
          <p:cNvSpPr txBox="1">
            <a:spLocks noChangeArrowheads="1"/>
          </p:cNvSpPr>
          <p:nvPr/>
        </p:nvSpPr>
        <p:spPr bwMode="auto">
          <a:xfrm>
            <a:off x="971550" y="58738"/>
            <a:ext cx="8172450" cy="36988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1800" b="1">
                <a:solidFill>
                  <a:srgbClr val="000000"/>
                </a:solidFill>
                <a:latin typeface="Arial" pitchFamily="34" charset="0"/>
              </a:rPr>
              <a:t>Les exceptions</a:t>
            </a:r>
          </a:p>
        </p:txBody>
      </p:sp>
      <p:sp>
        <p:nvSpPr>
          <p:cNvPr id="62467" name="Rectangle 10"/>
          <p:cNvSpPr>
            <a:spLocks noChangeArrowheads="1"/>
          </p:cNvSpPr>
          <p:nvPr/>
        </p:nvSpPr>
        <p:spPr bwMode="auto">
          <a:xfrm>
            <a:off x="1033463" y="404813"/>
            <a:ext cx="8110537" cy="452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spcBef>
                <a:spcPct val="500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sz="2400" b="1" dirty="0">
                <a:latin typeface="+mj-lt"/>
              </a:rPr>
              <a:t>Forme plus complète</a:t>
            </a:r>
          </a:p>
        </p:txBody>
      </p:sp>
      <p:cxnSp>
        <p:nvCxnSpPr>
          <p:cNvPr id="199685" name="Connecteur droit avec flèche 17"/>
          <p:cNvCxnSpPr>
            <a:cxnSpLocks noChangeShapeType="1"/>
          </p:cNvCxnSpPr>
          <p:nvPr/>
        </p:nvCxnSpPr>
        <p:spPr bwMode="auto">
          <a:xfrm>
            <a:off x="4071938" y="5643563"/>
            <a:ext cx="1285875" cy="1587"/>
          </a:xfrm>
          <a:prstGeom prst="straightConnector1">
            <a:avLst/>
          </a:prstGeom>
          <a:noFill/>
          <a:ln w="9525" algn="ctr">
            <a:noFill/>
            <a:round/>
            <a:headEnd/>
            <a:tailEnd type="arrow" w="med" len="med"/>
          </a:ln>
        </p:spPr>
      </p:cxnSp>
      <p:cxnSp>
        <p:nvCxnSpPr>
          <p:cNvPr id="199686" name="Connecteur droit avec flèche 19"/>
          <p:cNvCxnSpPr>
            <a:cxnSpLocks noChangeShapeType="1"/>
          </p:cNvCxnSpPr>
          <p:nvPr/>
        </p:nvCxnSpPr>
        <p:spPr bwMode="auto">
          <a:xfrm>
            <a:off x="4071938" y="5572125"/>
            <a:ext cx="1357312" cy="285750"/>
          </a:xfrm>
          <a:prstGeom prst="straightConnector1">
            <a:avLst/>
          </a:prstGeom>
          <a:noFill/>
          <a:ln w="9525" algn="ctr">
            <a:noFill/>
            <a:round/>
            <a:headEnd/>
            <a:tailEnd type="arrow" w="med" len="med"/>
          </a:ln>
        </p:spPr>
      </p:cxnSp>
      <p:sp>
        <p:nvSpPr>
          <p:cNvPr id="199687" name="Triangle isocèle 6"/>
          <p:cNvSpPr>
            <a:spLocks noChangeArrowheads="1"/>
          </p:cNvSpPr>
          <p:nvPr/>
        </p:nvSpPr>
        <p:spPr bwMode="auto">
          <a:xfrm>
            <a:off x="571500" y="1143000"/>
            <a:ext cx="500063" cy="357188"/>
          </a:xfrm>
          <a:prstGeom prst="triangle">
            <a:avLst>
              <a:gd name="adj" fmla="val 50000"/>
            </a:avLst>
          </a:prstGeom>
          <a:noFill/>
          <a:ln w="9525" algn="ctr">
            <a:noFill/>
            <a:round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pPr eaLnBrk="1" hangingPunct="1">
              <a:spcBef>
                <a:spcPct val="50000"/>
              </a:spcBef>
              <a:buClr>
                <a:srgbClr val="336666"/>
              </a:buClr>
              <a:buFont typeface="Wingdings" pitchFamily="2" charset="2"/>
              <a:buNone/>
            </a:pPr>
            <a:endParaRPr lang="fr-FR"/>
          </a:p>
        </p:txBody>
      </p:sp>
      <p:sp>
        <p:nvSpPr>
          <p:cNvPr id="199688" name="Triangle isocèle 8"/>
          <p:cNvSpPr>
            <a:spLocks noChangeArrowheads="1"/>
          </p:cNvSpPr>
          <p:nvPr/>
        </p:nvSpPr>
        <p:spPr bwMode="auto">
          <a:xfrm>
            <a:off x="785813" y="1500188"/>
            <a:ext cx="714375" cy="500062"/>
          </a:xfrm>
          <a:prstGeom prst="triangle">
            <a:avLst>
              <a:gd name="adj" fmla="val 50000"/>
            </a:avLst>
          </a:prstGeom>
          <a:noFill/>
          <a:ln w="9525" algn="ctr">
            <a:noFill/>
            <a:round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pPr eaLnBrk="1" hangingPunct="1">
              <a:spcBef>
                <a:spcPct val="50000"/>
              </a:spcBef>
              <a:buClr>
                <a:srgbClr val="336666"/>
              </a:buClr>
              <a:buFont typeface="Wingdings" pitchFamily="2" charset="2"/>
              <a:buNone/>
            </a:pPr>
            <a:endParaRPr lang="fr-FR"/>
          </a:p>
        </p:txBody>
      </p:sp>
      <p:sp>
        <p:nvSpPr>
          <p:cNvPr id="142343" name="Rectangle 7"/>
          <p:cNvSpPr>
            <a:spLocks noChangeArrowheads="1"/>
          </p:cNvSpPr>
          <p:nvPr/>
        </p:nvSpPr>
        <p:spPr bwMode="auto">
          <a:xfrm>
            <a:off x="500063" y="928688"/>
            <a:ext cx="8501062" cy="1017587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lIns="90000" tIns="46800" rIns="90000" bIns="46800" anchor="ctr">
            <a:spAutoFit/>
          </a:bodyPr>
          <a:lstStyle/>
          <a:p>
            <a:pPr algn="just">
              <a:spcBef>
                <a:spcPct val="500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dirty="0">
                <a:solidFill>
                  <a:srgbClr val="FF0000"/>
                </a:solidFill>
                <a:latin typeface="+mn-lt"/>
              </a:rPr>
              <a:t>Remarque: </a:t>
            </a:r>
            <a:r>
              <a:rPr lang="fr-FR" dirty="0">
                <a:latin typeface="+mn-lt"/>
              </a:rPr>
              <a:t>Tout se joue sur la ligne du </a:t>
            </a:r>
            <a:r>
              <a:rPr lang="fr-FR" b="1" dirty="0" err="1">
                <a:latin typeface="+mn-lt"/>
              </a:rPr>
              <a:t>except</a:t>
            </a:r>
            <a:r>
              <a:rPr lang="fr-FR" dirty="0">
                <a:latin typeface="+mn-lt"/>
              </a:rPr>
              <a:t>. Entre ce mot-clé et les deux points, vous pouvez préciser le type de l'exception que vous souhaitez traiter. </a:t>
            </a:r>
          </a:p>
        </p:txBody>
      </p:sp>
      <p:sp>
        <p:nvSpPr>
          <p:cNvPr id="10" name="Rectangle à coins arrondis 9"/>
          <p:cNvSpPr/>
          <p:nvPr/>
        </p:nvSpPr>
        <p:spPr>
          <a:xfrm>
            <a:off x="571500" y="1928813"/>
            <a:ext cx="8001000" cy="135731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marL="0" lvl="1" eaLnBrk="1" hangingPunct="1">
              <a:spcBef>
                <a:spcPts val="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sz="1600" b="1" dirty="0" err="1">
                <a:solidFill>
                  <a:srgbClr val="C00000"/>
                </a:solidFill>
                <a:latin typeface="Courier New"/>
                <a:cs typeface="Courier New"/>
              </a:rPr>
              <a:t>try</a:t>
            </a:r>
            <a:r>
              <a:rPr lang="fr-FR" sz="1600" b="1" dirty="0">
                <a:solidFill>
                  <a:srgbClr val="C00000"/>
                </a:solidFill>
                <a:latin typeface="Courier New"/>
                <a:cs typeface="Courier New"/>
              </a:rPr>
              <a:t>:</a:t>
            </a:r>
          </a:p>
          <a:p>
            <a:pPr marL="0" lvl="1" eaLnBrk="1" hangingPunct="1">
              <a:spcBef>
                <a:spcPts val="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sz="1600" b="1" dirty="0">
                <a:solidFill>
                  <a:srgbClr val="0000FF"/>
                </a:solidFill>
                <a:latin typeface="Courier New"/>
                <a:cs typeface="Courier New"/>
              </a:rPr>
              <a:t>    </a:t>
            </a:r>
            <a:r>
              <a:rPr lang="fr-FR" sz="1600" b="1" dirty="0" err="1">
                <a:solidFill>
                  <a:srgbClr val="0000FF"/>
                </a:solidFill>
                <a:latin typeface="Courier New"/>
                <a:cs typeface="Courier New"/>
              </a:rPr>
              <a:t>resultat</a:t>
            </a:r>
            <a:r>
              <a:rPr lang="fr-FR" sz="1600" b="1" dirty="0">
                <a:solidFill>
                  <a:srgbClr val="0000FF"/>
                </a:solidFill>
                <a:latin typeface="Courier New"/>
                <a:cs typeface="Courier New"/>
              </a:rPr>
              <a:t> = </a:t>
            </a:r>
            <a:r>
              <a:rPr lang="fr-FR" sz="1600" b="1" dirty="0" err="1">
                <a:solidFill>
                  <a:srgbClr val="0000FF"/>
                </a:solidFill>
                <a:latin typeface="Courier New"/>
                <a:cs typeface="Courier New"/>
              </a:rPr>
              <a:t>numerateur</a:t>
            </a:r>
            <a:r>
              <a:rPr lang="fr-FR" sz="1600" b="1" dirty="0">
                <a:solidFill>
                  <a:srgbClr val="0000FF"/>
                </a:solidFill>
                <a:latin typeface="Courier New"/>
                <a:cs typeface="Courier New"/>
              </a:rPr>
              <a:t> / </a:t>
            </a:r>
            <a:r>
              <a:rPr lang="fr-FR" sz="1600" b="1" dirty="0" err="1">
                <a:solidFill>
                  <a:srgbClr val="0000FF"/>
                </a:solidFill>
                <a:latin typeface="Courier New"/>
                <a:cs typeface="Courier New"/>
              </a:rPr>
              <a:t>denominateur</a:t>
            </a:r>
            <a:endParaRPr lang="fr-FR" sz="1600" b="1" dirty="0">
              <a:solidFill>
                <a:srgbClr val="0000FF"/>
              </a:solidFill>
              <a:latin typeface="Courier New"/>
              <a:cs typeface="Courier New"/>
            </a:endParaRPr>
          </a:p>
          <a:p>
            <a:pPr marL="0" lvl="1" eaLnBrk="1" hangingPunct="1">
              <a:spcBef>
                <a:spcPts val="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sz="1600" b="1" dirty="0" err="1">
                <a:solidFill>
                  <a:srgbClr val="C00000"/>
                </a:solidFill>
                <a:latin typeface="Courier New"/>
                <a:cs typeface="Courier New"/>
              </a:rPr>
              <a:t>except</a:t>
            </a:r>
            <a:r>
              <a:rPr lang="fr-FR" sz="1600" b="1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lang="fr-FR" sz="1600" b="1" dirty="0" err="1">
                <a:solidFill>
                  <a:srgbClr val="008E40"/>
                </a:solidFill>
                <a:latin typeface="Courier New"/>
                <a:cs typeface="Courier New"/>
              </a:rPr>
              <a:t>NameError</a:t>
            </a:r>
            <a:r>
              <a:rPr lang="fr-FR" sz="1600" b="1" dirty="0">
                <a:solidFill>
                  <a:srgbClr val="008E40"/>
                </a:solidFill>
                <a:latin typeface="Courier New"/>
                <a:cs typeface="Courier New"/>
              </a:rPr>
              <a:t>:</a:t>
            </a:r>
          </a:p>
          <a:p>
            <a:pPr marL="1349375" lvl="1" indent="-1349375" eaLnBrk="1" hangingPunct="1">
              <a:spcBef>
                <a:spcPts val="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sz="1600" b="1" dirty="0">
                <a:solidFill>
                  <a:srgbClr val="0000FF"/>
                </a:solidFill>
                <a:latin typeface="Courier New"/>
                <a:cs typeface="Courier New"/>
              </a:rPr>
              <a:t>    </a:t>
            </a:r>
            <a:r>
              <a:rPr lang="fr-FR" sz="1600" b="1" dirty="0" err="1">
                <a:solidFill>
                  <a:srgbClr val="0000FF"/>
                </a:solidFill>
                <a:latin typeface="Courier New"/>
                <a:cs typeface="Courier New"/>
              </a:rPr>
              <a:t>print</a:t>
            </a:r>
            <a:r>
              <a:rPr lang="fr-FR" sz="1600" b="1" dirty="0">
                <a:solidFill>
                  <a:srgbClr val="0000FF"/>
                </a:solidFill>
                <a:latin typeface="Courier New"/>
                <a:cs typeface="Courier New"/>
              </a:rPr>
              <a:t>("La variable </a:t>
            </a:r>
            <a:r>
              <a:rPr lang="fr-FR" sz="1600" b="1" dirty="0" err="1">
                <a:solidFill>
                  <a:srgbClr val="0000FF"/>
                </a:solidFill>
                <a:latin typeface="Courier New"/>
                <a:cs typeface="Courier New"/>
              </a:rPr>
              <a:t>numerateur</a:t>
            </a:r>
            <a:r>
              <a:rPr lang="fr-FR" sz="1600" b="1" dirty="0">
                <a:solidFill>
                  <a:srgbClr val="0000FF"/>
                </a:solidFill>
                <a:latin typeface="Courier New"/>
                <a:cs typeface="Courier New"/>
              </a:rPr>
              <a:t> ou </a:t>
            </a:r>
            <a:r>
              <a:rPr lang="fr-FR" sz="1600" b="1" dirty="0" err="1">
                <a:solidFill>
                  <a:srgbClr val="0000FF"/>
                </a:solidFill>
                <a:latin typeface="Courier New"/>
                <a:cs typeface="Courier New"/>
              </a:rPr>
              <a:t>denominateur</a:t>
            </a:r>
            <a:r>
              <a:rPr lang="fr-FR" sz="1600" b="1" dirty="0">
                <a:solidFill>
                  <a:srgbClr val="0000FF"/>
                </a:solidFill>
                <a:latin typeface="Courier New"/>
                <a:cs typeface="Courier New"/>
              </a:rPr>
              <a:t> n'a pas été   définie.")</a:t>
            </a:r>
            <a:endParaRPr lang="ro-RO" sz="1600" b="1" dirty="0">
              <a:solidFill>
                <a:schemeClr val="bg1">
                  <a:lumMod val="50000"/>
                </a:schemeClr>
              </a:solidFill>
              <a:latin typeface="Courier New"/>
              <a:cs typeface="Courier New"/>
            </a:endParaRPr>
          </a:p>
        </p:txBody>
      </p:sp>
      <p:sp>
        <p:nvSpPr>
          <p:cNvPr id="142344" name="Rectangle 8"/>
          <p:cNvSpPr>
            <a:spLocks noChangeArrowheads="1"/>
          </p:cNvSpPr>
          <p:nvPr/>
        </p:nvSpPr>
        <p:spPr bwMode="auto">
          <a:xfrm rot="10800000" flipV="1">
            <a:off x="642938" y="3286125"/>
            <a:ext cx="8286750" cy="1017588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lIns="90000" tIns="46800" rIns="90000" bIns="46800" anchor="ctr">
            <a:spAutoFit/>
          </a:bodyPr>
          <a:lstStyle/>
          <a:p>
            <a:pPr algn="just">
              <a:spcBef>
                <a:spcPct val="500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dirty="0">
                <a:solidFill>
                  <a:srgbClr val="008E40"/>
                </a:solidFill>
                <a:latin typeface="+mn-lt"/>
              </a:rPr>
              <a:t>Ce code ne traite que le cas où une exception </a:t>
            </a:r>
            <a:r>
              <a:rPr lang="fr-FR" b="1" dirty="0" err="1">
                <a:solidFill>
                  <a:srgbClr val="008E40"/>
                </a:solidFill>
                <a:latin typeface="+mn-lt"/>
              </a:rPr>
              <a:t>NameError</a:t>
            </a:r>
            <a:r>
              <a:rPr lang="fr-FR" dirty="0">
                <a:solidFill>
                  <a:srgbClr val="008E40"/>
                </a:solidFill>
                <a:latin typeface="+mn-lt"/>
              </a:rPr>
              <a:t> est levée. On peut intercepter les autres types d'exceptions en créant d'autres blocs </a:t>
            </a:r>
            <a:r>
              <a:rPr lang="fr-FR" dirty="0" err="1">
                <a:solidFill>
                  <a:srgbClr val="008E40"/>
                </a:solidFill>
                <a:latin typeface="+mn-lt"/>
              </a:rPr>
              <a:t>except</a:t>
            </a:r>
            <a:r>
              <a:rPr lang="fr-FR" dirty="0">
                <a:solidFill>
                  <a:srgbClr val="008E40"/>
                </a:solidFill>
                <a:latin typeface="+mn-lt"/>
              </a:rPr>
              <a:t> à la suite </a:t>
            </a:r>
            <a:r>
              <a:rPr lang="fr-FR" dirty="0">
                <a:latin typeface="+mn-lt"/>
              </a:rPr>
              <a:t>: </a:t>
            </a:r>
          </a:p>
        </p:txBody>
      </p:sp>
      <p:sp>
        <p:nvSpPr>
          <p:cNvPr id="12" name="Rectangle à coins arrondis 11"/>
          <p:cNvSpPr/>
          <p:nvPr/>
        </p:nvSpPr>
        <p:spPr>
          <a:xfrm>
            <a:off x="571500" y="4340225"/>
            <a:ext cx="8143875" cy="244633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marL="0" lvl="1" eaLnBrk="1" hangingPunct="1">
              <a:spcBef>
                <a:spcPts val="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sz="1600" b="1" dirty="0" err="1">
                <a:solidFill>
                  <a:srgbClr val="C00000"/>
                </a:solidFill>
                <a:latin typeface="Courier New"/>
                <a:cs typeface="Courier New"/>
              </a:rPr>
              <a:t>try</a:t>
            </a:r>
            <a:r>
              <a:rPr lang="fr-FR" sz="1600" b="1" dirty="0">
                <a:solidFill>
                  <a:srgbClr val="C00000"/>
                </a:solidFill>
                <a:latin typeface="Courier New"/>
                <a:cs typeface="Courier New"/>
              </a:rPr>
              <a:t>:</a:t>
            </a:r>
          </a:p>
          <a:p>
            <a:pPr marL="0" lvl="1" eaLnBrk="1" hangingPunct="1">
              <a:spcBef>
                <a:spcPts val="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sz="1600" b="1" dirty="0">
                <a:solidFill>
                  <a:srgbClr val="C00000"/>
                </a:solidFill>
                <a:latin typeface="Courier New"/>
                <a:cs typeface="Courier New"/>
              </a:rPr>
              <a:t>    </a:t>
            </a:r>
            <a:r>
              <a:rPr lang="fr-FR" sz="1600" b="1" dirty="0" err="1">
                <a:solidFill>
                  <a:srgbClr val="0000FF"/>
                </a:solidFill>
                <a:latin typeface="Courier New"/>
                <a:cs typeface="Courier New"/>
              </a:rPr>
              <a:t>resultat</a:t>
            </a:r>
            <a:r>
              <a:rPr lang="fr-FR" sz="1600" b="1" dirty="0">
                <a:solidFill>
                  <a:srgbClr val="0000FF"/>
                </a:solidFill>
                <a:latin typeface="Courier New"/>
                <a:cs typeface="Courier New"/>
              </a:rPr>
              <a:t> = </a:t>
            </a:r>
            <a:r>
              <a:rPr lang="fr-FR" sz="1600" b="1" dirty="0" err="1">
                <a:solidFill>
                  <a:srgbClr val="0000FF"/>
                </a:solidFill>
                <a:latin typeface="Courier New"/>
                <a:cs typeface="Courier New"/>
              </a:rPr>
              <a:t>numerateur</a:t>
            </a:r>
            <a:r>
              <a:rPr lang="fr-FR" sz="1600" b="1" dirty="0">
                <a:solidFill>
                  <a:srgbClr val="0000FF"/>
                </a:solidFill>
                <a:latin typeface="Courier New"/>
                <a:cs typeface="Courier New"/>
              </a:rPr>
              <a:t> / </a:t>
            </a:r>
            <a:r>
              <a:rPr lang="fr-FR" sz="1600" b="1" dirty="0" err="1">
                <a:solidFill>
                  <a:srgbClr val="0000FF"/>
                </a:solidFill>
                <a:latin typeface="Courier New"/>
                <a:cs typeface="Courier New"/>
              </a:rPr>
              <a:t>denominateur</a:t>
            </a:r>
            <a:endParaRPr lang="fr-FR" sz="1600" b="1" dirty="0">
              <a:solidFill>
                <a:srgbClr val="0000FF"/>
              </a:solidFill>
              <a:latin typeface="Courier New"/>
              <a:cs typeface="Courier New"/>
            </a:endParaRPr>
          </a:p>
          <a:p>
            <a:pPr marL="0" lvl="1" eaLnBrk="1" hangingPunct="1">
              <a:spcBef>
                <a:spcPts val="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sz="1600" b="1" dirty="0" err="1">
                <a:solidFill>
                  <a:srgbClr val="C00000"/>
                </a:solidFill>
                <a:latin typeface="Courier New"/>
                <a:cs typeface="Courier New"/>
              </a:rPr>
              <a:t>except</a:t>
            </a:r>
            <a:r>
              <a:rPr lang="fr-FR" sz="1600" b="1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lang="fr-FR" sz="1600" b="1" dirty="0" err="1">
                <a:solidFill>
                  <a:srgbClr val="008E40"/>
                </a:solidFill>
                <a:latin typeface="Courier New"/>
                <a:cs typeface="Courier New"/>
              </a:rPr>
              <a:t>NameError</a:t>
            </a:r>
            <a:r>
              <a:rPr lang="fr-FR" sz="1600" b="1" dirty="0">
                <a:solidFill>
                  <a:srgbClr val="008E40"/>
                </a:solidFill>
                <a:latin typeface="Courier New"/>
                <a:cs typeface="Courier New"/>
              </a:rPr>
              <a:t>:</a:t>
            </a:r>
          </a:p>
          <a:p>
            <a:pPr marL="1349375" lvl="1" indent="-1349375" eaLnBrk="1" hangingPunct="1">
              <a:spcBef>
                <a:spcPts val="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sz="1600" b="1" dirty="0">
                <a:solidFill>
                  <a:srgbClr val="0000FF"/>
                </a:solidFill>
                <a:latin typeface="Courier New"/>
                <a:cs typeface="Courier New"/>
              </a:rPr>
              <a:t>    </a:t>
            </a:r>
            <a:r>
              <a:rPr lang="fr-FR" sz="1600" b="1" dirty="0" err="1">
                <a:solidFill>
                  <a:srgbClr val="0000FF"/>
                </a:solidFill>
                <a:latin typeface="Courier New"/>
                <a:cs typeface="Courier New"/>
              </a:rPr>
              <a:t>print</a:t>
            </a:r>
            <a:r>
              <a:rPr lang="fr-FR" sz="1600" b="1" dirty="0">
                <a:solidFill>
                  <a:srgbClr val="0000FF"/>
                </a:solidFill>
                <a:latin typeface="Courier New"/>
                <a:cs typeface="Courier New"/>
              </a:rPr>
              <a:t>("La variable </a:t>
            </a:r>
            <a:r>
              <a:rPr lang="fr-FR" sz="1600" b="1" dirty="0" err="1">
                <a:solidFill>
                  <a:srgbClr val="0000FF"/>
                </a:solidFill>
                <a:latin typeface="Courier New"/>
                <a:cs typeface="Courier New"/>
              </a:rPr>
              <a:t>numerateur</a:t>
            </a:r>
            <a:r>
              <a:rPr lang="fr-FR" sz="1600" b="1" dirty="0">
                <a:solidFill>
                  <a:srgbClr val="0000FF"/>
                </a:solidFill>
                <a:latin typeface="Courier New"/>
                <a:cs typeface="Courier New"/>
              </a:rPr>
              <a:t> ou </a:t>
            </a:r>
            <a:r>
              <a:rPr lang="fr-FR" sz="1600" b="1" dirty="0" err="1">
                <a:solidFill>
                  <a:srgbClr val="0000FF"/>
                </a:solidFill>
                <a:latin typeface="Courier New"/>
                <a:cs typeface="Courier New"/>
              </a:rPr>
              <a:t>denominateur</a:t>
            </a:r>
            <a:r>
              <a:rPr lang="fr-FR" sz="1600" b="1" dirty="0">
                <a:solidFill>
                  <a:srgbClr val="0000FF"/>
                </a:solidFill>
                <a:latin typeface="Courier New"/>
                <a:cs typeface="Courier New"/>
              </a:rPr>
              <a:t> n'a pas été définie.")</a:t>
            </a:r>
          </a:p>
          <a:p>
            <a:pPr marL="0" lvl="1" eaLnBrk="1" hangingPunct="1">
              <a:spcBef>
                <a:spcPts val="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sz="1600" b="1" dirty="0" err="1">
                <a:solidFill>
                  <a:srgbClr val="C00000"/>
                </a:solidFill>
                <a:latin typeface="Courier New"/>
                <a:cs typeface="Courier New"/>
              </a:rPr>
              <a:t>except</a:t>
            </a:r>
            <a:r>
              <a:rPr lang="fr-FR" sz="1600" b="1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lang="fr-FR" sz="1600" b="1" dirty="0" err="1">
                <a:solidFill>
                  <a:srgbClr val="008E40"/>
                </a:solidFill>
                <a:latin typeface="Courier New"/>
                <a:cs typeface="Courier New"/>
              </a:rPr>
              <a:t>TypeError</a:t>
            </a:r>
            <a:r>
              <a:rPr lang="fr-FR" sz="1600" b="1" dirty="0">
                <a:solidFill>
                  <a:srgbClr val="008E40"/>
                </a:solidFill>
                <a:latin typeface="Courier New"/>
                <a:cs typeface="Courier New"/>
              </a:rPr>
              <a:t>:</a:t>
            </a:r>
          </a:p>
          <a:p>
            <a:pPr marL="1349375" lvl="1" indent="-1349375" eaLnBrk="1" hangingPunct="1">
              <a:spcBef>
                <a:spcPts val="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sz="1600" b="1" dirty="0">
                <a:solidFill>
                  <a:srgbClr val="0000FF"/>
                </a:solidFill>
                <a:latin typeface="Courier New"/>
                <a:cs typeface="Courier New"/>
              </a:rPr>
              <a:t>    </a:t>
            </a:r>
            <a:r>
              <a:rPr lang="fr-FR" sz="1600" b="1" dirty="0" err="1">
                <a:solidFill>
                  <a:srgbClr val="0000FF"/>
                </a:solidFill>
                <a:latin typeface="Courier New"/>
                <a:cs typeface="Courier New"/>
              </a:rPr>
              <a:t>print</a:t>
            </a:r>
            <a:r>
              <a:rPr lang="fr-FR" sz="1600" b="1" dirty="0">
                <a:solidFill>
                  <a:srgbClr val="0000FF"/>
                </a:solidFill>
                <a:latin typeface="Courier New"/>
                <a:cs typeface="Courier New"/>
              </a:rPr>
              <a:t>("La variable </a:t>
            </a:r>
            <a:r>
              <a:rPr lang="fr-FR" sz="1600" b="1" dirty="0" err="1">
                <a:solidFill>
                  <a:srgbClr val="0000FF"/>
                </a:solidFill>
                <a:latin typeface="Courier New"/>
                <a:cs typeface="Courier New"/>
              </a:rPr>
              <a:t>numerateur</a:t>
            </a:r>
            <a:r>
              <a:rPr lang="fr-FR" sz="1600" b="1" dirty="0">
                <a:solidFill>
                  <a:srgbClr val="0000FF"/>
                </a:solidFill>
                <a:latin typeface="Courier New"/>
                <a:cs typeface="Courier New"/>
              </a:rPr>
              <a:t> ou </a:t>
            </a:r>
            <a:r>
              <a:rPr lang="fr-FR" sz="1600" b="1" dirty="0" err="1">
                <a:solidFill>
                  <a:srgbClr val="0000FF"/>
                </a:solidFill>
                <a:latin typeface="Courier New"/>
                <a:cs typeface="Courier New"/>
              </a:rPr>
              <a:t>denominateur</a:t>
            </a:r>
            <a:r>
              <a:rPr lang="fr-FR" sz="1600" b="1" dirty="0">
                <a:solidFill>
                  <a:srgbClr val="0000FF"/>
                </a:solidFill>
                <a:latin typeface="Courier New"/>
                <a:cs typeface="Courier New"/>
              </a:rPr>
              <a:t> possède un type incompatible avec la division.")</a:t>
            </a:r>
          </a:p>
          <a:p>
            <a:pPr marL="0" lvl="1" eaLnBrk="1" hangingPunct="1">
              <a:spcBef>
                <a:spcPts val="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sz="1600" b="1" dirty="0" err="1">
                <a:solidFill>
                  <a:srgbClr val="C00000"/>
                </a:solidFill>
                <a:latin typeface="Courier New"/>
                <a:cs typeface="Courier New"/>
              </a:rPr>
              <a:t>except</a:t>
            </a:r>
            <a:r>
              <a:rPr lang="fr-FR" sz="1600" b="1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lang="fr-FR" sz="1600" b="1" dirty="0" err="1">
                <a:solidFill>
                  <a:srgbClr val="008E40"/>
                </a:solidFill>
                <a:latin typeface="Courier New"/>
                <a:cs typeface="Courier New"/>
              </a:rPr>
              <a:t>ZeroDivisionError</a:t>
            </a:r>
            <a:r>
              <a:rPr lang="fr-FR" sz="1600" b="1" dirty="0">
                <a:solidFill>
                  <a:srgbClr val="008E40"/>
                </a:solidFill>
                <a:latin typeface="Courier New"/>
                <a:cs typeface="Courier New"/>
              </a:rPr>
              <a:t>:</a:t>
            </a:r>
          </a:p>
          <a:p>
            <a:pPr marL="0" lvl="1" eaLnBrk="1" hangingPunct="1">
              <a:spcBef>
                <a:spcPts val="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sz="1600" b="1" dirty="0">
                <a:solidFill>
                  <a:srgbClr val="0000FF"/>
                </a:solidFill>
                <a:latin typeface="Courier New"/>
                <a:cs typeface="Courier New"/>
              </a:rPr>
              <a:t>    </a:t>
            </a:r>
            <a:r>
              <a:rPr lang="fr-FR" sz="1600" b="1" dirty="0" err="1">
                <a:solidFill>
                  <a:srgbClr val="0000FF"/>
                </a:solidFill>
                <a:latin typeface="Courier New"/>
                <a:cs typeface="Courier New"/>
              </a:rPr>
              <a:t>print</a:t>
            </a:r>
            <a:r>
              <a:rPr lang="fr-FR" sz="1600" b="1" dirty="0">
                <a:solidFill>
                  <a:srgbClr val="0000FF"/>
                </a:solidFill>
                <a:latin typeface="Courier New"/>
                <a:cs typeface="Courier New"/>
              </a:rPr>
              <a:t>("La variable </a:t>
            </a:r>
            <a:r>
              <a:rPr lang="fr-FR" sz="1600" b="1" dirty="0" err="1">
                <a:solidFill>
                  <a:srgbClr val="0000FF"/>
                </a:solidFill>
                <a:latin typeface="Courier New"/>
                <a:cs typeface="Courier New"/>
              </a:rPr>
              <a:t>denominateur</a:t>
            </a:r>
            <a:r>
              <a:rPr lang="fr-FR" sz="1600" b="1" dirty="0">
                <a:solidFill>
                  <a:srgbClr val="0000FF"/>
                </a:solidFill>
                <a:latin typeface="Courier New"/>
                <a:cs typeface="Courier New"/>
              </a:rPr>
              <a:t> est égale à 0.")</a:t>
            </a:r>
            <a:endParaRPr lang="ro-RO" sz="1600" b="1" dirty="0" err="1">
              <a:solidFill>
                <a:srgbClr val="0000FF"/>
              </a:solidFill>
              <a:latin typeface="Courier New"/>
              <a:cs typeface="Courier New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62235328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42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44" grpId="0"/>
      <p:bldP spid="1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Text Box 9"/>
          <p:cNvSpPr txBox="1">
            <a:spLocks noChangeArrowheads="1"/>
          </p:cNvSpPr>
          <p:nvPr/>
        </p:nvSpPr>
        <p:spPr bwMode="auto">
          <a:xfrm>
            <a:off x="971550" y="58738"/>
            <a:ext cx="8172450" cy="36988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1800" b="1">
                <a:solidFill>
                  <a:srgbClr val="000000"/>
                </a:solidFill>
                <a:latin typeface="Arial" pitchFamily="34" charset="0"/>
              </a:rPr>
              <a:t>Les exceptions</a:t>
            </a:r>
          </a:p>
        </p:txBody>
      </p:sp>
      <p:sp>
        <p:nvSpPr>
          <p:cNvPr id="62467" name="Rectangle 10"/>
          <p:cNvSpPr>
            <a:spLocks noChangeArrowheads="1"/>
          </p:cNvSpPr>
          <p:nvPr/>
        </p:nvSpPr>
        <p:spPr bwMode="auto">
          <a:xfrm>
            <a:off x="1033463" y="404813"/>
            <a:ext cx="8110537" cy="452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spcBef>
                <a:spcPct val="500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sz="2400" b="1" dirty="0">
                <a:latin typeface="+mn-lt"/>
              </a:rPr>
              <a:t>Forme plus complète</a:t>
            </a:r>
          </a:p>
        </p:txBody>
      </p:sp>
      <p:cxnSp>
        <p:nvCxnSpPr>
          <p:cNvPr id="200709" name="Connecteur droit avec flèche 17"/>
          <p:cNvCxnSpPr>
            <a:cxnSpLocks noChangeShapeType="1"/>
          </p:cNvCxnSpPr>
          <p:nvPr/>
        </p:nvCxnSpPr>
        <p:spPr bwMode="auto">
          <a:xfrm>
            <a:off x="4071938" y="5643563"/>
            <a:ext cx="1285875" cy="1587"/>
          </a:xfrm>
          <a:prstGeom prst="straightConnector1">
            <a:avLst/>
          </a:prstGeom>
          <a:noFill/>
          <a:ln w="9525" algn="ctr">
            <a:noFill/>
            <a:round/>
            <a:headEnd/>
            <a:tailEnd type="arrow" w="med" len="med"/>
          </a:ln>
        </p:spPr>
      </p:cxnSp>
      <p:cxnSp>
        <p:nvCxnSpPr>
          <p:cNvPr id="200710" name="Connecteur droit avec flèche 19"/>
          <p:cNvCxnSpPr>
            <a:cxnSpLocks noChangeShapeType="1"/>
          </p:cNvCxnSpPr>
          <p:nvPr/>
        </p:nvCxnSpPr>
        <p:spPr bwMode="auto">
          <a:xfrm>
            <a:off x="4071938" y="5572125"/>
            <a:ext cx="1357312" cy="285750"/>
          </a:xfrm>
          <a:prstGeom prst="straightConnector1">
            <a:avLst/>
          </a:prstGeom>
          <a:noFill/>
          <a:ln w="9525" algn="ctr">
            <a:noFill/>
            <a:round/>
            <a:headEnd/>
            <a:tailEnd type="arrow" w="med" len="med"/>
          </a:ln>
        </p:spPr>
      </p:cxnSp>
      <p:sp>
        <p:nvSpPr>
          <p:cNvPr id="200711" name="Triangle isocèle 6"/>
          <p:cNvSpPr>
            <a:spLocks noChangeArrowheads="1"/>
          </p:cNvSpPr>
          <p:nvPr/>
        </p:nvSpPr>
        <p:spPr bwMode="auto">
          <a:xfrm>
            <a:off x="571500" y="1143000"/>
            <a:ext cx="500063" cy="357188"/>
          </a:xfrm>
          <a:prstGeom prst="triangle">
            <a:avLst>
              <a:gd name="adj" fmla="val 50000"/>
            </a:avLst>
          </a:prstGeom>
          <a:noFill/>
          <a:ln w="9525" algn="ctr">
            <a:noFill/>
            <a:round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pPr eaLnBrk="1" hangingPunct="1">
              <a:spcBef>
                <a:spcPct val="50000"/>
              </a:spcBef>
              <a:buClr>
                <a:srgbClr val="336666"/>
              </a:buClr>
              <a:buFont typeface="Wingdings" pitchFamily="2" charset="2"/>
              <a:buNone/>
            </a:pPr>
            <a:endParaRPr lang="fr-FR"/>
          </a:p>
        </p:txBody>
      </p:sp>
      <p:sp>
        <p:nvSpPr>
          <p:cNvPr id="200712" name="Triangle isocèle 8"/>
          <p:cNvSpPr>
            <a:spLocks noChangeArrowheads="1"/>
          </p:cNvSpPr>
          <p:nvPr/>
        </p:nvSpPr>
        <p:spPr bwMode="auto">
          <a:xfrm>
            <a:off x="785813" y="1500188"/>
            <a:ext cx="714375" cy="500062"/>
          </a:xfrm>
          <a:prstGeom prst="triangle">
            <a:avLst>
              <a:gd name="adj" fmla="val 50000"/>
            </a:avLst>
          </a:prstGeom>
          <a:noFill/>
          <a:ln w="9525" algn="ctr">
            <a:noFill/>
            <a:round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pPr eaLnBrk="1" hangingPunct="1">
              <a:spcBef>
                <a:spcPct val="50000"/>
              </a:spcBef>
              <a:buClr>
                <a:srgbClr val="336666"/>
              </a:buClr>
              <a:buFont typeface="Wingdings" pitchFamily="2" charset="2"/>
              <a:buNone/>
            </a:pPr>
            <a:endParaRPr lang="fr-FR"/>
          </a:p>
        </p:txBody>
      </p:sp>
      <p:sp>
        <p:nvSpPr>
          <p:cNvPr id="142343" name="Rectangle 7"/>
          <p:cNvSpPr>
            <a:spLocks noChangeArrowheads="1"/>
          </p:cNvSpPr>
          <p:nvPr/>
        </p:nvSpPr>
        <p:spPr bwMode="auto">
          <a:xfrm>
            <a:off x="500063" y="1373177"/>
            <a:ext cx="8501062" cy="925511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lIns="90000" tIns="46800" rIns="90000" bIns="46800" anchor="ctr">
            <a:spAutoFit/>
          </a:bodyPr>
          <a:lstStyle/>
          <a:p>
            <a:pPr algn="just">
              <a:lnSpc>
                <a:spcPct val="150000"/>
              </a:lnSpc>
              <a:spcBef>
                <a:spcPct val="500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dirty="0">
                <a:latin typeface="+mn-lt"/>
              </a:rPr>
              <a:t>On peut capturer l'exception et afficher son message grâce au mot-clé </a:t>
            </a:r>
            <a:r>
              <a:rPr lang="fr-FR" b="1" dirty="0">
                <a:latin typeface="+mn-lt"/>
              </a:rPr>
              <a:t>as</a:t>
            </a:r>
            <a:r>
              <a:rPr lang="fr-FR" dirty="0">
                <a:latin typeface="+mn-lt"/>
              </a:rPr>
              <a:t> </a:t>
            </a:r>
            <a:r>
              <a:rPr lang="fr-FR" dirty="0" smtClean="0">
                <a:latin typeface="+mn-lt"/>
              </a:rPr>
              <a:t> ( </a:t>
            </a:r>
            <a:r>
              <a:rPr lang="fr-FR" dirty="0">
                <a:latin typeface="+mn-lt"/>
              </a:rPr>
              <a:t>rappelez-vous de l'importation de modules).</a:t>
            </a:r>
          </a:p>
        </p:txBody>
      </p:sp>
      <p:sp>
        <p:nvSpPr>
          <p:cNvPr id="10" name="Rectangle à coins arrondis 9"/>
          <p:cNvSpPr/>
          <p:nvPr/>
        </p:nvSpPr>
        <p:spPr>
          <a:xfrm>
            <a:off x="785813" y="2786062"/>
            <a:ext cx="8215312" cy="208313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marL="1349375" lvl="1" indent="-1349375" eaLnBrk="1" hangingPunct="1">
              <a:lnSpc>
                <a:spcPct val="150000"/>
              </a:lnSpc>
              <a:spcBef>
                <a:spcPts val="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b="1" dirty="0" err="1">
                <a:solidFill>
                  <a:srgbClr val="C00000"/>
                </a:solidFill>
                <a:latin typeface="Courier New"/>
                <a:cs typeface="Courier New"/>
              </a:rPr>
              <a:t>try</a:t>
            </a:r>
            <a:r>
              <a:rPr lang="fr-FR" b="1" dirty="0">
                <a:solidFill>
                  <a:srgbClr val="C00000"/>
                </a:solidFill>
                <a:latin typeface="Courier New"/>
                <a:cs typeface="Courier New"/>
              </a:rPr>
              <a:t>:</a:t>
            </a:r>
          </a:p>
          <a:p>
            <a:pPr marL="1349375" lvl="1" indent="-1349375" eaLnBrk="1" hangingPunct="1">
              <a:lnSpc>
                <a:spcPct val="150000"/>
              </a:lnSpc>
              <a:spcBef>
                <a:spcPts val="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b="1" dirty="0">
                <a:solidFill>
                  <a:srgbClr val="0000FF"/>
                </a:solidFill>
                <a:latin typeface="Courier New"/>
                <a:cs typeface="Courier New"/>
              </a:rPr>
              <a:t>    # Bloc de test</a:t>
            </a:r>
          </a:p>
          <a:p>
            <a:pPr marL="1349375" lvl="1" indent="-1349375" eaLnBrk="1" hangingPunct="1">
              <a:lnSpc>
                <a:spcPct val="150000"/>
              </a:lnSpc>
              <a:spcBef>
                <a:spcPts val="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b="1" dirty="0" err="1">
                <a:solidFill>
                  <a:srgbClr val="C00000"/>
                </a:solidFill>
                <a:latin typeface="Courier New"/>
                <a:cs typeface="Courier New"/>
              </a:rPr>
              <a:t>except</a:t>
            </a:r>
            <a:r>
              <a:rPr lang="fr-FR" b="1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lang="fr-FR" b="1" dirty="0" err="1">
                <a:solidFill>
                  <a:srgbClr val="0000FF"/>
                </a:solidFill>
                <a:latin typeface="Courier New"/>
                <a:cs typeface="Courier New"/>
              </a:rPr>
              <a:t>type_de_l_exception</a:t>
            </a:r>
            <a:r>
              <a:rPr lang="fr-FR" b="1" dirty="0">
                <a:solidFill>
                  <a:srgbClr val="008E40"/>
                </a:solidFill>
                <a:latin typeface="Courier New"/>
                <a:cs typeface="Courier New"/>
              </a:rPr>
              <a:t> as </a:t>
            </a:r>
            <a:r>
              <a:rPr lang="fr-FR" b="1" dirty="0" err="1">
                <a:solidFill>
                  <a:srgbClr val="0000FF"/>
                </a:solidFill>
                <a:latin typeface="Courier New"/>
                <a:cs typeface="Courier New"/>
              </a:rPr>
              <a:t>exception_retournee</a:t>
            </a:r>
            <a:r>
              <a:rPr lang="fr-FR" b="1" dirty="0">
                <a:solidFill>
                  <a:srgbClr val="0000FF"/>
                </a:solidFill>
                <a:latin typeface="Courier New"/>
                <a:cs typeface="Courier New"/>
              </a:rPr>
              <a:t>:</a:t>
            </a:r>
          </a:p>
          <a:p>
            <a:pPr marL="1349375" lvl="1" indent="-1349375" eaLnBrk="1" hangingPunct="1">
              <a:lnSpc>
                <a:spcPct val="150000"/>
              </a:lnSpc>
              <a:spcBef>
                <a:spcPts val="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b="1" dirty="0">
                <a:solidFill>
                  <a:srgbClr val="0000FF"/>
                </a:solidFill>
                <a:latin typeface="Courier New"/>
                <a:cs typeface="Courier New"/>
              </a:rPr>
              <a:t>    </a:t>
            </a:r>
            <a:r>
              <a:rPr lang="fr-FR" b="1" dirty="0" err="1">
                <a:solidFill>
                  <a:srgbClr val="0000FF"/>
                </a:solidFill>
                <a:latin typeface="Courier New"/>
                <a:cs typeface="Courier New"/>
              </a:rPr>
              <a:t>print</a:t>
            </a:r>
            <a:r>
              <a:rPr lang="fr-FR" b="1" dirty="0">
                <a:solidFill>
                  <a:srgbClr val="0000FF"/>
                </a:solidFill>
                <a:latin typeface="Courier New"/>
                <a:cs typeface="Courier New"/>
              </a:rPr>
              <a:t>("Voici l'erreur :", </a:t>
            </a:r>
            <a:r>
              <a:rPr lang="fr-FR" b="1" dirty="0" err="1">
                <a:solidFill>
                  <a:srgbClr val="0000FF"/>
                </a:solidFill>
                <a:latin typeface="Courier New"/>
                <a:cs typeface="Courier New"/>
              </a:rPr>
              <a:t>exception_retournee</a:t>
            </a:r>
            <a:r>
              <a:rPr lang="fr-FR" b="1" dirty="0">
                <a:solidFill>
                  <a:srgbClr val="0000FF"/>
                </a:solidFill>
                <a:latin typeface="Courier New"/>
                <a:cs typeface="Courier New"/>
              </a:rPr>
              <a:t>)</a:t>
            </a:r>
            <a:endParaRPr lang="ro-RO" b="1" dirty="0" err="1">
              <a:solidFill>
                <a:srgbClr val="0000FF"/>
              </a:solidFill>
              <a:latin typeface="Courier New"/>
              <a:cs typeface="Courier New"/>
            </a:endParaRPr>
          </a:p>
        </p:txBody>
      </p:sp>
      <p:sp>
        <p:nvSpPr>
          <p:cNvPr id="283649" name="Rectangle 1"/>
          <p:cNvSpPr>
            <a:spLocks noChangeArrowheads="1"/>
          </p:cNvSpPr>
          <p:nvPr/>
        </p:nvSpPr>
        <p:spPr bwMode="auto">
          <a:xfrm rot="10800000" flipV="1">
            <a:off x="571500" y="5091704"/>
            <a:ext cx="8286750" cy="960841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lIns="90000" tIns="46800" rIns="90000" bIns="46800" anchor="ctr">
            <a:spAutoFit/>
          </a:bodyPr>
          <a:lstStyle/>
          <a:p>
            <a:pPr algn="just">
              <a:lnSpc>
                <a:spcPct val="150000"/>
              </a:lnSpc>
              <a:spcBef>
                <a:spcPct val="500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dirty="0">
                <a:latin typeface="+mn-lt"/>
              </a:rPr>
              <a:t>Dans ce cas, une variable </a:t>
            </a:r>
            <a:r>
              <a:rPr lang="fr-FR" b="1" dirty="0" err="1">
                <a:latin typeface="+mn-lt"/>
              </a:rPr>
              <a:t>exception_retournee</a:t>
            </a:r>
            <a:r>
              <a:rPr lang="fr-FR" dirty="0">
                <a:latin typeface="+mn-lt"/>
              </a:rPr>
              <a:t> est créée par Python si une exception du type précisé est levée dans le bloc</a:t>
            </a:r>
            <a:r>
              <a:rPr lang="fr-FR" b="1" dirty="0">
                <a:latin typeface="+mn-lt"/>
              </a:rPr>
              <a:t> </a:t>
            </a:r>
            <a:r>
              <a:rPr lang="fr-FR" b="1" dirty="0" err="1">
                <a:latin typeface="+mn-lt"/>
              </a:rPr>
              <a:t>try</a:t>
            </a:r>
            <a:r>
              <a:rPr lang="fr-FR" dirty="0">
                <a:latin typeface="+mn-lt"/>
              </a:rPr>
              <a:t>.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44597506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83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8364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Text Box 9"/>
          <p:cNvSpPr txBox="1">
            <a:spLocks noChangeArrowheads="1"/>
          </p:cNvSpPr>
          <p:nvPr/>
        </p:nvSpPr>
        <p:spPr bwMode="auto">
          <a:xfrm>
            <a:off x="971550" y="58738"/>
            <a:ext cx="8172450" cy="36988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1800" b="1">
                <a:solidFill>
                  <a:srgbClr val="000000"/>
                </a:solidFill>
                <a:latin typeface="Arial" pitchFamily="34" charset="0"/>
              </a:rPr>
              <a:t>Les exceptions</a:t>
            </a:r>
          </a:p>
        </p:txBody>
      </p:sp>
      <p:sp>
        <p:nvSpPr>
          <p:cNvPr id="62467" name="Rectangle 10"/>
          <p:cNvSpPr>
            <a:spLocks noChangeArrowheads="1"/>
          </p:cNvSpPr>
          <p:nvPr/>
        </p:nvSpPr>
        <p:spPr bwMode="auto">
          <a:xfrm>
            <a:off x="1033463" y="404813"/>
            <a:ext cx="8110537" cy="452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spcBef>
                <a:spcPct val="500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sz="2400" dirty="0">
                <a:latin typeface="+mj-lt"/>
              </a:rPr>
              <a:t>Les mots-clés </a:t>
            </a:r>
            <a:r>
              <a:rPr lang="fr-FR" sz="2400" b="1" dirty="0" err="1">
                <a:latin typeface="+mj-lt"/>
              </a:rPr>
              <a:t>else</a:t>
            </a:r>
            <a:r>
              <a:rPr lang="fr-FR" sz="2400" dirty="0">
                <a:latin typeface="+mj-lt"/>
              </a:rPr>
              <a:t> et </a:t>
            </a:r>
            <a:r>
              <a:rPr lang="fr-FR" sz="2400" b="1" dirty="0" err="1">
                <a:latin typeface="+mj-lt"/>
              </a:rPr>
              <a:t>finally</a:t>
            </a:r>
            <a:endParaRPr lang="fr-FR" sz="2400" b="1" dirty="0">
              <a:latin typeface="+mj-lt"/>
            </a:endParaRPr>
          </a:p>
        </p:txBody>
      </p:sp>
      <p:cxnSp>
        <p:nvCxnSpPr>
          <p:cNvPr id="201733" name="Connecteur droit avec flèche 17"/>
          <p:cNvCxnSpPr>
            <a:cxnSpLocks noChangeShapeType="1"/>
          </p:cNvCxnSpPr>
          <p:nvPr/>
        </p:nvCxnSpPr>
        <p:spPr bwMode="auto">
          <a:xfrm>
            <a:off x="4071938" y="5643563"/>
            <a:ext cx="1285875" cy="1587"/>
          </a:xfrm>
          <a:prstGeom prst="straightConnector1">
            <a:avLst/>
          </a:prstGeom>
          <a:noFill/>
          <a:ln w="9525" algn="ctr">
            <a:noFill/>
            <a:round/>
            <a:headEnd/>
            <a:tailEnd type="arrow" w="med" len="med"/>
          </a:ln>
        </p:spPr>
      </p:cxnSp>
      <p:cxnSp>
        <p:nvCxnSpPr>
          <p:cNvPr id="201734" name="Connecteur droit avec flèche 19"/>
          <p:cNvCxnSpPr>
            <a:cxnSpLocks noChangeShapeType="1"/>
          </p:cNvCxnSpPr>
          <p:nvPr/>
        </p:nvCxnSpPr>
        <p:spPr bwMode="auto">
          <a:xfrm>
            <a:off x="4071938" y="5572125"/>
            <a:ext cx="1357312" cy="285750"/>
          </a:xfrm>
          <a:prstGeom prst="straightConnector1">
            <a:avLst/>
          </a:prstGeom>
          <a:noFill/>
          <a:ln w="9525" algn="ctr">
            <a:noFill/>
            <a:round/>
            <a:headEnd/>
            <a:tailEnd type="arrow" w="med" len="med"/>
          </a:ln>
        </p:spPr>
      </p:cxnSp>
      <p:sp>
        <p:nvSpPr>
          <p:cNvPr id="201735" name="Triangle isocèle 6"/>
          <p:cNvSpPr>
            <a:spLocks noChangeArrowheads="1"/>
          </p:cNvSpPr>
          <p:nvPr/>
        </p:nvSpPr>
        <p:spPr bwMode="auto">
          <a:xfrm>
            <a:off x="571500" y="1143000"/>
            <a:ext cx="500063" cy="357188"/>
          </a:xfrm>
          <a:prstGeom prst="triangle">
            <a:avLst>
              <a:gd name="adj" fmla="val 50000"/>
            </a:avLst>
          </a:prstGeom>
          <a:noFill/>
          <a:ln w="9525" algn="ctr">
            <a:noFill/>
            <a:round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pPr eaLnBrk="1" hangingPunct="1">
              <a:spcBef>
                <a:spcPct val="50000"/>
              </a:spcBef>
              <a:buClr>
                <a:srgbClr val="336666"/>
              </a:buClr>
              <a:buFont typeface="Wingdings" pitchFamily="2" charset="2"/>
              <a:buNone/>
            </a:pPr>
            <a:endParaRPr lang="fr-FR"/>
          </a:p>
        </p:txBody>
      </p:sp>
      <p:sp>
        <p:nvSpPr>
          <p:cNvPr id="201736" name="Triangle isocèle 8"/>
          <p:cNvSpPr>
            <a:spLocks noChangeArrowheads="1"/>
          </p:cNvSpPr>
          <p:nvPr/>
        </p:nvSpPr>
        <p:spPr bwMode="auto">
          <a:xfrm>
            <a:off x="785813" y="1500188"/>
            <a:ext cx="714375" cy="500062"/>
          </a:xfrm>
          <a:prstGeom prst="triangle">
            <a:avLst>
              <a:gd name="adj" fmla="val 50000"/>
            </a:avLst>
          </a:prstGeom>
          <a:noFill/>
          <a:ln w="9525" algn="ctr">
            <a:noFill/>
            <a:round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pPr eaLnBrk="1" hangingPunct="1">
              <a:spcBef>
                <a:spcPct val="50000"/>
              </a:spcBef>
              <a:buClr>
                <a:srgbClr val="336666"/>
              </a:buClr>
              <a:buFont typeface="Wingdings" pitchFamily="2" charset="2"/>
              <a:buNone/>
            </a:pPr>
            <a:endParaRPr lang="fr-FR"/>
          </a:p>
        </p:txBody>
      </p:sp>
      <p:sp>
        <p:nvSpPr>
          <p:cNvPr id="142343" name="Rectangle 7"/>
          <p:cNvSpPr>
            <a:spLocks noChangeArrowheads="1"/>
          </p:cNvSpPr>
          <p:nvPr/>
        </p:nvSpPr>
        <p:spPr bwMode="auto">
          <a:xfrm>
            <a:off x="500063" y="997290"/>
            <a:ext cx="8501062" cy="2325894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lIns="90000" tIns="46800" rIns="90000" bIns="46800" anchor="ctr">
            <a:spAutoFit/>
          </a:bodyPr>
          <a:lstStyle/>
          <a:p>
            <a:pPr algn="just">
              <a:spcBef>
                <a:spcPct val="500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dirty="0">
                <a:latin typeface="+mj-lt"/>
              </a:rPr>
              <a:t>Ce sont deux mots-clés qui vont nous permettre de construire un bloc </a:t>
            </a:r>
            <a:r>
              <a:rPr lang="fr-FR" dirty="0" err="1">
                <a:latin typeface="+mj-lt"/>
              </a:rPr>
              <a:t>try</a:t>
            </a:r>
            <a:r>
              <a:rPr lang="fr-FR" dirty="0">
                <a:latin typeface="+mj-lt"/>
              </a:rPr>
              <a:t> plus complet.</a:t>
            </a:r>
          </a:p>
          <a:p>
            <a:pPr marL="174625" indent="-174625" algn="just">
              <a:spcBef>
                <a:spcPts val="1800"/>
              </a:spcBef>
              <a:buClr>
                <a:srgbClr val="336666"/>
              </a:buClr>
              <a:buFont typeface="Wingdings" pitchFamily="2" charset="2"/>
              <a:buChar char="§"/>
              <a:defRPr/>
            </a:pPr>
            <a:r>
              <a:rPr lang="fr-FR" dirty="0">
                <a:solidFill>
                  <a:srgbClr val="FF0000"/>
                </a:solidFill>
                <a:latin typeface="+mj-lt"/>
              </a:rPr>
              <a:t>Le mot-clé </a:t>
            </a:r>
            <a:r>
              <a:rPr lang="fr-FR" b="1" dirty="0" err="1">
                <a:solidFill>
                  <a:srgbClr val="FF0000"/>
                </a:solidFill>
                <a:latin typeface="+mj-lt"/>
              </a:rPr>
              <a:t>else</a:t>
            </a:r>
            <a:endParaRPr lang="fr-FR" b="1" dirty="0">
              <a:solidFill>
                <a:srgbClr val="FF0000"/>
              </a:solidFill>
              <a:latin typeface="+mj-lt"/>
            </a:endParaRPr>
          </a:p>
          <a:p>
            <a:pPr marL="173038" lvl="1" algn="just">
              <a:spcBef>
                <a:spcPts val="6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dirty="0">
                <a:latin typeface="+mj-lt"/>
              </a:rPr>
              <a:t>Dans un bloc </a:t>
            </a:r>
            <a:r>
              <a:rPr lang="fr-FR" b="1" dirty="0" err="1">
                <a:latin typeface="+mj-lt"/>
              </a:rPr>
              <a:t>try</a:t>
            </a:r>
            <a:r>
              <a:rPr lang="fr-FR" b="1" dirty="0">
                <a:latin typeface="+mj-lt"/>
              </a:rPr>
              <a:t>,</a:t>
            </a:r>
            <a:r>
              <a:rPr lang="fr-FR" dirty="0">
                <a:latin typeface="+mj-lt"/>
              </a:rPr>
              <a:t> </a:t>
            </a:r>
            <a:r>
              <a:rPr lang="fr-FR" b="1" dirty="0" err="1">
                <a:latin typeface="+mj-lt"/>
              </a:rPr>
              <a:t>else</a:t>
            </a:r>
            <a:r>
              <a:rPr lang="fr-FR" dirty="0">
                <a:latin typeface="+mj-lt"/>
              </a:rPr>
              <a:t> va permettre d'exécuter une action si aucune erreur ne survient dans le bloc (</a:t>
            </a:r>
            <a:r>
              <a:rPr lang="fr-FR" dirty="0" err="1">
                <a:latin typeface="+mj-lt"/>
              </a:rPr>
              <a:t>c-à-d</a:t>
            </a:r>
            <a:r>
              <a:rPr lang="fr-FR" dirty="0">
                <a:latin typeface="+mj-lt"/>
              </a:rPr>
              <a:t> aucune exception n'a été lancée dans le </a:t>
            </a:r>
            <a:r>
              <a:rPr lang="fr-FR" b="1" dirty="0" err="1">
                <a:latin typeface="+mj-lt"/>
              </a:rPr>
              <a:t>try</a:t>
            </a:r>
            <a:r>
              <a:rPr lang="fr-FR" dirty="0">
                <a:latin typeface="+mj-lt"/>
              </a:rPr>
              <a:t>).</a:t>
            </a:r>
          </a:p>
        </p:txBody>
      </p:sp>
      <p:sp>
        <p:nvSpPr>
          <p:cNvPr id="13" name="Rectangle à coins arrondis 12"/>
          <p:cNvSpPr/>
          <p:nvPr/>
        </p:nvSpPr>
        <p:spPr>
          <a:xfrm>
            <a:off x="642938" y="3455335"/>
            <a:ext cx="8143875" cy="32861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marL="0" lvl="1" eaLnBrk="1" hangingPunct="1">
              <a:spcBef>
                <a:spcPts val="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sz="1600" b="1" dirty="0" err="1">
                <a:solidFill>
                  <a:srgbClr val="C00000"/>
                </a:solidFill>
                <a:latin typeface="Courier New"/>
                <a:cs typeface="Courier New"/>
              </a:rPr>
              <a:t>try</a:t>
            </a:r>
            <a:r>
              <a:rPr lang="fr-FR" sz="1600" b="1" dirty="0">
                <a:solidFill>
                  <a:srgbClr val="C00000"/>
                </a:solidFill>
                <a:latin typeface="Courier New"/>
                <a:cs typeface="Courier New"/>
              </a:rPr>
              <a:t>:</a:t>
            </a:r>
          </a:p>
          <a:p>
            <a:pPr marL="0" lvl="1" eaLnBrk="1" hangingPunct="1">
              <a:spcBef>
                <a:spcPts val="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sz="1600" b="1" dirty="0">
                <a:solidFill>
                  <a:srgbClr val="C00000"/>
                </a:solidFill>
                <a:latin typeface="Courier New"/>
                <a:cs typeface="Courier New"/>
              </a:rPr>
              <a:t>    </a:t>
            </a:r>
            <a:r>
              <a:rPr lang="fr-FR" sz="1600" b="1" dirty="0" err="1">
                <a:solidFill>
                  <a:srgbClr val="0000FF"/>
                </a:solidFill>
                <a:latin typeface="Courier New"/>
                <a:cs typeface="Courier New"/>
              </a:rPr>
              <a:t>resultat</a:t>
            </a:r>
            <a:r>
              <a:rPr lang="fr-FR" sz="1600" b="1" dirty="0">
                <a:solidFill>
                  <a:srgbClr val="0000FF"/>
                </a:solidFill>
                <a:latin typeface="Courier New"/>
                <a:cs typeface="Courier New"/>
              </a:rPr>
              <a:t> = </a:t>
            </a:r>
            <a:r>
              <a:rPr lang="fr-FR" sz="1600" b="1" dirty="0" err="1">
                <a:solidFill>
                  <a:srgbClr val="0000FF"/>
                </a:solidFill>
                <a:latin typeface="Courier New"/>
                <a:cs typeface="Courier New"/>
              </a:rPr>
              <a:t>numerateur</a:t>
            </a:r>
            <a:r>
              <a:rPr lang="fr-FR" sz="1600" b="1" dirty="0">
                <a:solidFill>
                  <a:srgbClr val="0000FF"/>
                </a:solidFill>
                <a:latin typeface="Courier New"/>
                <a:cs typeface="Courier New"/>
              </a:rPr>
              <a:t> / </a:t>
            </a:r>
            <a:r>
              <a:rPr lang="fr-FR" sz="1600" b="1" dirty="0" err="1">
                <a:solidFill>
                  <a:srgbClr val="0000FF"/>
                </a:solidFill>
                <a:latin typeface="Courier New"/>
                <a:cs typeface="Courier New"/>
              </a:rPr>
              <a:t>denominateur</a:t>
            </a:r>
            <a:endParaRPr lang="fr-FR" sz="1600" b="1" dirty="0">
              <a:solidFill>
                <a:srgbClr val="0000FF"/>
              </a:solidFill>
              <a:latin typeface="Courier New"/>
              <a:cs typeface="Courier New"/>
            </a:endParaRPr>
          </a:p>
          <a:p>
            <a:pPr marL="0" lvl="1" eaLnBrk="1" hangingPunct="1">
              <a:spcBef>
                <a:spcPts val="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sz="1600" b="1" dirty="0" err="1">
                <a:solidFill>
                  <a:srgbClr val="C00000"/>
                </a:solidFill>
                <a:latin typeface="Courier New"/>
                <a:cs typeface="Courier New"/>
              </a:rPr>
              <a:t>except</a:t>
            </a:r>
            <a:r>
              <a:rPr lang="fr-FR" sz="1600" b="1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lang="fr-FR" sz="1600" b="1" dirty="0" err="1">
                <a:solidFill>
                  <a:srgbClr val="008E40"/>
                </a:solidFill>
                <a:latin typeface="Courier New"/>
                <a:cs typeface="Courier New"/>
              </a:rPr>
              <a:t>NameError</a:t>
            </a:r>
            <a:r>
              <a:rPr lang="fr-FR" sz="1600" b="1" dirty="0">
                <a:solidFill>
                  <a:srgbClr val="008E40"/>
                </a:solidFill>
                <a:latin typeface="Courier New"/>
                <a:cs typeface="Courier New"/>
              </a:rPr>
              <a:t>:</a:t>
            </a:r>
          </a:p>
          <a:p>
            <a:pPr marL="1349375" lvl="1" indent="-1349375" eaLnBrk="1" hangingPunct="1">
              <a:spcBef>
                <a:spcPts val="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sz="1600" b="1" dirty="0">
                <a:solidFill>
                  <a:srgbClr val="0000FF"/>
                </a:solidFill>
                <a:latin typeface="Courier New"/>
                <a:cs typeface="Courier New"/>
              </a:rPr>
              <a:t>    </a:t>
            </a:r>
            <a:r>
              <a:rPr lang="fr-FR" sz="1600" b="1" dirty="0" err="1">
                <a:solidFill>
                  <a:srgbClr val="0000FF"/>
                </a:solidFill>
                <a:latin typeface="Courier New"/>
                <a:cs typeface="Courier New"/>
              </a:rPr>
              <a:t>print</a:t>
            </a:r>
            <a:r>
              <a:rPr lang="fr-FR" sz="1600" b="1" dirty="0">
                <a:solidFill>
                  <a:srgbClr val="0000FF"/>
                </a:solidFill>
                <a:latin typeface="Courier New"/>
                <a:cs typeface="Courier New"/>
              </a:rPr>
              <a:t>("La variable </a:t>
            </a:r>
            <a:r>
              <a:rPr lang="fr-FR" sz="1600" b="1" dirty="0" err="1">
                <a:solidFill>
                  <a:srgbClr val="0000FF"/>
                </a:solidFill>
                <a:latin typeface="Courier New"/>
                <a:cs typeface="Courier New"/>
              </a:rPr>
              <a:t>numerateur</a:t>
            </a:r>
            <a:r>
              <a:rPr lang="fr-FR" sz="1600" b="1" dirty="0">
                <a:solidFill>
                  <a:srgbClr val="0000FF"/>
                </a:solidFill>
                <a:latin typeface="Courier New"/>
                <a:cs typeface="Courier New"/>
              </a:rPr>
              <a:t> ou </a:t>
            </a:r>
            <a:r>
              <a:rPr lang="fr-FR" sz="1600" b="1" dirty="0" err="1">
                <a:solidFill>
                  <a:srgbClr val="0000FF"/>
                </a:solidFill>
                <a:latin typeface="Courier New"/>
                <a:cs typeface="Courier New"/>
              </a:rPr>
              <a:t>denominateur</a:t>
            </a:r>
            <a:r>
              <a:rPr lang="fr-FR" sz="1600" b="1" dirty="0">
                <a:solidFill>
                  <a:srgbClr val="0000FF"/>
                </a:solidFill>
                <a:latin typeface="Courier New"/>
                <a:cs typeface="Courier New"/>
              </a:rPr>
              <a:t> n'a pas été définie.")</a:t>
            </a:r>
          </a:p>
          <a:p>
            <a:pPr marL="0" lvl="1" eaLnBrk="1" hangingPunct="1">
              <a:spcBef>
                <a:spcPts val="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sz="1600" b="1" dirty="0" err="1">
                <a:solidFill>
                  <a:srgbClr val="C00000"/>
                </a:solidFill>
                <a:latin typeface="Courier New"/>
                <a:cs typeface="Courier New"/>
              </a:rPr>
              <a:t>except</a:t>
            </a:r>
            <a:r>
              <a:rPr lang="fr-FR" sz="1600" b="1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lang="fr-FR" sz="1600" b="1" dirty="0" err="1">
                <a:solidFill>
                  <a:srgbClr val="008E40"/>
                </a:solidFill>
                <a:latin typeface="Courier New"/>
                <a:cs typeface="Courier New"/>
              </a:rPr>
              <a:t>TypeError</a:t>
            </a:r>
            <a:r>
              <a:rPr lang="fr-FR" sz="1600" b="1" dirty="0">
                <a:solidFill>
                  <a:srgbClr val="008E40"/>
                </a:solidFill>
                <a:latin typeface="Courier New"/>
                <a:cs typeface="Courier New"/>
              </a:rPr>
              <a:t>:</a:t>
            </a:r>
          </a:p>
          <a:p>
            <a:pPr marL="1349375" lvl="1" indent="-1349375" eaLnBrk="1" hangingPunct="1">
              <a:spcBef>
                <a:spcPts val="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sz="1600" b="1" dirty="0">
                <a:solidFill>
                  <a:srgbClr val="0000FF"/>
                </a:solidFill>
                <a:latin typeface="Courier New"/>
                <a:cs typeface="Courier New"/>
              </a:rPr>
              <a:t>    </a:t>
            </a:r>
            <a:r>
              <a:rPr lang="fr-FR" sz="1600" b="1" dirty="0" err="1">
                <a:solidFill>
                  <a:srgbClr val="0000FF"/>
                </a:solidFill>
                <a:latin typeface="Courier New"/>
                <a:cs typeface="Courier New"/>
              </a:rPr>
              <a:t>print</a:t>
            </a:r>
            <a:r>
              <a:rPr lang="fr-FR" sz="1600" b="1" dirty="0">
                <a:solidFill>
                  <a:srgbClr val="0000FF"/>
                </a:solidFill>
                <a:latin typeface="Courier New"/>
                <a:cs typeface="Courier New"/>
              </a:rPr>
              <a:t>("La variable </a:t>
            </a:r>
            <a:r>
              <a:rPr lang="fr-FR" sz="1600" b="1" dirty="0" err="1">
                <a:solidFill>
                  <a:srgbClr val="0000FF"/>
                </a:solidFill>
                <a:latin typeface="Courier New"/>
                <a:cs typeface="Courier New"/>
              </a:rPr>
              <a:t>numerateur</a:t>
            </a:r>
            <a:r>
              <a:rPr lang="fr-FR" sz="1600" b="1" dirty="0">
                <a:solidFill>
                  <a:srgbClr val="0000FF"/>
                </a:solidFill>
                <a:latin typeface="Courier New"/>
                <a:cs typeface="Courier New"/>
              </a:rPr>
              <a:t> ou </a:t>
            </a:r>
            <a:r>
              <a:rPr lang="fr-FR" sz="1600" b="1" dirty="0" err="1">
                <a:solidFill>
                  <a:srgbClr val="0000FF"/>
                </a:solidFill>
                <a:latin typeface="Courier New"/>
                <a:cs typeface="Courier New"/>
              </a:rPr>
              <a:t>denominateur</a:t>
            </a:r>
            <a:r>
              <a:rPr lang="fr-FR" sz="1600" b="1" dirty="0">
                <a:solidFill>
                  <a:srgbClr val="0000FF"/>
                </a:solidFill>
                <a:latin typeface="Courier New"/>
                <a:cs typeface="Courier New"/>
              </a:rPr>
              <a:t> possède un type incompatible avec la division.")</a:t>
            </a:r>
          </a:p>
          <a:p>
            <a:pPr marL="0" lvl="1" eaLnBrk="1" hangingPunct="1">
              <a:spcBef>
                <a:spcPts val="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sz="1600" b="1" dirty="0" err="1">
                <a:solidFill>
                  <a:srgbClr val="C00000"/>
                </a:solidFill>
                <a:latin typeface="Courier New"/>
                <a:cs typeface="Courier New"/>
              </a:rPr>
              <a:t>except</a:t>
            </a:r>
            <a:r>
              <a:rPr lang="fr-FR" sz="1600" b="1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lang="fr-FR" sz="1600" b="1" dirty="0" err="1">
                <a:solidFill>
                  <a:srgbClr val="008E40"/>
                </a:solidFill>
                <a:latin typeface="Courier New"/>
                <a:cs typeface="Courier New"/>
              </a:rPr>
              <a:t>ZeroDivisionError</a:t>
            </a:r>
            <a:r>
              <a:rPr lang="fr-FR" sz="1600" b="1" dirty="0">
                <a:solidFill>
                  <a:srgbClr val="008E40"/>
                </a:solidFill>
                <a:latin typeface="Courier New"/>
                <a:cs typeface="Courier New"/>
              </a:rPr>
              <a:t>:</a:t>
            </a:r>
          </a:p>
          <a:p>
            <a:pPr marL="0" lvl="1" eaLnBrk="1" hangingPunct="1">
              <a:spcBef>
                <a:spcPts val="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sz="1600" b="1" dirty="0">
                <a:solidFill>
                  <a:srgbClr val="0000FF"/>
                </a:solidFill>
                <a:latin typeface="Courier New"/>
                <a:cs typeface="Courier New"/>
              </a:rPr>
              <a:t>    </a:t>
            </a:r>
            <a:r>
              <a:rPr lang="fr-FR" sz="1600" b="1" dirty="0" err="1">
                <a:solidFill>
                  <a:srgbClr val="0000FF"/>
                </a:solidFill>
                <a:latin typeface="Courier New"/>
                <a:cs typeface="Courier New"/>
              </a:rPr>
              <a:t>print</a:t>
            </a:r>
            <a:r>
              <a:rPr lang="fr-FR" sz="1600" b="1" dirty="0">
                <a:solidFill>
                  <a:srgbClr val="0000FF"/>
                </a:solidFill>
                <a:latin typeface="Courier New"/>
                <a:cs typeface="Courier New"/>
              </a:rPr>
              <a:t>("La variable </a:t>
            </a:r>
            <a:r>
              <a:rPr lang="fr-FR" sz="1600" b="1" dirty="0" err="1">
                <a:solidFill>
                  <a:srgbClr val="0000FF"/>
                </a:solidFill>
                <a:latin typeface="Courier New"/>
                <a:cs typeface="Courier New"/>
              </a:rPr>
              <a:t>denominateur</a:t>
            </a:r>
            <a:r>
              <a:rPr lang="fr-FR" sz="1600" b="1" dirty="0">
                <a:solidFill>
                  <a:srgbClr val="0000FF"/>
                </a:solidFill>
                <a:latin typeface="Courier New"/>
                <a:cs typeface="Courier New"/>
              </a:rPr>
              <a:t> est égale à 0.")</a:t>
            </a:r>
          </a:p>
          <a:p>
            <a:pPr marL="0" lvl="1" eaLnBrk="1" hangingPunct="1">
              <a:spcBef>
                <a:spcPts val="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sz="1600" b="1" dirty="0" err="1">
                <a:solidFill>
                  <a:srgbClr val="C00000"/>
                </a:solidFill>
                <a:latin typeface="Courier New"/>
                <a:cs typeface="Courier New"/>
              </a:rPr>
              <a:t>else</a:t>
            </a:r>
            <a:r>
              <a:rPr lang="fr-FR" sz="1600" b="1" dirty="0">
                <a:solidFill>
                  <a:srgbClr val="C00000"/>
                </a:solidFill>
                <a:latin typeface="Courier New"/>
                <a:cs typeface="Courier New"/>
              </a:rPr>
              <a:t>:</a:t>
            </a:r>
          </a:p>
          <a:p>
            <a:pPr marL="0" lvl="1" eaLnBrk="1" hangingPunct="1">
              <a:spcBef>
                <a:spcPts val="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sz="1600" b="1" dirty="0">
                <a:solidFill>
                  <a:srgbClr val="0000FF"/>
                </a:solidFill>
                <a:latin typeface="Courier New"/>
                <a:cs typeface="Courier New"/>
              </a:rPr>
              <a:t>    </a:t>
            </a:r>
            <a:r>
              <a:rPr lang="fr-FR" sz="1600" b="1" dirty="0" err="1">
                <a:solidFill>
                  <a:srgbClr val="0000FF"/>
                </a:solidFill>
                <a:latin typeface="Courier New"/>
                <a:cs typeface="Courier New"/>
              </a:rPr>
              <a:t>print</a:t>
            </a:r>
            <a:r>
              <a:rPr lang="fr-FR" sz="1600" b="1" dirty="0">
                <a:solidFill>
                  <a:srgbClr val="0000FF"/>
                </a:solidFill>
                <a:latin typeface="Courier New"/>
                <a:cs typeface="Courier New"/>
              </a:rPr>
              <a:t>("Le résultat obtenu est", </a:t>
            </a:r>
            <a:r>
              <a:rPr lang="fr-FR" sz="1600" b="1" dirty="0" err="1">
                <a:solidFill>
                  <a:srgbClr val="0000FF"/>
                </a:solidFill>
                <a:latin typeface="Courier New"/>
                <a:cs typeface="Courier New"/>
              </a:rPr>
              <a:t>resultat</a:t>
            </a:r>
            <a:r>
              <a:rPr lang="fr-FR" sz="1600" b="1" dirty="0">
                <a:solidFill>
                  <a:srgbClr val="0000FF"/>
                </a:solidFill>
                <a:latin typeface="Courier New"/>
                <a:cs typeface="Courier New"/>
              </a:rPr>
              <a:t>)</a:t>
            </a:r>
            <a:endParaRPr lang="ro-RO" sz="1600" b="1" dirty="0" err="1">
              <a:solidFill>
                <a:srgbClr val="0000FF"/>
              </a:solidFill>
              <a:latin typeface="Courier New"/>
              <a:cs typeface="Courier New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19037263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423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423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Text Box 9"/>
          <p:cNvSpPr txBox="1">
            <a:spLocks noChangeArrowheads="1"/>
          </p:cNvSpPr>
          <p:nvPr/>
        </p:nvSpPr>
        <p:spPr bwMode="auto">
          <a:xfrm>
            <a:off x="971550" y="58738"/>
            <a:ext cx="8172450" cy="36988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1800" b="1">
                <a:solidFill>
                  <a:srgbClr val="000000"/>
                </a:solidFill>
                <a:latin typeface="Arial" pitchFamily="34" charset="0"/>
              </a:rPr>
              <a:t>Les exceptions</a:t>
            </a:r>
          </a:p>
        </p:txBody>
      </p:sp>
      <p:sp>
        <p:nvSpPr>
          <p:cNvPr id="62467" name="Rectangle 10"/>
          <p:cNvSpPr>
            <a:spLocks noChangeArrowheads="1"/>
          </p:cNvSpPr>
          <p:nvPr/>
        </p:nvSpPr>
        <p:spPr bwMode="auto">
          <a:xfrm>
            <a:off x="1033463" y="404813"/>
            <a:ext cx="8110537" cy="452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spcBef>
                <a:spcPct val="500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sz="2400" dirty="0">
                <a:latin typeface="+mj-lt"/>
              </a:rPr>
              <a:t>Les mots-clés </a:t>
            </a:r>
            <a:r>
              <a:rPr lang="fr-FR" sz="2400" b="1" dirty="0" err="1">
                <a:latin typeface="+mj-lt"/>
              </a:rPr>
              <a:t>else</a:t>
            </a:r>
            <a:r>
              <a:rPr lang="fr-FR" sz="2400" dirty="0">
                <a:latin typeface="+mj-lt"/>
              </a:rPr>
              <a:t> et </a:t>
            </a:r>
            <a:r>
              <a:rPr lang="fr-FR" sz="2400" b="1" dirty="0" err="1">
                <a:latin typeface="+mj-lt"/>
              </a:rPr>
              <a:t>finally</a:t>
            </a:r>
            <a:endParaRPr lang="fr-FR" sz="2400" b="1" dirty="0">
              <a:latin typeface="+mj-lt"/>
            </a:endParaRPr>
          </a:p>
        </p:txBody>
      </p:sp>
      <p:cxnSp>
        <p:nvCxnSpPr>
          <p:cNvPr id="202757" name="Connecteur droit avec flèche 17"/>
          <p:cNvCxnSpPr>
            <a:cxnSpLocks noChangeShapeType="1"/>
          </p:cNvCxnSpPr>
          <p:nvPr/>
        </p:nvCxnSpPr>
        <p:spPr bwMode="auto">
          <a:xfrm>
            <a:off x="4071938" y="5643563"/>
            <a:ext cx="1285875" cy="1587"/>
          </a:xfrm>
          <a:prstGeom prst="straightConnector1">
            <a:avLst/>
          </a:prstGeom>
          <a:noFill/>
          <a:ln w="9525" algn="ctr">
            <a:noFill/>
            <a:round/>
            <a:headEnd/>
            <a:tailEnd type="arrow" w="med" len="med"/>
          </a:ln>
        </p:spPr>
      </p:cxnSp>
      <p:cxnSp>
        <p:nvCxnSpPr>
          <p:cNvPr id="202758" name="Connecteur droit avec flèche 19"/>
          <p:cNvCxnSpPr>
            <a:cxnSpLocks noChangeShapeType="1"/>
          </p:cNvCxnSpPr>
          <p:nvPr/>
        </p:nvCxnSpPr>
        <p:spPr bwMode="auto">
          <a:xfrm>
            <a:off x="4071938" y="5572125"/>
            <a:ext cx="1357312" cy="285750"/>
          </a:xfrm>
          <a:prstGeom prst="straightConnector1">
            <a:avLst/>
          </a:prstGeom>
          <a:noFill/>
          <a:ln w="9525" algn="ctr">
            <a:noFill/>
            <a:round/>
            <a:headEnd/>
            <a:tailEnd type="arrow" w="med" len="med"/>
          </a:ln>
        </p:spPr>
      </p:cxnSp>
      <p:sp>
        <p:nvSpPr>
          <p:cNvPr id="202759" name="Triangle isocèle 6"/>
          <p:cNvSpPr>
            <a:spLocks noChangeArrowheads="1"/>
          </p:cNvSpPr>
          <p:nvPr/>
        </p:nvSpPr>
        <p:spPr bwMode="auto">
          <a:xfrm>
            <a:off x="571500" y="1143000"/>
            <a:ext cx="500063" cy="357188"/>
          </a:xfrm>
          <a:prstGeom prst="triangle">
            <a:avLst>
              <a:gd name="adj" fmla="val 50000"/>
            </a:avLst>
          </a:prstGeom>
          <a:noFill/>
          <a:ln w="9525" algn="ctr">
            <a:noFill/>
            <a:round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pPr eaLnBrk="1" hangingPunct="1">
              <a:spcBef>
                <a:spcPct val="50000"/>
              </a:spcBef>
              <a:buClr>
                <a:srgbClr val="336666"/>
              </a:buClr>
              <a:buFont typeface="Wingdings" pitchFamily="2" charset="2"/>
              <a:buNone/>
            </a:pPr>
            <a:endParaRPr lang="fr-FR"/>
          </a:p>
        </p:txBody>
      </p:sp>
      <p:sp>
        <p:nvSpPr>
          <p:cNvPr id="202760" name="Triangle isocèle 8"/>
          <p:cNvSpPr>
            <a:spLocks noChangeArrowheads="1"/>
          </p:cNvSpPr>
          <p:nvPr/>
        </p:nvSpPr>
        <p:spPr bwMode="auto">
          <a:xfrm>
            <a:off x="785813" y="1500188"/>
            <a:ext cx="714375" cy="500062"/>
          </a:xfrm>
          <a:prstGeom prst="triangle">
            <a:avLst>
              <a:gd name="adj" fmla="val 50000"/>
            </a:avLst>
          </a:prstGeom>
          <a:noFill/>
          <a:ln w="9525" algn="ctr">
            <a:noFill/>
            <a:round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pPr eaLnBrk="1" hangingPunct="1">
              <a:spcBef>
                <a:spcPct val="50000"/>
              </a:spcBef>
              <a:buClr>
                <a:srgbClr val="336666"/>
              </a:buClr>
              <a:buFont typeface="Wingdings" pitchFamily="2" charset="2"/>
              <a:buNone/>
            </a:pPr>
            <a:endParaRPr lang="fr-FR"/>
          </a:p>
        </p:txBody>
      </p:sp>
      <p:sp>
        <p:nvSpPr>
          <p:cNvPr id="202761" name="Rectangle 7"/>
          <p:cNvSpPr>
            <a:spLocks noChangeArrowheads="1"/>
          </p:cNvSpPr>
          <p:nvPr/>
        </p:nvSpPr>
        <p:spPr bwMode="auto">
          <a:xfrm>
            <a:off x="500063" y="895082"/>
            <a:ext cx="8501062" cy="134100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pPr marL="174625" indent="-174625" algn="just">
              <a:lnSpc>
                <a:spcPct val="150000"/>
              </a:lnSpc>
              <a:spcBef>
                <a:spcPct val="50000"/>
              </a:spcBef>
              <a:buClr>
                <a:srgbClr val="336666"/>
              </a:buClr>
              <a:buFont typeface="Wingdings" pitchFamily="2" charset="2"/>
              <a:buChar char="§"/>
            </a:pPr>
            <a:r>
              <a:rPr lang="fr-FR" dirty="0">
                <a:solidFill>
                  <a:srgbClr val="FF0000"/>
                </a:solidFill>
                <a:latin typeface="+mj-lt"/>
              </a:rPr>
              <a:t>Le mot-clé </a:t>
            </a:r>
            <a:r>
              <a:rPr lang="fr-FR" b="1" dirty="0" err="1">
                <a:solidFill>
                  <a:srgbClr val="FF0000"/>
                </a:solidFill>
                <a:latin typeface="+mj-lt"/>
              </a:rPr>
              <a:t>finally</a:t>
            </a:r>
            <a:endParaRPr lang="fr-FR" b="1" dirty="0">
              <a:solidFill>
                <a:srgbClr val="FF0000"/>
              </a:solidFill>
              <a:latin typeface="+mj-lt"/>
            </a:endParaRPr>
          </a:p>
          <a:p>
            <a:pPr marL="173038" lvl="1" algn="just">
              <a:lnSpc>
                <a:spcPct val="150000"/>
              </a:lnSpc>
              <a:spcBef>
                <a:spcPts val="0"/>
              </a:spcBef>
              <a:buClr>
                <a:srgbClr val="336666"/>
              </a:buClr>
              <a:buFont typeface="Wingdings" pitchFamily="2" charset="2"/>
              <a:buNone/>
            </a:pPr>
            <a:r>
              <a:rPr lang="fr-FR" b="1" dirty="0" err="1">
                <a:latin typeface="+mj-lt"/>
              </a:rPr>
              <a:t>finally</a:t>
            </a:r>
            <a:r>
              <a:rPr lang="fr-FR" dirty="0">
                <a:latin typeface="+mj-lt"/>
              </a:rPr>
              <a:t> permet d'exécuter du code après un bloc </a:t>
            </a:r>
            <a:r>
              <a:rPr lang="fr-FR" b="1" dirty="0" err="1">
                <a:latin typeface="+mj-lt"/>
              </a:rPr>
              <a:t>try</a:t>
            </a:r>
            <a:r>
              <a:rPr lang="fr-FR" dirty="0">
                <a:latin typeface="+mj-lt"/>
              </a:rPr>
              <a:t>, quelle que soit le résultat de l'exécution </a:t>
            </a:r>
            <a:r>
              <a:rPr lang="fr-FR" dirty="0" smtClean="0">
                <a:latin typeface="+mj-lt"/>
              </a:rPr>
              <a:t>du </a:t>
            </a:r>
            <a:r>
              <a:rPr lang="fr-FR" dirty="0">
                <a:latin typeface="+mj-lt"/>
              </a:rPr>
              <a:t>bloc.</a:t>
            </a:r>
          </a:p>
        </p:txBody>
      </p:sp>
      <p:sp>
        <p:nvSpPr>
          <p:cNvPr id="13" name="Rectangle à coins arrondis 12"/>
          <p:cNvSpPr/>
          <p:nvPr/>
        </p:nvSpPr>
        <p:spPr>
          <a:xfrm>
            <a:off x="500063" y="2533764"/>
            <a:ext cx="8572500" cy="219141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marL="1349375" lvl="1" indent="-1349375" eaLnBrk="1" hangingPunct="1">
              <a:spcBef>
                <a:spcPts val="6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sz="1600" b="1" dirty="0" err="1">
                <a:solidFill>
                  <a:srgbClr val="C00000"/>
                </a:solidFill>
                <a:latin typeface="Courier New"/>
                <a:cs typeface="Courier New"/>
              </a:rPr>
              <a:t>try</a:t>
            </a:r>
            <a:r>
              <a:rPr lang="fr-FR" sz="1600" b="1" dirty="0">
                <a:solidFill>
                  <a:srgbClr val="C00000"/>
                </a:solidFill>
                <a:latin typeface="Courier New"/>
                <a:cs typeface="Courier New"/>
              </a:rPr>
              <a:t>:</a:t>
            </a:r>
          </a:p>
          <a:p>
            <a:pPr marL="1349375" lvl="1" indent="-1349375" eaLnBrk="1" hangingPunct="1">
              <a:spcBef>
                <a:spcPts val="6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sz="1600" b="1" dirty="0">
                <a:solidFill>
                  <a:srgbClr val="0000FF"/>
                </a:solidFill>
                <a:latin typeface="Courier New"/>
                <a:cs typeface="Courier New"/>
              </a:rPr>
              <a:t>    # Test d'instruction(s)</a:t>
            </a:r>
          </a:p>
          <a:p>
            <a:pPr marL="1349375" lvl="1" indent="-1349375" eaLnBrk="1" hangingPunct="1">
              <a:spcBef>
                <a:spcPts val="6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sz="1600" b="1" dirty="0" err="1">
                <a:solidFill>
                  <a:srgbClr val="C00000"/>
                </a:solidFill>
                <a:latin typeface="Courier New"/>
                <a:cs typeface="Courier New"/>
              </a:rPr>
              <a:t>except</a:t>
            </a:r>
            <a:r>
              <a:rPr lang="fr-FR" sz="1600" b="1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lang="fr-FR" sz="1600" b="1" dirty="0" err="1">
                <a:solidFill>
                  <a:srgbClr val="008E40"/>
                </a:solidFill>
                <a:latin typeface="Courier New"/>
                <a:cs typeface="Courier New"/>
              </a:rPr>
              <a:t>TypeDInstruction</a:t>
            </a:r>
            <a:r>
              <a:rPr lang="fr-FR" sz="1600" b="1" dirty="0">
                <a:solidFill>
                  <a:srgbClr val="008E40"/>
                </a:solidFill>
                <a:latin typeface="Courier New"/>
                <a:cs typeface="Courier New"/>
              </a:rPr>
              <a:t>:</a:t>
            </a:r>
          </a:p>
          <a:p>
            <a:pPr marL="1349375" lvl="1" indent="-1349375" eaLnBrk="1" hangingPunct="1">
              <a:spcBef>
                <a:spcPts val="6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sz="1600" b="1" dirty="0">
                <a:solidFill>
                  <a:srgbClr val="0000FF"/>
                </a:solidFill>
                <a:latin typeface="Courier New"/>
                <a:cs typeface="Courier New"/>
              </a:rPr>
              <a:t>    # Traitement en cas d'erreur</a:t>
            </a:r>
          </a:p>
          <a:p>
            <a:pPr marL="1349375" lvl="1" indent="-1349375" eaLnBrk="1" hangingPunct="1">
              <a:spcBef>
                <a:spcPts val="6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sz="1600" b="1" dirty="0" err="1">
                <a:solidFill>
                  <a:srgbClr val="C00000"/>
                </a:solidFill>
                <a:latin typeface="Courier New"/>
                <a:cs typeface="Courier New"/>
              </a:rPr>
              <a:t>finally</a:t>
            </a:r>
            <a:r>
              <a:rPr lang="fr-FR" sz="1600" b="1" dirty="0">
                <a:solidFill>
                  <a:srgbClr val="C00000"/>
                </a:solidFill>
                <a:latin typeface="Courier New"/>
                <a:cs typeface="Courier New"/>
              </a:rPr>
              <a:t>:</a:t>
            </a:r>
          </a:p>
          <a:p>
            <a:pPr marL="1349375" lvl="1" indent="-1349375" eaLnBrk="1" hangingPunct="1">
              <a:spcBef>
                <a:spcPts val="6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sz="1600" b="1" dirty="0">
                <a:solidFill>
                  <a:srgbClr val="0000FF"/>
                </a:solidFill>
                <a:latin typeface="Courier New"/>
                <a:cs typeface="Courier New"/>
              </a:rPr>
              <a:t>    # Instruction(s) exécutée(s) qu'il y ait eu des erreurs ou non</a:t>
            </a:r>
            <a:endParaRPr lang="ro-RO" sz="1600" b="1" dirty="0" err="1">
              <a:solidFill>
                <a:srgbClr val="0000FF"/>
              </a:solidFill>
              <a:latin typeface="Courier New"/>
              <a:cs typeface="Courier New"/>
            </a:endParaRPr>
          </a:p>
        </p:txBody>
      </p:sp>
      <p:sp>
        <p:nvSpPr>
          <p:cNvPr id="147467" name="Rectangle 1"/>
          <p:cNvSpPr>
            <a:spLocks noChangeArrowheads="1"/>
          </p:cNvSpPr>
          <p:nvPr/>
        </p:nvSpPr>
        <p:spPr bwMode="auto">
          <a:xfrm rot="10800000" flipV="1">
            <a:off x="714375" y="4886893"/>
            <a:ext cx="8143875" cy="142250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pPr algn="just">
              <a:lnSpc>
                <a:spcPct val="150000"/>
              </a:lnSpc>
              <a:spcBef>
                <a:spcPct val="50000"/>
              </a:spcBef>
              <a:buClr>
                <a:srgbClr val="336666"/>
              </a:buClr>
              <a:buFont typeface="Wingdings" pitchFamily="2" charset="2"/>
              <a:buNone/>
            </a:pPr>
            <a:r>
              <a:rPr lang="fr-FR" dirty="0">
                <a:latin typeface="+mj-lt"/>
              </a:rPr>
              <a:t>Le bloc </a:t>
            </a:r>
            <a:r>
              <a:rPr lang="fr-FR" b="1" dirty="0" err="1">
                <a:latin typeface="+mj-lt"/>
              </a:rPr>
              <a:t>finally</a:t>
            </a:r>
            <a:r>
              <a:rPr lang="fr-FR" dirty="0">
                <a:latin typeface="+mj-lt"/>
              </a:rPr>
              <a:t> est exécuté dans tous les cas de figures. Quand bien même Python trouverait une instruction </a:t>
            </a:r>
            <a:r>
              <a:rPr lang="fr-FR" b="1" dirty="0">
                <a:latin typeface="+mj-lt"/>
              </a:rPr>
              <a:t>return</a:t>
            </a:r>
            <a:r>
              <a:rPr lang="fr-FR" dirty="0">
                <a:latin typeface="+mj-lt"/>
              </a:rPr>
              <a:t> dans votre bloc </a:t>
            </a:r>
            <a:r>
              <a:rPr lang="fr-FR" dirty="0" err="1">
                <a:latin typeface="+mj-lt"/>
              </a:rPr>
              <a:t>except</a:t>
            </a:r>
            <a:r>
              <a:rPr lang="fr-FR" dirty="0">
                <a:latin typeface="+mj-lt"/>
              </a:rPr>
              <a:t> par exemple, il exécutera le bloc </a:t>
            </a:r>
            <a:r>
              <a:rPr lang="fr-FR" b="1" dirty="0" err="1">
                <a:latin typeface="+mj-lt"/>
              </a:rPr>
              <a:t>finally</a:t>
            </a:r>
            <a:r>
              <a:rPr lang="fr-FR" dirty="0">
                <a:latin typeface="+mj-lt"/>
              </a:rPr>
              <a:t>.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523020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147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746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Text Box 9"/>
          <p:cNvSpPr txBox="1">
            <a:spLocks noChangeArrowheads="1"/>
          </p:cNvSpPr>
          <p:nvPr/>
        </p:nvSpPr>
        <p:spPr bwMode="auto">
          <a:xfrm>
            <a:off x="971550" y="58738"/>
            <a:ext cx="8172450" cy="36988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1800" b="1">
                <a:solidFill>
                  <a:srgbClr val="000000"/>
                </a:solidFill>
                <a:latin typeface="Arial" pitchFamily="34" charset="0"/>
              </a:rPr>
              <a:t>Les exceptions</a:t>
            </a:r>
          </a:p>
        </p:txBody>
      </p:sp>
      <p:sp>
        <p:nvSpPr>
          <p:cNvPr id="62467" name="Rectangle 10"/>
          <p:cNvSpPr>
            <a:spLocks noChangeArrowheads="1"/>
          </p:cNvSpPr>
          <p:nvPr/>
        </p:nvSpPr>
        <p:spPr bwMode="auto">
          <a:xfrm>
            <a:off x="1033463" y="404813"/>
            <a:ext cx="8110537" cy="452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spcBef>
                <a:spcPct val="500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fr-FR" sz="2400" dirty="0">
                <a:latin typeface="+mj-lt"/>
              </a:rPr>
              <a:t>Les mots-clés </a:t>
            </a:r>
            <a:r>
              <a:rPr lang="fr-FR" sz="2400" b="1" dirty="0" err="1">
                <a:latin typeface="+mj-lt"/>
              </a:rPr>
              <a:t>else</a:t>
            </a:r>
            <a:r>
              <a:rPr lang="fr-FR" sz="2400" dirty="0">
                <a:latin typeface="+mj-lt"/>
              </a:rPr>
              <a:t> et </a:t>
            </a:r>
            <a:r>
              <a:rPr lang="fr-FR" sz="2400" b="1" dirty="0" err="1">
                <a:latin typeface="+mj-lt"/>
              </a:rPr>
              <a:t>finally</a:t>
            </a:r>
            <a:endParaRPr lang="fr-FR" sz="2400" b="1" dirty="0">
              <a:latin typeface="+mj-lt"/>
            </a:endParaRPr>
          </a:p>
        </p:txBody>
      </p:sp>
      <p:cxnSp>
        <p:nvCxnSpPr>
          <p:cNvPr id="203781" name="Connecteur droit avec flèche 17"/>
          <p:cNvCxnSpPr>
            <a:cxnSpLocks noChangeShapeType="1"/>
          </p:cNvCxnSpPr>
          <p:nvPr/>
        </p:nvCxnSpPr>
        <p:spPr bwMode="auto">
          <a:xfrm>
            <a:off x="4071938" y="5643563"/>
            <a:ext cx="1285875" cy="1587"/>
          </a:xfrm>
          <a:prstGeom prst="straightConnector1">
            <a:avLst/>
          </a:prstGeom>
          <a:noFill/>
          <a:ln w="9525" algn="ctr">
            <a:noFill/>
            <a:round/>
            <a:headEnd/>
            <a:tailEnd type="arrow" w="med" len="med"/>
          </a:ln>
        </p:spPr>
      </p:cxnSp>
      <p:cxnSp>
        <p:nvCxnSpPr>
          <p:cNvPr id="203782" name="Connecteur droit avec flèche 19"/>
          <p:cNvCxnSpPr>
            <a:cxnSpLocks noChangeShapeType="1"/>
          </p:cNvCxnSpPr>
          <p:nvPr/>
        </p:nvCxnSpPr>
        <p:spPr bwMode="auto">
          <a:xfrm>
            <a:off x="4071938" y="5572125"/>
            <a:ext cx="1357312" cy="285750"/>
          </a:xfrm>
          <a:prstGeom prst="straightConnector1">
            <a:avLst/>
          </a:prstGeom>
          <a:noFill/>
          <a:ln w="9525" algn="ctr">
            <a:noFill/>
            <a:round/>
            <a:headEnd/>
            <a:tailEnd type="arrow" w="med" len="med"/>
          </a:ln>
        </p:spPr>
      </p:cxnSp>
      <p:sp>
        <p:nvSpPr>
          <p:cNvPr id="203783" name="Triangle isocèle 6"/>
          <p:cNvSpPr>
            <a:spLocks noChangeArrowheads="1"/>
          </p:cNvSpPr>
          <p:nvPr/>
        </p:nvSpPr>
        <p:spPr bwMode="auto">
          <a:xfrm>
            <a:off x="571500" y="1143000"/>
            <a:ext cx="500063" cy="357188"/>
          </a:xfrm>
          <a:prstGeom prst="triangle">
            <a:avLst>
              <a:gd name="adj" fmla="val 50000"/>
            </a:avLst>
          </a:prstGeom>
          <a:noFill/>
          <a:ln w="9525" algn="ctr">
            <a:noFill/>
            <a:round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pPr eaLnBrk="1" hangingPunct="1">
              <a:spcBef>
                <a:spcPct val="50000"/>
              </a:spcBef>
              <a:buClr>
                <a:srgbClr val="336666"/>
              </a:buClr>
              <a:buFont typeface="Wingdings" pitchFamily="2" charset="2"/>
              <a:buNone/>
            </a:pPr>
            <a:endParaRPr lang="fr-FR"/>
          </a:p>
        </p:txBody>
      </p:sp>
      <p:sp>
        <p:nvSpPr>
          <p:cNvPr id="203784" name="Triangle isocèle 8"/>
          <p:cNvSpPr>
            <a:spLocks noChangeArrowheads="1"/>
          </p:cNvSpPr>
          <p:nvPr/>
        </p:nvSpPr>
        <p:spPr bwMode="auto">
          <a:xfrm>
            <a:off x="785813" y="1500188"/>
            <a:ext cx="714375" cy="500062"/>
          </a:xfrm>
          <a:prstGeom prst="triangle">
            <a:avLst>
              <a:gd name="adj" fmla="val 50000"/>
            </a:avLst>
          </a:prstGeom>
          <a:noFill/>
          <a:ln w="9525" algn="ctr">
            <a:noFill/>
            <a:round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pPr eaLnBrk="1" hangingPunct="1">
              <a:spcBef>
                <a:spcPct val="50000"/>
              </a:spcBef>
              <a:buClr>
                <a:srgbClr val="336666"/>
              </a:buClr>
              <a:buFont typeface="Wingdings" pitchFamily="2" charset="2"/>
              <a:buNone/>
            </a:pPr>
            <a:endParaRPr lang="fr-FR"/>
          </a:p>
        </p:txBody>
      </p:sp>
      <p:sp>
        <p:nvSpPr>
          <p:cNvPr id="203785" name="Rectangle 7"/>
          <p:cNvSpPr>
            <a:spLocks noChangeArrowheads="1"/>
          </p:cNvSpPr>
          <p:nvPr/>
        </p:nvSpPr>
        <p:spPr bwMode="auto">
          <a:xfrm>
            <a:off x="500063" y="1027113"/>
            <a:ext cx="8501062" cy="4016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pPr marL="174625" indent="-174625" algn="just">
              <a:spcBef>
                <a:spcPct val="50000"/>
              </a:spcBef>
              <a:buClr>
                <a:srgbClr val="336666"/>
              </a:buClr>
              <a:buFont typeface="Wingdings" pitchFamily="2" charset="2"/>
              <a:buChar char="§"/>
            </a:pPr>
            <a:r>
              <a:rPr lang="fr-FR" b="1">
                <a:solidFill>
                  <a:srgbClr val="FF0000"/>
                </a:solidFill>
                <a:latin typeface="Source Sans Pro"/>
              </a:rPr>
              <a:t>Exemple:</a:t>
            </a:r>
          </a:p>
        </p:txBody>
      </p:sp>
      <p:sp>
        <p:nvSpPr>
          <p:cNvPr id="13" name="Rectangle à coins arrondis 12"/>
          <p:cNvSpPr/>
          <p:nvPr/>
        </p:nvSpPr>
        <p:spPr>
          <a:xfrm>
            <a:off x="500063" y="1500188"/>
            <a:ext cx="8572500" cy="235743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marL="1349375" lvl="1" indent="-1349375" eaLnBrk="1" hangingPunct="1">
              <a:spcBef>
                <a:spcPts val="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en-US" sz="1600" b="1" dirty="0">
                <a:solidFill>
                  <a:srgbClr val="0000FF"/>
                </a:solidFill>
                <a:latin typeface="Courier New"/>
                <a:cs typeface="Courier New"/>
              </a:rPr>
              <a:t>def divide(</a:t>
            </a:r>
            <a:r>
              <a:rPr lang="en-US" sz="1600" b="1" dirty="0" err="1">
                <a:solidFill>
                  <a:srgbClr val="0000FF"/>
                </a:solidFill>
                <a:latin typeface="Courier New"/>
                <a:cs typeface="Courier New"/>
              </a:rPr>
              <a:t>x,y</a:t>
            </a:r>
            <a:r>
              <a:rPr lang="en-US" sz="1600" b="1" dirty="0">
                <a:solidFill>
                  <a:srgbClr val="0000FF"/>
                </a:solidFill>
                <a:latin typeface="Courier New"/>
                <a:cs typeface="Courier New"/>
              </a:rPr>
              <a:t>):</a:t>
            </a:r>
          </a:p>
          <a:p>
            <a:pPr marL="1806575" lvl="2" indent="-1349375" eaLnBrk="1" hangingPunct="1">
              <a:spcBef>
                <a:spcPts val="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en-US" sz="1600" b="1" dirty="0">
                <a:solidFill>
                  <a:srgbClr val="C00000"/>
                </a:solidFill>
                <a:latin typeface="Courier New"/>
                <a:cs typeface="Courier New"/>
              </a:rPr>
              <a:t>try:</a:t>
            </a:r>
          </a:p>
          <a:p>
            <a:pPr marL="2263775" lvl="3" indent="-1349375" eaLnBrk="1" hangingPunct="1">
              <a:spcBef>
                <a:spcPts val="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en-US" sz="1600" b="1" dirty="0">
                <a:solidFill>
                  <a:srgbClr val="0000FF"/>
                </a:solidFill>
                <a:latin typeface="Courier New"/>
                <a:cs typeface="Courier New"/>
              </a:rPr>
              <a:t>result = x / y</a:t>
            </a:r>
          </a:p>
          <a:p>
            <a:pPr marL="1806575" lvl="2" indent="-1349375" eaLnBrk="1" hangingPunct="1">
              <a:spcBef>
                <a:spcPts val="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en-US" sz="1600" b="1" dirty="0">
                <a:solidFill>
                  <a:srgbClr val="C00000"/>
                </a:solidFill>
                <a:latin typeface="Courier New"/>
                <a:cs typeface="Courier New"/>
              </a:rPr>
              <a:t>except</a:t>
            </a:r>
            <a:r>
              <a:rPr lang="en-US" sz="1600" b="1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lang="en-US" sz="1600" b="1" dirty="0" err="1">
                <a:solidFill>
                  <a:srgbClr val="008E40"/>
                </a:solidFill>
                <a:latin typeface="Courier New"/>
                <a:cs typeface="Courier New"/>
              </a:rPr>
              <a:t>ZeroDivisionError</a:t>
            </a:r>
            <a:r>
              <a:rPr lang="en-US" sz="1600" b="1" dirty="0">
                <a:solidFill>
                  <a:srgbClr val="008E40"/>
                </a:solidFill>
                <a:latin typeface="Courier New"/>
                <a:cs typeface="Courier New"/>
              </a:rPr>
              <a:t>:</a:t>
            </a:r>
          </a:p>
          <a:p>
            <a:pPr marL="2263775" lvl="3" indent="-1349375" eaLnBrk="1" hangingPunct="1">
              <a:spcBef>
                <a:spcPts val="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en-US" sz="1600" b="1" dirty="0">
                <a:solidFill>
                  <a:srgbClr val="0000FF"/>
                </a:solidFill>
                <a:latin typeface="Courier New"/>
                <a:cs typeface="Courier New"/>
              </a:rPr>
              <a:t>print("division by zero!")</a:t>
            </a:r>
          </a:p>
          <a:p>
            <a:pPr marL="1806575" lvl="2" indent="-1349375" eaLnBrk="1" hangingPunct="1">
              <a:spcBef>
                <a:spcPts val="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en-US" sz="1600" b="1" dirty="0">
                <a:solidFill>
                  <a:srgbClr val="C00000"/>
                </a:solidFill>
                <a:latin typeface="Courier New"/>
                <a:cs typeface="Courier New"/>
              </a:rPr>
              <a:t>else:</a:t>
            </a:r>
          </a:p>
          <a:p>
            <a:pPr marL="2263775" lvl="3" indent="-1349375" eaLnBrk="1" hangingPunct="1">
              <a:spcBef>
                <a:spcPts val="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en-US" sz="1600" b="1" dirty="0">
                <a:solidFill>
                  <a:srgbClr val="0000FF"/>
                </a:solidFill>
                <a:latin typeface="Courier New"/>
                <a:cs typeface="Courier New"/>
              </a:rPr>
              <a:t>print("result is", result)</a:t>
            </a:r>
          </a:p>
          <a:p>
            <a:pPr marL="1806575" lvl="2" indent="-1349375" eaLnBrk="1" hangingPunct="1">
              <a:spcBef>
                <a:spcPts val="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en-US" sz="1600" b="1" dirty="0">
                <a:solidFill>
                  <a:srgbClr val="C00000"/>
                </a:solidFill>
                <a:latin typeface="Courier New"/>
                <a:cs typeface="Courier New"/>
              </a:rPr>
              <a:t>finally:</a:t>
            </a:r>
          </a:p>
          <a:p>
            <a:pPr marL="2263775" lvl="3" indent="-1349375" eaLnBrk="1" hangingPunct="1">
              <a:spcBef>
                <a:spcPts val="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en-US" sz="1600" b="1" dirty="0">
                <a:solidFill>
                  <a:srgbClr val="0000FF"/>
                </a:solidFill>
                <a:latin typeface="Courier New"/>
                <a:cs typeface="Courier New"/>
              </a:rPr>
              <a:t>print ("executing finally clause")</a:t>
            </a:r>
            <a:endParaRPr lang="ro-RO" sz="1600" b="1" dirty="0" err="1">
              <a:solidFill>
                <a:srgbClr val="0000FF"/>
              </a:solidFill>
              <a:latin typeface="Courier New"/>
              <a:cs typeface="Courier New"/>
            </a:endParaRPr>
          </a:p>
        </p:txBody>
      </p:sp>
      <p:sp>
        <p:nvSpPr>
          <p:cNvPr id="279553" name="Rectangle 1"/>
          <p:cNvSpPr>
            <a:spLocks noChangeArrowheads="1"/>
          </p:cNvSpPr>
          <p:nvPr/>
        </p:nvSpPr>
        <p:spPr bwMode="auto">
          <a:xfrm rot="10800000" flipV="1">
            <a:off x="714375" y="3933825"/>
            <a:ext cx="8143875" cy="2709863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lIns="90000" tIns="46800" rIns="90000" bIns="46800" anchor="ctr">
            <a:spAutoFit/>
          </a:bodyPr>
          <a:lstStyle/>
          <a:p>
            <a:pPr algn="just">
              <a:spcBef>
                <a:spcPct val="500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en-US" i="1" dirty="0">
                <a:solidFill>
                  <a:srgbClr val="C00000"/>
                </a:solidFill>
                <a:latin typeface="+mn-lt"/>
              </a:rPr>
              <a:t>&gt;&gt;&gt;</a:t>
            </a:r>
            <a:r>
              <a:rPr lang="en-US" i="1" dirty="0">
                <a:latin typeface="+mn-lt"/>
              </a:rPr>
              <a:t> </a:t>
            </a:r>
            <a:r>
              <a:rPr lang="en-US" b="1" i="1" dirty="0">
                <a:solidFill>
                  <a:srgbClr val="333333"/>
                </a:solidFill>
                <a:latin typeface="+mn-lt"/>
              </a:rPr>
              <a:t>divide(1,3)</a:t>
            </a:r>
          </a:p>
          <a:p>
            <a:pPr algn="just">
              <a:spcBef>
                <a:spcPct val="500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en-US" i="1" dirty="0">
                <a:solidFill>
                  <a:srgbClr val="333333"/>
                </a:solidFill>
                <a:latin typeface="+mn-lt"/>
              </a:rPr>
              <a:t>result is 0.3333333333333333</a:t>
            </a:r>
          </a:p>
          <a:p>
            <a:pPr algn="just">
              <a:spcBef>
                <a:spcPct val="500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en-US" i="1" dirty="0">
                <a:solidFill>
                  <a:srgbClr val="333333"/>
                </a:solidFill>
                <a:latin typeface="+mn-lt"/>
              </a:rPr>
              <a:t>executing finally clause</a:t>
            </a:r>
          </a:p>
          <a:p>
            <a:pPr algn="just">
              <a:spcBef>
                <a:spcPct val="500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en-US" i="1" dirty="0">
                <a:solidFill>
                  <a:srgbClr val="C00000"/>
                </a:solidFill>
                <a:latin typeface="+mn-lt"/>
              </a:rPr>
              <a:t>&gt;&gt;&gt;</a:t>
            </a:r>
            <a:r>
              <a:rPr lang="en-US" i="1" dirty="0">
                <a:latin typeface="+mn-lt"/>
              </a:rPr>
              <a:t> </a:t>
            </a:r>
            <a:r>
              <a:rPr lang="en-US" b="1" i="1" dirty="0">
                <a:solidFill>
                  <a:srgbClr val="333333"/>
                </a:solidFill>
                <a:latin typeface="+mn-lt"/>
              </a:rPr>
              <a:t>divide(1,0)</a:t>
            </a:r>
          </a:p>
          <a:p>
            <a:pPr algn="just">
              <a:spcBef>
                <a:spcPct val="500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en-US" i="1" dirty="0">
                <a:solidFill>
                  <a:srgbClr val="333333"/>
                </a:solidFill>
                <a:latin typeface="+mn-lt"/>
              </a:rPr>
              <a:t>division by zero!</a:t>
            </a:r>
          </a:p>
          <a:p>
            <a:pPr algn="just">
              <a:spcBef>
                <a:spcPct val="50000"/>
              </a:spcBef>
              <a:buClr>
                <a:srgbClr val="336666"/>
              </a:buClr>
              <a:buFont typeface="Wingdings" pitchFamily="2" charset="2"/>
              <a:buNone/>
              <a:defRPr/>
            </a:pPr>
            <a:r>
              <a:rPr lang="en-US" i="1" dirty="0">
                <a:solidFill>
                  <a:srgbClr val="333333"/>
                </a:solidFill>
                <a:latin typeface="+mn-lt"/>
              </a:rPr>
              <a:t>executing finally clause</a:t>
            </a:r>
            <a:endParaRPr lang="fr-FR" i="1" dirty="0">
              <a:solidFill>
                <a:srgbClr val="333333"/>
              </a:solidFill>
              <a:latin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25154726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79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9553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PAUS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PAUSE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PAUSE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PAUSE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PAUSE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PAUSE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PAUSE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PAUSE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PAUSE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PAUSE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PAUSE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PAUSE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PAUSE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PAUSE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PAUSE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PAUSE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PAUSE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PAUSE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PAUSE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PAUSE" val="0"/>
</p:tagLst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26798</TotalTime>
  <Words>1865</Words>
  <Application>Microsoft Office PowerPoint</Application>
  <PresentationFormat>Affichage à l'écran (4:3)</PresentationFormat>
  <Paragraphs>340</Paragraphs>
  <Slides>21</Slides>
  <Notes>20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2" baseType="lpstr"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 tableaux</dc:title>
  <dc:creator>Utilisateur Windows</dc:creator>
  <cp:lastModifiedBy>Utilisateur Windows</cp:lastModifiedBy>
  <cp:revision>50</cp:revision>
  <dcterms:created xsi:type="dcterms:W3CDTF">2024-11-25T12:41:31Z</dcterms:created>
  <dcterms:modified xsi:type="dcterms:W3CDTF">2025-10-11T10:21:22Z</dcterms:modified>
</cp:coreProperties>
</file>