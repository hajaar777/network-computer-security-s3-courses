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tags/tag40.xml" ContentType="application/vnd.openxmlformats-officedocument.presentationml.tags+xml"/>
  <Override PartName="/ppt/notesSlides/notesSlide40.xml" ContentType="application/vnd.openxmlformats-officedocument.presentationml.notesSlide+xml"/>
  <Override PartName="/ppt/tags/tag41.xml" ContentType="application/vnd.openxmlformats-officedocument.presentationml.tags+xml"/>
  <Override PartName="/ppt/notesSlides/notesSlide41.xml" ContentType="application/vnd.openxmlformats-officedocument.presentationml.notesSlide+xml"/>
  <Override PartName="/ppt/tags/tag42.xml" ContentType="application/vnd.openxmlformats-officedocument.presentationml.tags+xml"/>
  <Override PartName="/ppt/notesSlides/notesSlide42.xml" ContentType="application/vnd.openxmlformats-officedocument.presentationml.notesSlide+xml"/>
  <Override PartName="/ppt/tags/tag43.xml" ContentType="application/vnd.openxmlformats-officedocument.presentationml.tags+xml"/>
  <Override PartName="/ppt/notesSlides/notesSlide43.xml" ContentType="application/vnd.openxmlformats-officedocument.presentationml.notesSlide+xml"/>
  <Override PartName="/ppt/tags/tag44.xml" ContentType="application/vnd.openxmlformats-officedocument.presentationml.tags+xml"/>
  <Override PartName="/ppt/notesSlides/notesSlide44.xml" ContentType="application/vnd.openxmlformats-officedocument.presentationml.notesSlide+xml"/>
  <Override PartName="/ppt/tags/tag45.xml" ContentType="application/vnd.openxmlformats-officedocument.presentationml.tags+xml"/>
  <Override PartName="/ppt/notesSlides/notesSlide45.xml" ContentType="application/vnd.openxmlformats-officedocument.presentationml.notesSlide+xml"/>
  <Override PartName="/ppt/tags/tag46.xml" ContentType="application/vnd.openxmlformats-officedocument.presentationml.tags+xml"/>
  <Override PartName="/ppt/notesSlides/notesSlide46.xml" ContentType="application/vnd.openxmlformats-officedocument.presentationml.notesSlide+xml"/>
  <Override PartName="/ppt/tags/tag47.xml" ContentType="application/vnd.openxmlformats-officedocument.presentationml.tags+xml"/>
  <Override PartName="/ppt/notesSlides/notesSlide47.xml" ContentType="application/vnd.openxmlformats-officedocument.presentationml.notesSlide+xml"/>
  <Override PartName="/ppt/tags/tag48.xml" ContentType="application/vnd.openxmlformats-officedocument.presentationml.tags+xml"/>
  <Override PartName="/ppt/notesSlides/notesSlide48.xml" ContentType="application/vnd.openxmlformats-officedocument.presentationml.notesSlide+xml"/>
  <Override PartName="/ppt/tags/tag49.xml" ContentType="application/vnd.openxmlformats-officedocument.presentationml.tags+xml"/>
  <Override PartName="/ppt/notesSlides/notesSlide49.xml" ContentType="application/vnd.openxmlformats-officedocument.presentationml.notesSlide+xml"/>
  <Override PartName="/ppt/tags/tag50.xml" ContentType="application/vnd.openxmlformats-officedocument.presentationml.tags+xml"/>
  <Override PartName="/ppt/notesSlides/notesSlide50.xml" ContentType="application/vnd.openxmlformats-officedocument.presentationml.notesSlide+xml"/>
  <Override PartName="/ppt/tags/tag51.xml" ContentType="application/vnd.openxmlformats-officedocument.presentationml.tags+xml"/>
  <Override PartName="/ppt/notesSlides/notesSlide51.xml" ContentType="application/vnd.openxmlformats-officedocument.presentationml.notesSlide+xml"/>
  <Override PartName="/ppt/tags/tag52.xml" ContentType="application/vnd.openxmlformats-officedocument.presentationml.tags+xml"/>
  <Override PartName="/ppt/notesSlides/notesSlide52.xml" ContentType="application/vnd.openxmlformats-officedocument.presentationml.notesSlide+xml"/>
  <Override PartName="/ppt/tags/tag53.xml" ContentType="application/vnd.openxmlformats-officedocument.presentationml.tags+xml"/>
  <Override PartName="/ppt/notesSlides/notesSlide53.xml" ContentType="application/vnd.openxmlformats-officedocument.presentationml.notesSlide+xml"/>
  <Override PartName="/ppt/tags/tag54.xml" ContentType="application/vnd.openxmlformats-officedocument.presentationml.tags+xml"/>
  <Override PartName="/ppt/notesSlides/notesSlide54.xml" ContentType="application/vnd.openxmlformats-officedocument.presentationml.notesSlide+xml"/>
  <Override PartName="/ppt/tags/tag55.xml" ContentType="application/vnd.openxmlformats-officedocument.presentationml.tags+xml"/>
  <Override PartName="/ppt/notesSlides/notesSlide55.xml" ContentType="application/vnd.openxmlformats-officedocument.presentationml.notesSlide+xml"/>
  <Override PartName="/ppt/tags/tag56.xml" ContentType="application/vnd.openxmlformats-officedocument.presentationml.tags+xml"/>
  <Override PartName="/ppt/notesSlides/notesSlide56.xml" ContentType="application/vnd.openxmlformats-officedocument.presentationml.notesSlide+xml"/>
  <Override PartName="/ppt/tags/tag57.xml" ContentType="application/vnd.openxmlformats-officedocument.presentationml.tags+xml"/>
  <Override PartName="/ppt/notesSlides/notesSlide57.xml" ContentType="application/vnd.openxmlformats-officedocument.presentationml.notesSlide+xml"/>
  <Override PartName="/ppt/tags/tag58.xml" ContentType="application/vnd.openxmlformats-officedocument.presentationml.tags+xml"/>
  <Override PartName="/ppt/notesSlides/notesSlide58.xml" ContentType="application/vnd.openxmlformats-officedocument.presentationml.notesSlide+xml"/>
  <Override PartName="/ppt/tags/tag59.xml" ContentType="application/vnd.openxmlformats-officedocument.presentationml.tags+xml"/>
  <Override PartName="/ppt/notesSlides/notesSlide59.xml" ContentType="application/vnd.openxmlformats-officedocument.presentationml.notesSlide+xml"/>
  <Override PartName="/ppt/tags/tag60.xml" ContentType="application/vnd.openxmlformats-officedocument.presentationml.tags+xml"/>
  <Override PartName="/ppt/notesSlides/notesSlide60.xml" ContentType="application/vnd.openxmlformats-officedocument.presentationml.notesSlide+xml"/>
  <Override PartName="/ppt/tags/tag61.xml" ContentType="application/vnd.openxmlformats-officedocument.presentationml.tags+xml"/>
  <Override PartName="/ppt/notesSlides/notesSlide61.xml" ContentType="application/vnd.openxmlformats-officedocument.presentationml.notesSlide+xml"/>
  <Override PartName="/ppt/tags/tag62.xml" ContentType="application/vnd.openxmlformats-officedocument.presentationml.tags+xml"/>
  <Override PartName="/ppt/notesSlides/notesSlide62.xml" ContentType="application/vnd.openxmlformats-officedocument.presentationml.notesSlide+xml"/>
  <Override PartName="/ppt/tags/tag63.xml" ContentType="application/vnd.openxmlformats-officedocument.presentationml.tags+xml"/>
  <Override PartName="/ppt/notesSlides/notesSlide63.xml" ContentType="application/vnd.openxmlformats-officedocument.presentationml.notesSlide+xml"/>
  <Override PartName="/ppt/tags/tag64.xml" ContentType="application/vnd.openxmlformats-officedocument.presentationml.tags+xml"/>
  <Override PartName="/ppt/notesSlides/notesSlide64.xml" ContentType="application/vnd.openxmlformats-officedocument.presentationml.notesSlide+xml"/>
  <Override PartName="/ppt/tags/tag65.xml" ContentType="application/vnd.openxmlformats-officedocument.presentationml.tags+xml"/>
  <Override PartName="/ppt/notesSlides/notesSlide65.xml" ContentType="application/vnd.openxmlformats-officedocument.presentationml.notesSlide+xml"/>
  <Override PartName="/ppt/tags/tag66.xml" ContentType="application/vnd.openxmlformats-officedocument.presentationml.tags+xml"/>
  <Override PartName="/ppt/notesSlides/notesSlide66.xml" ContentType="application/vnd.openxmlformats-officedocument.presentationml.notesSlide+xml"/>
  <Override PartName="/ppt/tags/tag67.xml" ContentType="application/vnd.openxmlformats-officedocument.presentationml.tags+xml"/>
  <Override PartName="/ppt/notesSlides/notesSlide67.xml" ContentType="application/vnd.openxmlformats-officedocument.presentationml.notesSlide+xml"/>
  <Override PartName="/ppt/tags/tag68.xml" ContentType="application/vnd.openxmlformats-officedocument.presentationml.tags+xml"/>
  <Override PartName="/ppt/notesSlides/notesSlide68.xml" ContentType="application/vnd.openxmlformats-officedocument.presentationml.notesSlide+xml"/>
  <Override PartName="/ppt/tags/tag69.xml" ContentType="application/vnd.openxmlformats-officedocument.presentationml.tags+xml"/>
  <Override PartName="/ppt/notesSlides/notesSlide69.xml" ContentType="application/vnd.openxmlformats-officedocument.presentationml.notesSlide+xml"/>
  <Override PartName="/ppt/tags/tag70.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324" r:id="rId2"/>
    <p:sldId id="265" r:id="rId3"/>
    <p:sldId id="284" r:id="rId4"/>
    <p:sldId id="266"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307" r:id="rId28"/>
    <p:sldId id="308" r:id="rId29"/>
    <p:sldId id="321" r:id="rId30"/>
    <p:sldId id="323" r:id="rId31"/>
    <p:sldId id="322" r:id="rId32"/>
    <p:sldId id="268" r:id="rId33"/>
    <p:sldId id="315" r:id="rId34"/>
    <p:sldId id="314" r:id="rId35"/>
    <p:sldId id="317" r:id="rId36"/>
    <p:sldId id="270" r:id="rId37"/>
    <p:sldId id="319" r:id="rId38"/>
    <p:sldId id="271" r:id="rId39"/>
    <p:sldId id="272" r:id="rId40"/>
    <p:sldId id="273" r:id="rId41"/>
    <p:sldId id="316" r:id="rId42"/>
    <p:sldId id="318" r:id="rId43"/>
    <p:sldId id="320" r:id="rId44"/>
    <p:sldId id="325" r:id="rId45"/>
    <p:sldId id="326" r:id="rId46"/>
    <p:sldId id="327" r:id="rId47"/>
    <p:sldId id="328" r:id="rId48"/>
    <p:sldId id="329" r:id="rId49"/>
    <p:sldId id="330" r:id="rId50"/>
    <p:sldId id="331" r:id="rId51"/>
    <p:sldId id="332" r:id="rId52"/>
    <p:sldId id="333" r:id="rId53"/>
    <p:sldId id="334" r:id="rId54"/>
    <p:sldId id="335" r:id="rId55"/>
    <p:sldId id="336" r:id="rId56"/>
    <p:sldId id="337" r:id="rId57"/>
    <p:sldId id="338" r:id="rId58"/>
    <p:sldId id="339" r:id="rId59"/>
    <p:sldId id="340" r:id="rId60"/>
    <p:sldId id="341" r:id="rId61"/>
    <p:sldId id="342" r:id="rId62"/>
    <p:sldId id="343" r:id="rId63"/>
    <p:sldId id="344" r:id="rId64"/>
    <p:sldId id="345" r:id="rId65"/>
    <p:sldId id="346" r:id="rId66"/>
    <p:sldId id="347" r:id="rId67"/>
    <p:sldId id="348" r:id="rId68"/>
    <p:sldId id="349" r:id="rId69"/>
    <p:sldId id="350" r:id="rId70"/>
    <p:sldId id="351" r:id="rId71"/>
    <p:sldId id="352" r:id="rId72"/>
    <p:sldId id="353" r:id="rId73"/>
    <p:sldId id="354" r:id="rId74"/>
    <p:sldId id="355" r:id="rId75"/>
    <p:sldId id="356" r:id="rId76"/>
    <p:sldId id="357" r:id="rId77"/>
    <p:sldId id="358" r:id="rId78"/>
    <p:sldId id="359" r:id="rId79"/>
    <p:sldId id="360" r:id="rId80"/>
    <p:sldId id="361" r:id="rId81"/>
    <p:sldId id="362" r:id="rId82"/>
    <p:sldId id="363" r:id="rId83"/>
    <p:sldId id="364" r:id="rId84"/>
    <p:sldId id="365" r:id="rId85"/>
    <p:sldId id="366" r:id="rId86"/>
    <p:sldId id="367" r:id="rId87"/>
    <p:sldId id="368" r:id="rId88"/>
    <p:sldId id="369" r:id="rId89"/>
    <p:sldId id="370" r:id="rId90"/>
    <p:sldId id="371" r:id="rId91"/>
    <p:sldId id="372" r:id="rId92"/>
    <p:sldId id="373" r:id="rId93"/>
    <p:sldId id="374" r:id="rId94"/>
    <p:sldId id="375" r:id="rId95"/>
    <p:sldId id="376" r:id="rId96"/>
    <p:sldId id="377" r:id="rId97"/>
    <p:sldId id="378" r:id="rId98"/>
    <p:sldId id="379" r:id="rId99"/>
    <p:sldId id="380" r:id="rId10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324"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AD53BB-754C-40CE-A8DB-E1CC8AF78276}" type="datetimeFigureOut">
              <a:rPr lang="en-US" smtClean="0"/>
              <a:t>10/11/2025</a:t>
            </a:fld>
            <a:endParaRPr lang="en-US"/>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A35A22-1AA1-4034-97E4-F2C859223F3C}" type="slidenum">
              <a:rPr lang="en-US" smtClean="0"/>
              <a:t>‹N°›</a:t>
            </a:fld>
            <a:endParaRPr lang="en-US"/>
          </a:p>
        </p:txBody>
      </p:sp>
    </p:spTree>
    <p:extLst>
      <p:ext uri="{BB962C8B-B14F-4D97-AF65-F5344CB8AC3E}">
        <p14:creationId xmlns:p14="http://schemas.microsoft.com/office/powerpoint/2010/main" val="1452411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FA25714A-985C-467E-83F2-FB11F403B1D0}" type="slidenum">
              <a:rPr lang="fr-FR" smtClean="0"/>
              <a:pPr/>
              <a:t>5</a:t>
            </a:fld>
            <a:endParaRPr lang="fr-FR" smtClean="0"/>
          </a:p>
        </p:txBody>
      </p:sp>
      <p:sp>
        <p:nvSpPr>
          <p:cNvPr id="30105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94DB9055-35BD-4C84-8FDC-A7896F7CE594}"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106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AE4656F2-0BC3-4495-9DD4-B7D8850BB5F3}" type="slidenum">
              <a:rPr lang="fr-FR" sz="900">
                <a:solidFill>
                  <a:srgbClr val="5F5F5F"/>
                </a:solidFill>
                <a:latin typeface="Arial" pitchFamily="34" charset="0"/>
              </a:rPr>
              <a:pPr algn="r" eaLnBrk="1" hangingPunct="1"/>
              <a:t>5</a:t>
            </a:fld>
            <a:endParaRPr lang="en-US" sz="900">
              <a:solidFill>
                <a:srgbClr val="5F5F5F"/>
              </a:solidFill>
              <a:latin typeface="Arial" pitchFamily="34" charset="0"/>
            </a:endParaRPr>
          </a:p>
        </p:txBody>
      </p:sp>
      <p:sp>
        <p:nvSpPr>
          <p:cNvPr id="30106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106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1063" name="Rectangle 69633"/>
          <p:cNvSpPr>
            <a:spLocks noGrp="1" noRot="1" noChangeAspect="1" noChangeArrowheads="1" noTextEdit="1"/>
          </p:cNvSpPr>
          <p:nvPr>
            <p:ph type="sldImg"/>
          </p:nvPr>
        </p:nvSpPr>
        <p:spPr>
          <a:ln cap="flat" algn="ctr">
            <a:headEnd type="none" w="med" len="med"/>
            <a:tailEnd type="none" w="med" len="med"/>
          </a:ln>
        </p:spPr>
      </p:sp>
      <p:sp>
        <p:nvSpPr>
          <p:cNvPr id="30106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040DA9CB-5DFB-4759-B9A1-70210049D43E}" type="slidenum">
              <a:rPr lang="fr-FR" smtClean="0"/>
              <a:pPr/>
              <a:t>6</a:t>
            </a:fld>
            <a:endParaRPr lang="fr-FR" smtClean="0"/>
          </a:p>
        </p:txBody>
      </p:sp>
      <p:sp>
        <p:nvSpPr>
          <p:cNvPr id="30208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3FF133C-58A2-427F-AC3B-7397E96E762C}"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208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80B08D2B-2AB4-4187-9DF7-9D189F14AD91}" type="slidenum">
              <a:rPr lang="fr-FR" sz="900">
                <a:solidFill>
                  <a:srgbClr val="5F5F5F"/>
                </a:solidFill>
                <a:latin typeface="Arial" pitchFamily="34" charset="0"/>
              </a:rPr>
              <a:pPr algn="r" eaLnBrk="1" hangingPunct="1"/>
              <a:t>6</a:t>
            </a:fld>
            <a:endParaRPr lang="en-US" sz="900">
              <a:solidFill>
                <a:srgbClr val="5F5F5F"/>
              </a:solidFill>
              <a:latin typeface="Arial" pitchFamily="34" charset="0"/>
            </a:endParaRPr>
          </a:p>
        </p:txBody>
      </p:sp>
      <p:sp>
        <p:nvSpPr>
          <p:cNvPr id="30208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208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2087" name="Rectangle 69633"/>
          <p:cNvSpPr>
            <a:spLocks noGrp="1" noRot="1" noChangeAspect="1" noChangeArrowheads="1" noTextEdit="1"/>
          </p:cNvSpPr>
          <p:nvPr>
            <p:ph type="sldImg"/>
          </p:nvPr>
        </p:nvSpPr>
        <p:spPr>
          <a:ln cap="flat" algn="ctr">
            <a:headEnd type="none" w="med" len="med"/>
            <a:tailEnd type="none" w="med" len="med"/>
          </a:ln>
        </p:spPr>
      </p:sp>
      <p:sp>
        <p:nvSpPr>
          <p:cNvPr id="30208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p>
            <a:fld id="{047036D8-0B59-4D4A-93F2-ADF2B6AD8C16}" type="slidenum">
              <a:rPr lang="fr-FR" smtClean="0"/>
              <a:pPr/>
              <a:t>7</a:t>
            </a:fld>
            <a:endParaRPr lang="fr-FR" smtClean="0"/>
          </a:p>
        </p:txBody>
      </p:sp>
      <p:sp>
        <p:nvSpPr>
          <p:cNvPr id="3031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4D727514-81E4-4ECB-BEB4-9181D7364A49}"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31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59C14462-5D05-467E-A5EC-88638A4481BB}" type="slidenum">
              <a:rPr lang="fr-FR" sz="900">
                <a:solidFill>
                  <a:srgbClr val="5F5F5F"/>
                </a:solidFill>
                <a:latin typeface="Arial" pitchFamily="34" charset="0"/>
              </a:rPr>
              <a:pPr algn="r" eaLnBrk="1" hangingPunct="1"/>
              <a:t>7</a:t>
            </a:fld>
            <a:endParaRPr lang="en-US" sz="900">
              <a:solidFill>
                <a:srgbClr val="5F5F5F"/>
              </a:solidFill>
              <a:latin typeface="Arial" pitchFamily="34" charset="0"/>
            </a:endParaRPr>
          </a:p>
        </p:txBody>
      </p:sp>
      <p:sp>
        <p:nvSpPr>
          <p:cNvPr id="3031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31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3111" name="Rectangle 69633"/>
          <p:cNvSpPr>
            <a:spLocks noGrp="1" noRot="1" noChangeAspect="1" noChangeArrowheads="1" noTextEdit="1"/>
          </p:cNvSpPr>
          <p:nvPr>
            <p:ph type="sldImg"/>
          </p:nvPr>
        </p:nvSpPr>
        <p:spPr>
          <a:ln cap="flat" algn="ctr">
            <a:headEnd type="none" w="med" len="med"/>
            <a:tailEnd type="none" w="med" len="med"/>
          </a:ln>
        </p:spPr>
      </p:sp>
      <p:sp>
        <p:nvSpPr>
          <p:cNvPr id="3031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6D1A4691-48BA-4E25-887C-804AEFC41218}" type="slidenum">
              <a:rPr lang="fr-FR" smtClean="0"/>
              <a:pPr/>
              <a:t>8</a:t>
            </a:fld>
            <a:endParaRPr lang="fr-FR" smtClean="0"/>
          </a:p>
        </p:txBody>
      </p:sp>
      <p:sp>
        <p:nvSpPr>
          <p:cNvPr id="30413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08D7DEF-0359-4857-BD8D-1200A27FC57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413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E132FC1E-8BF5-47F6-AB1A-60E61B5FB46C}" type="slidenum">
              <a:rPr lang="fr-FR" sz="900">
                <a:solidFill>
                  <a:srgbClr val="5F5F5F"/>
                </a:solidFill>
                <a:latin typeface="Arial" pitchFamily="34" charset="0"/>
              </a:rPr>
              <a:pPr algn="r" eaLnBrk="1" hangingPunct="1"/>
              <a:t>8</a:t>
            </a:fld>
            <a:endParaRPr lang="en-US" sz="900">
              <a:solidFill>
                <a:srgbClr val="5F5F5F"/>
              </a:solidFill>
              <a:latin typeface="Arial" pitchFamily="34" charset="0"/>
            </a:endParaRPr>
          </a:p>
        </p:txBody>
      </p:sp>
      <p:sp>
        <p:nvSpPr>
          <p:cNvPr id="30413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413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4135" name="Rectangle 69633"/>
          <p:cNvSpPr>
            <a:spLocks noGrp="1" noRot="1" noChangeAspect="1" noChangeArrowheads="1" noTextEdit="1"/>
          </p:cNvSpPr>
          <p:nvPr>
            <p:ph type="sldImg"/>
          </p:nvPr>
        </p:nvSpPr>
        <p:spPr>
          <a:ln cap="flat" algn="ctr">
            <a:headEnd type="none" w="med" len="med"/>
            <a:tailEnd type="none" w="med" len="med"/>
          </a:ln>
        </p:spPr>
      </p:sp>
      <p:sp>
        <p:nvSpPr>
          <p:cNvPr id="30413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p>
            <a:fld id="{830601A1-4670-4C97-AA86-34339A7FC732}" type="slidenum">
              <a:rPr lang="fr-FR" smtClean="0"/>
              <a:pPr/>
              <a:t>9</a:t>
            </a:fld>
            <a:endParaRPr lang="fr-FR" smtClean="0"/>
          </a:p>
        </p:txBody>
      </p:sp>
      <p:sp>
        <p:nvSpPr>
          <p:cNvPr id="30515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3FD2323-1E61-483D-81C3-2C7D109A2D13}"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515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B33E8608-8566-4BCA-9578-078BFBDF8B09}" type="slidenum">
              <a:rPr lang="fr-FR" sz="900">
                <a:solidFill>
                  <a:srgbClr val="5F5F5F"/>
                </a:solidFill>
                <a:latin typeface="Arial" pitchFamily="34" charset="0"/>
              </a:rPr>
              <a:pPr algn="r" eaLnBrk="1" hangingPunct="1"/>
              <a:t>9</a:t>
            </a:fld>
            <a:endParaRPr lang="en-US" sz="900">
              <a:solidFill>
                <a:srgbClr val="5F5F5F"/>
              </a:solidFill>
              <a:latin typeface="Arial" pitchFamily="34" charset="0"/>
            </a:endParaRPr>
          </a:p>
        </p:txBody>
      </p:sp>
      <p:sp>
        <p:nvSpPr>
          <p:cNvPr id="30515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515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5159" name="Rectangle 69633"/>
          <p:cNvSpPr>
            <a:spLocks noGrp="1" noRot="1" noChangeAspect="1" noChangeArrowheads="1" noTextEdit="1"/>
          </p:cNvSpPr>
          <p:nvPr>
            <p:ph type="sldImg"/>
          </p:nvPr>
        </p:nvSpPr>
        <p:spPr>
          <a:ln cap="flat" algn="ctr">
            <a:headEnd type="none" w="med" len="med"/>
            <a:tailEnd type="none" w="med" len="med"/>
          </a:ln>
        </p:spPr>
      </p:sp>
      <p:sp>
        <p:nvSpPr>
          <p:cNvPr id="30516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p>
            <a:fld id="{4D1CB445-6A07-4197-BAA7-97D3554152A1}" type="slidenum">
              <a:rPr lang="fr-FR" smtClean="0"/>
              <a:pPr/>
              <a:t>10</a:t>
            </a:fld>
            <a:endParaRPr lang="fr-FR" smtClean="0"/>
          </a:p>
        </p:txBody>
      </p:sp>
      <p:sp>
        <p:nvSpPr>
          <p:cNvPr id="30617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8878755A-9176-4AE6-BD1E-A383E171C55D}"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618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1E5028A-E963-4F57-817C-A14BD995844A}" type="slidenum">
              <a:rPr lang="fr-FR" sz="900">
                <a:solidFill>
                  <a:srgbClr val="5F5F5F"/>
                </a:solidFill>
                <a:latin typeface="Arial" pitchFamily="34" charset="0"/>
              </a:rPr>
              <a:pPr algn="r" eaLnBrk="1" hangingPunct="1"/>
              <a:t>10</a:t>
            </a:fld>
            <a:endParaRPr lang="en-US" sz="900">
              <a:solidFill>
                <a:srgbClr val="5F5F5F"/>
              </a:solidFill>
              <a:latin typeface="Arial" pitchFamily="34" charset="0"/>
            </a:endParaRPr>
          </a:p>
        </p:txBody>
      </p:sp>
      <p:sp>
        <p:nvSpPr>
          <p:cNvPr id="30618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618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6183" name="Rectangle 69633"/>
          <p:cNvSpPr>
            <a:spLocks noGrp="1" noRot="1" noChangeAspect="1" noChangeArrowheads="1" noTextEdit="1"/>
          </p:cNvSpPr>
          <p:nvPr>
            <p:ph type="sldImg"/>
          </p:nvPr>
        </p:nvSpPr>
        <p:spPr>
          <a:ln cap="flat" algn="ctr">
            <a:headEnd type="none" w="med" len="med"/>
            <a:tailEnd type="none" w="med" len="med"/>
          </a:ln>
        </p:spPr>
      </p:sp>
      <p:sp>
        <p:nvSpPr>
          <p:cNvPr id="30618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p>
            <a:fld id="{2419EDA7-91EB-47B3-9400-779B99FC8701}" type="slidenum">
              <a:rPr lang="fr-FR" smtClean="0"/>
              <a:pPr/>
              <a:t>11</a:t>
            </a:fld>
            <a:endParaRPr lang="fr-FR" smtClean="0"/>
          </a:p>
        </p:txBody>
      </p:sp>
      <p:sp>
        <p:nvSpPr>
          <p:cNvPr id="30720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7B10641-3FD9-44E0-BA24-21DB21010DFD}"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720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769D2170-F1ED-416A-ADE9-77B6B7E0AC17}" type="slidenum">
              <a:rPr lang="fr-FR" sz="900">
                <a:solidFill>
                  <a:srgbClr val="5F5F5F"/>
                </a:solidFill>
                <a:latin typeface="Arial" pitchFamily="34" charset="0"/>
              </a:rPr>
              <a:pPr algn="r" eaLnBrk="1" hangingPunct="1"/>
              <a:t>11</a:t>
            </a:fld>
            <a:endParaRPr lang="en-US" sz="900">
              <a:solidFill>
                <a:srgbClr val="5F5F5F"/>
              </a:solidFill>
              <a:latin typeface="Arial" pitchFamily="34" charset="0"/>
            </a:endParaRPr>
          </a:p>
        </p:txBody>
      </p:sp>
      <p:sp>
        <p:nvSpPr>
          <p:cNvPr id="30720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720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7207" name="Rectangle 69633"/>
          <p:cNvSpPr>
            <a:spLocks noGrp="1" noRot="1" noChangeAspect="1" noChangeArrowheads="1" noTextEdit="1"/>
          </p:cNvSpPr>
          <p:nvPr>
            <p:ph type="sldImg"/>
          </p:nvPr>
        </p:nvSpPr>
        <p:spPr>
          <a:ln cap="flat" algn="ctr">
            <a:headEnd type="none" w="med" len="med"/>
            <a:tailEnd type="none" w="med" len="med"/>
          </a:ln>
        </p:spPr>
      </p:sp>
      <p:sp>
        <p:nvSpPr>
          <p:cNvPr id="30720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p>
            <a:fld id="{0E867ADE-A72D-44FF-A40E-030372B688AA}" type="slidenum">
              <a:rPr lang="fr-FR" smtClean="0"/>
              <a:pPr/>
              <a:t>12</a:t>
            </a:fld>
            <a:endParaRPr lang="fr-FR" smtClean="0"/>
          </a:p>
        </p:txBody>
      </p:sp>
      <p:sp>
        <p:nvSpPr>
          <p:cNvPr id="30822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C300C4F-4D94-497F-9030-75D9B49ED0A9}"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822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53A8A6F-7E04-4B34-B03A-38E39884E074}" type="slidenum">
              <a:rPr lang="fr-FR" sz="900">
                <a:solidFill>
                  <a:srgbClr val="5F5F5F"/>
                </a:solidFill>
                <a:latin typeface="Arial" pitchFamily="34" charset="0"/>
              </a:rPr>
              <a:pPr algn="r" eaLnBrk="1" hangingPunct="1"/>
              <a:t>12</a:t>
            </a:fld>
            <a:endParaRPr lang="en-US" sz="900">
              <a:solidFill>
                <a:srgbClr val="5F5F5F"/>
              </a:solidFill>
              <a:latin typeface="Arial" pitchFamily="34" charset="0"/>
            </a:endParaRPr>
          </a:p>
        </p:txBody>
      </p:sp>
      <p:sp>
        <p:nvSpPr>
          <p:cNvPr id="30822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823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8231" name="Rectangle 69633"/>
          <p:cNvSpPr>
            <a:spLocks noGrp="1" noRot="1" noChangeAspect="1" noChangeArrowheads="1" noTextEdit="1"/>
          </p:cNvSpPr>
          <p:nvPr>
            <p:ph type="sldImg"/>
          </p:nvPr>
        </p:nvSpPr>
        <p:spPr>
          <a:ln cap="flat" algn="ctr">
            <a:headEnd type="none" w="med" len="med"/>
            <a:tailEnd type="none" w="med" len="med"/>
          </a:ln>
        </p:spPr>
      </p:sp>
      <p:sp>
        <p:nvSpPr>
          <p:cNvPr id="30823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p>
            <a:fld id="{5F9AE2A4-564B-43C3-AAB3-1A2DE0900CFC}" type="slidenum">
              <a:rPr lang="fr-FR" smtClean="0"/>
              <a:pPr/>
              <a:t>13</a:t>
            </a:fld>
            <a:endParaRPr lang="fr-FR" smtClean="0"/>
          </a:p>
        </p:txBody>
      </p:sp>
      <p:sp>
        <p:nvSpPr>
          <p:cNvPr id="30925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8103782C-57C0-41CD-8A91-580C8FD4121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0925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A1CCF060-154A-4995-9850-418F61E5AF08}" type="slidenum">
              <a:rPr lang="fr-FR" sz="900">
                <a:solidFill>
                  <a:srgbClr val="5F5F5F"/>
                </a:solidFill>
                <a:latin typeface="Arial" pitchFamily="34" charset="0"/>
              </a:rPr>
              <a:pPr algn="r" eaLnBrk="1" hangingPunct="1"/>
              <a:t>13</a:t>
            </a:fld>
            <a:endParaRPr lang="en-US" sz="900">
              <a:solidFill>
                <a:srgbClr val="5F5F5F"/>
              </a:solidFill>
              <a:latin typeface="Arial" pitchFamily="34" charset="0"/>
            </a:endParaRPr>
          </a:p>
        </p:txBody>
      </p:sp>
      <p:sp>
        <p:nvSpPr>
          <p:cNvPr id="30925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0925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09255" name="Rectangle 69633"/>
          <p:cNvSpPr>
            <a:spLocks noGrp="1" noRot="1" noChangeAspect="1" noChangeArrowheads="1" noTextEdit="1"/>
          </p:cNvSpPr>
          <p:nvPr>
            <p:ph type="sldImg"/>
          </p:nvPr>
        </p:nvSpPr>
        <p:spPr>
          <a:ln cap="flat" algn="ctr">
            <a:headEnd type="none" w="med" len="med"/>
            <a:tailEnd type="none" w="med" len="med"/>
          </a:ln>
        </p:spPr>
      </p:sp>
      <p:sp>
        <p:nvSpPr>
          <p:cNvPr id="30925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p>
            <a:fld id="{A988EEA8-9530-4EFD-8744-3D29A9B41968}" type="slidenum">
              <a:rPr lang="fr-FR" smtClean="0"/>
              <a:pPr/>
              <a:t>14</a:t>
            </a:fld>
            <a:endParaRPr lang="fr-FR" smtClean="0"/>
          </a:p>
        </p:txBody>
      </p:sp>
      <p:sp>
        <p:nvSpPr>
          <p:cNvPr id="31027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29AB2D4B-38AC-4BE8-9DD6-43E9BB8DC25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027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DECD9F5F-BF7E-4C70-A1A6-F0C7D5767DD0}" type="slidenum">
              <a:rPr lang="fr-FR" sz="900">
                <a:solidFill>
                  <a:srgbClr val="5F5F5F"/>
                </a:solidFill>
                <a:latin typeface="Arial" pitchFamily="34" charset="0"/>
              </a:rPr>
              <a:pPr algn="r" eaLnBrk="1" hangingPunct="1"/>
              <a:t>14</a:t>
            </a:fld>
            <a:endParaRPr lang="en-US" sz="900">
              <a:solidFill>
                <a:srgbClr val="5F5F5F"/>
              </a:solidFill>
              <a:latin typeface="Arial" pitchFamily="34" charset="0"/>
            </a:endParaRPr>
          </a:p>
        </p:txBody>
      </p:sp>
      <p:sp>
        <p:nvSpPr>
          <p:cNvPr id="31027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027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0279" name="Rectangle 69633"/>
          <p:cNvSpPr>
            <a:spLocks noGrp="1" noRot="1" noChangeAspect="1" noChangeArrowheads="1" noTextEdit="1"/>
          </p:cNvSpPr>
          <p:nvPr>
            <p:ph type="sldImg"/>
          </p:nvPr>
        </p:nvSpPr>
        <p:spPr>
          <a:ln cap="flat" algn="ctr">
            <a:headEnd type="none" w="med" len="med"/>
            <a:tailEnd type="none" w="med" len="med"/>
          </a:ln>
        </p:spPr>
      </p:sp>
      <p:sp>
        <p:nvSpPr>
          <p:cNvPr id="31028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15</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15</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16</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16</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17</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17</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18</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18</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19</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19</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20</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20</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21</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21</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22</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22</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23</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23</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24</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24</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p>
            <a:fld id="{0CFEBB10-1D1A-416B-8D2D-7C074C4FE89F}" type="slidenum">
              <a:rPr lang="fr-FR" smtClean="0"/>
              <a:pPr/>
              <a:t>25</a:t>
            </a:fld>
            <a:endParaRPr lang="fr-FR" smtClean="0"/>
          </a:p>
        </p:txBody>
      </p:sp>
      <p:sp>
        <p:nvSpPr>
          <p:cNvPr id="31129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7F430B0-B667-4903-964F-517587C31A64}"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130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2BF73549-657F-457D-9E4A-7A0CCBCBFF97}" type="slidenum">
              <a:rPr lang="fr-FR" sz="900">
                <a:solidFill>
                  <a:srgbClr val="5F5F5F"/>
                </a:solidFill>
                <a:latin typeface="Arial" pitchFamily="34" charset="0"/>
              </a:rPr>
              <a:pPr algn="r" eaLnBrk="1" hangingPunct="1"/>
              <a:t>25</a:t>
            </a:fld>
            <a:endParaRPr lang="en-US" sz="900">
              <a:solidFill>
                <a:srgbClr val="5F5F5F"/>
              </a:solidFill>
              <a:latin typeface="Arial" pitchFamily="34" charset="0"/>
            </a:endParaRPr>
          </a:p>
        </p:txBody>
      </p:sp>
      <p:sp>
        <p:nvSpPr>
          <p:cNvPr id="31130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130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1303" name="Rectangle 69633"/>
          <p:cNvSpPr>
            <a:spLocks noGrp="1" noRot="1" noChangeAspect="1" noChangeArrowheads="1" noTextEdit="1"/>
          </p:cNvSpPr>
          <p:nvPr>
            <p:ph type="sldImg"/>
          </p:nvPr>
        </p:nvSpPr>
        <p:spPr>
          <a:ln cap="flat" algn="ctr">
            <a:headEnd type="none" w="med" len="med"/>
            <a:tailEnd type="none" w="med" len="med"/>
          </a:ln>
        </p:spPr>
      </p:sp>
      <p:sp>
        <p:nvSpPr>
          <p:cNvPr id="31130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D109796F-3733-4FAB-BE02-56F5F1722528}" type="slidenum">
              <a:rPr lang="fr-FR" smtClean="0"/>
              <a:pPr/>
              <a:t>26</a:t>
            </a:fld>
            <a:endParaRPr lang="fr-FR" smtClean="0"/>
          </a:p>
        </p:txBody>
      </p:sp>
      <p:sp>
        <p:nvSpPr>
          <p:cNvPr id="31232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50B532D-21CF-4D25-901D-35703CB4F78A}"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232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6F641F1F-809F-42BF-8B42-DF8251B82AB9}" type="slidenum">
              <a:rPr lang="fr-FR" sz="900">
                <a:solidFill>
                  <a:srgbClr val="5F5F5F"/>
                </a:solidFill>
                <a:latin typeface="Arial" pitchFamily="34" charset="0"/>
              </a:rPr>
              <a:pPr algn="r" eaLnBrk="1" hangingPunct="1"/>
              <a:t>26</a:t>
            </a:fld>
            <a:endParaRPr lang="en-US" sz="900">
              <a:solidFill>
                <a:srgbClr val="5F5F5F"/>
              </a:solidFill>
              <a:latin typeface="Arial" pitchFamily="34" charset="0"/>
            </a:endParaRPr>
          </a:p>
        </p:txBody>
      </p:sp>
      <p:sp>
        <p:nvSpPr>
          <p:cNvPr id="31232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232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2327" name="Rectangle 69633"/>
          <p:cNvSpPr>
            <a:spLocks noGrp="1" noRot="1" noChangeAspect="1" noChangeArrowheads="1" noTextEdit="1"/>
          </p:cNvSpPr>
          <p:nvPr>
            <p:ph type="sldImg"/>
          </p:nvPr>
        </p:nvSpPr>
        <p:spPr>
          <a:ln cap="flat" algn="ctr">
            <a:headEnd type="none" w="med" len="med"/>
            <a:tailEnd type="none" w="med" len="med"/>
          </a:ln>
        </p:spPr>
      </p:sp>
      <p:sp>
        <p:nvSpPr>
          <p:cNvPr id="31232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r>
              <a:rPr lang="fr-MA" dirty="0" smtClean="0"/>
              <a:t>Cela crée une liste de </a:t>
            </a:r>
            <a:r>
              <a:rPr lang="fr-MA" b="1" dirty="0" smtClean="0"/>
              <a:t>4 références</a:t>
            </a:r>
            <a:r>
              <a:rPr lang="fr-MA" dirty="0" smtClean="0"/>
              <a:t> vers la même liste [0, 0, 0]</a:t>
            </a:r>
            <a:endParaRPr lang="en-US" dirty="0"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p>
            <a:fld id="{6F3AA3E9-0A91-45FC-8F1E-B4A3C63721D9}" type="slidenum">
              <a:rPr lang="fr-FR" smtClean="0"/>
              <a:pPr/>
              <a:t>27</a:t>
            </a:fld>
            <a:endParaRPr lang="fr-FR" smtClean="0"/>
          </a:p>
        </p:txBody>
      </p:sp>
      <p:sp>
        <p:nvSpPr>
          <p:cNvPr id="31334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2BCA8E2-DFB8-4C6F-9230-DD128EEC253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334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8C8FA52F-A735-41CB-9B96-5BD50D10B2AC}" type="slidenum">
              <a:rPr lang="fr-FR" sz="900">
                <a:solidFill>
                  <a:srgbClr val="5F5F5F"/>
                </a:solidFill>
                <a:latin typeface="Arial" pitchFamily="34" charset="0"/>
              </a:rPr>
              <a:pPr algn="r" eaLnBrk="1" hangingPunct="1"/>
              <a:t>27</a:t>
            </a:fld>
            <a:endParaRPr lang="en-US" sz="900">
              <a:solidFill>
                <a:srgbClr val="5F5F5F"/>
              </a:solidFill>
              <a:latin typeface="Arial" pitchFamily="34" charset="0"/>
            </a:endParaRPr>
          </a:p>
        </p:txBody>
      </p:sp>
      <p:sp>
        <p:nvSpPr>
          <p:cNvPr id="31334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335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3351" name="Rectangle 69633"/>
          <p:cNvSpPr>
            <a:spLocks noGrp="1" noRot="1" noChangeAspect="1" noChangeArrowheads="1" noTextEdit="1"/>
          </p:cNvSpPr>
          <p:nvPr>
            <p:ph type="sldImg"/>
          </p:nvPr>
        </p:nvSpPr>
        <p:spPr>
          <a:ln cap="flat" algn="ctr">
            <a:headEnd type="none" w="med" len="med"/>
            <a:tailEnd type="none" w="med" len="med"/>
          </a:ln>
        </p:spPr>
      </p:sp>
      <p:sp>
        <p:nvSpPr>
          <p:cNvPr id="31335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0EEFE0C-9DCF-4D3F-9200-EDCF905E63DF}" type="slidenum">
              <a:rPr lang="fr-FR" smtClean="0"/>
              <a:pPr/>
              <a:t>28</a:t>
            </a:fld>
            <a:endParaRPr lang="fr-FR" smtClean="0"/>
          </a:p>
        </p:txBody>
      </p:sp>
      <p:sp>
        <p:nvSpPr>
          <p:cNvPr id="3143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C9FCB65-F835-409B-86A8-EA7785C7F94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43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A4FE88E-9A2D-40A3-B9C3-BD640718ACCF}" type="slidenum">
              <a:rPr lang="fr-FR" sz="900">
                <a:solidFill>
                  <a:srgbClr val="5F5F5F"/>
                </a:solidFill>
                <a:latin typeface="Arial" pitchFamily="34" charset="0"/>
              </a:rPr>
              <a:pPr algn="r" eaLnBrk="1" hangingPunct="1"/>
              <a:t>28</a:t>
            </a:fld>
            <a:endParaRPr lang="en-US" sz="900">
              <a:solidFill>
                <a:srgbClr val="5F5F5F"/>
              </a:solidFill>
              <a:latin typeface="Arial" pitchFamily="34" charset="0"/>
            </a:endParaRPr>
          </a:p>
        </p:txBody>
      </p:sp>
      <p:sp>
        <p:nvSpPr>
          <p:cNvPr id="3143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43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4375" name="Rectangle 69633"/>
          <p:cNvSpPr>
            <a:spLocks noGrp="1" noRot="1" noChangeAspect="1" noChangeArrowheads="1" noTextEdit="1"/>
          </p:cNvSpPr>
          <p:nvPr>
            <p:ph type="sldImg"/>
          </p:nvPr>
        </p:nvSpPr>
        <p:spPr>
          <a:ln cap="flat" algn="ctr">
            <a:headEnd type="none" w="med" len="med"/>
            <a:tailEnd type="none" w="med" len="med"/>
          </a:ln>
        </p:spPr>
      </p:sp>
      <p:sp>
        <p:nvSpPr>
          <p:cNvPr id="3143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BB809B25-4EA4-42AD-997B-F01C79321C69}" type="slidenum">
              <a:rPr lang="fr-FR" smtClean="0"/>
              <a:pPr/>
              <a:t>33</a:t>
            </a:fld>
            <a:endParaRPr lang="fr-FR" smtClean="0"/>
          </a:p>
        </p:txBody>
      </p:sp>
      <p:sp>
        <p:nvSpPr>
          <p:cNvPr id="3153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42E33EA-0446-4E4B-B3BA-A40957312726}"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53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713F8BC-8653-4A6A-9C26-10D67526012E}" type="slidenum">
              <a:rPr lang="fr-FR" sz="900">
                <a:solidFill>
                  <a:srgbClr val="5F5F5F"/>
                </a:solidFill>
                <a:latin typeface="Arial" pitchFamily="34" charset="0"/>
              </a:rPr>
              <a:pPr algn="r" eaLnBrk="1" hangingPunct="1"/>
              <a:t>33</a:t>
            </a:fld>
            <a:endParaRPr lang="en-US" sz="900">
              <a:solidFill>
                <a:srgbClr val="5F5F5F"/>
              </a:solidFill>
              <a:latin typeface="Arial" pitchFamily="34" charset="0"/>
            </a:endParaRPr>
          </a:p>
        </p:txBody>
      </p:sp>
      <p:sp>
        <p:nvSpPr>
          <p:cNvPr id="3153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53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5399" name="Rectangle 69633"/>
          <p:cNvSpPr>
            <a:spLocks noGrp="1" noRot="1" noChangeAspect="1" noChangeArrowheads="1" noTextEdit="1"/>
          </p:cNvSpPr>
          <p:nvPr>
            <p:ph type="sldImg"/>
          </p:nvPr>
        </p:nvSpPr>
        <p:spPr>
          <a:ln cap="flat" algn="ctr">
            <a:headEnd type="none" w="med" len="med"/>
            <a:tailEnd type="none" w="med" len="med"/>
          </a:ln>
        </p:spPr>
      </p:sp>
      <p:sp>
        <p:nvSpPr>
          <p:cNvPr id="3154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BB809B25-4EA4-42AD-997B-F01C79321C69}" type="slidenum">
              <a:rPr lang="fr-FR" smtClean="0"/>
              <a:pPr/>
              <a:t>35</a:t>
            </a:fld>
            <a:endParaRPr lang="fr-FR" smtClean="0"/>
          </a:p>
        </p:txBody>
      </p:sp>
      <p:sp>
        <p:nvSpPr>
          <p:cNvPr id="3153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42E33EA-0446-4E4B-B3BA-A40957312726}"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53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713F8BC-8653-4A6A-9C26-10D67526012E}" type="slidenum">
              <a:rPr lang="fr-FR" sz="900">
                <a:solidFill>
                  <a:srgbClr val="5F5F5F"/>
                </a:solidFill>
                <a:latin typeface="Arial" pitchFamily="34" charset="0"/>
              </a:rPr>
              <a:pPr algn="r" eaLnBrk="1" hangingPunct="1"/>
              <a:t>35</a:t>
            </a:fld>
            <a:endParaRPr lang="en-US" sz="900">
              <a:solidFill>
                <a:srgbClr val="5F5F5F"/>
              </a:solidFill>
              <a:latin typeface="Arial" pitchFamily="34" charset="0"/>
            </a:endParaRPr>
          </a:p>
        </p:txBody>
      </p:sp>
      <p:sp>
        <p:nvSpPr>
          <p:cNvPr id="3153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53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5399" name="Rectangle 69633"/>
          <p:cNvSpPr>
            <a:spLocks noGrp="1" noRot="1" noChangeAspect="1" noChangeArrowheads="1" noTextEdit="1"/>
          </p:cNvSpPr>
          <p:nvPr>
            <p:ph type="sldImg"/>
          </p:nvPr>
        </p:nvSpPr>
        <p:spPr>
          <a:ln cap="flat" algn="ctr">
            <a:headEnd type="none" w="med" len="med"/>
            <a:tailEnd type="none" w="med" len="med"/>
          </a:ln>
        </p:spPr>
      </p:sp>
      <p:sp>
        <p:nvSpPr>
          <p:cNvPr id="3154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BB809B25-4EA4-42AD-997B-F01C79321C69}" type="slidenum">
              <a:rPr lang="fr-FR" smtClean="0"/>
              <a:pPr/>
              <a:t>37</a:t>
            </a:fld>
            <a:endParaRPr lang="fr-FR" smtClean="0"/>
          </a:p>
        </p:txBody>
      </p:sp>
      <p:sp>
        <p:nvSpPr>
          <p:cNvPr id="3153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42E33EA-0446-4E4B-B3BA-A40957312726}"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53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713F8BC-8653-4A6A-9C26-10D67526012E}" type="slidenum">
              <a:rPr lang="fr-FR" sz="900">
                <a:solidFill>
                  <a:srgbClr val="5F5F5F"/>
                </a:solidFill>
                <a:latin typeface="Arial" pitchFamily="34" charset="0"/>
              </a:rPr>
              <a:pPr algn="r" eaLnBrk="1" hangingPunct="1"/>
              <a:t>37</a:t>
            </a:fld>
            <a:endParaRPr lang="en-US" sz="900">
              <a:solidFill>
                <a:srgbClr val="5F5F5F"/>
              </a:solidFill>
              <a:latin typeface="Arial" pitchFamily="34" charset="0"/>
            </a:endParaRPr>
          </a:p>
        </p:txBody>
      </p:sp>
      <p:sp>
        <p:nvSpPr>
          <p:cNvPr id="3153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53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5399" name="Rectangle 69633"/>
          <p:cNvSpPr>
            <a:spLocks noGrp="1" noRot="1" noChangeAspect="1" noChangeArrowheads="1" noTextEdit="1"/>
          </p:cNvSpPr>
          <p:nvPr>
            <p:ph type="sldImg"/>
          </p:nvPr>
        </p:nvSpPr>
        <p:spPr>
          <a:ln cap="flat" algn="ctr">
            <a:headEnd type="none" w="med" len="med"/>
            <a:tailEnd type="none" w="med" len="med"/>
          </a:ln>
        </p:spPr>
      </p:sp>
      <p:sp>
        <p:nvSpPr>
          <p:cNvPr id="3154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BB809B25-4EA4-42AD-997B-F01C79321C69}" type="slidenum">
              <a:rPr lang="fr-FR" smtClean="0"/>
              <a:pPr/>
              <a:t>41</a:t>
            </a:fld>
            <a:endParaRPr lang="fr-FR" smtClean="0"/>
          </a:p>
        </p:txBody>
      </p:sp>
      <p:sp>
        <p:nvSpPr>
          <p:cNvPr id="3153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42E33EA-0446-4E4B-B3BA-A40957312726}"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53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713F8BC-8653-4A6A-9C26-10D67526012E}" type="slidenum">
              <a:rPr lang="fr-FR" sz="900">
                <a:solidFill>
                  <a:srgbClr val="5F5F5F"/>
                </a:solidFill>
                <a:latin typeface="Arial" pitchFamily="34" charset="0"/>
              </a:rPr>
              <a:pPr algn="r" eaLnBrk="1" hangingPunct="1"/>
              <a:t>41</a:t>
            </a:fld>
            <a:endParaRPr lang="en-US" sz="900">
              <a:solidFill>
                <a:srgbClr val="5F5F5F"/>
              </a:solidFill>
              <a:latin typeface="Arial" pitchFamily="34" charset="0"/>
            </a:endParaRPr>
          </a:p>
        </p:txBody>
      </p:sp>
      <p:sp>
        <p:nvSpPr>
          <p:cNvPr id="3153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53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5399" name="Rectangle 69633"/>
          <p:cNvSpPr>
            <a:spLocks noGrp="1" noRot="1" noChangeAspect="1" noChangeArrowheads="1" noTextEdit="1"/>
          </p:cNvSpPr>
          <p:nvPr>
            <p:ph type="sldImg"/>
          </p:nvPr>
        </p:nvSpPr>
        <p:spPr>
          <a:ln cap="flat" algn="ctr">
            <a:headEnd type="none" w="med" len="med"/>
            <a:tailEnd type="none" w="med" len="med"/>
          </a:ln>
        </p:spPr>
      </p:sp>
      <p:sp>
        <p:nvSpPr>
          <p:cNvPr id="3154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BB809B25-4EA4-42AD-997B-F01C79321C69}" type="slidenum">
              <a:rPr lang="fr-FR" smtClean="0"/>
              <a:pPr/>
              <a:t>42</a:t>
            </a:fld>
            <a:endParaRPr lang="fr-FR" smtClean="0"/>
          </a:p>
        </p:txBody>
      </p:sp>
      <p:sp>
        <p:nvSpPr>
          <p:cNvPr id="3153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42E33EA-0446-4E4B-B3BA-A40957312726}"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53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713F8BC-8653-4A6A-9C26-10D67526012E}" type="slidenum">
              <a:rPr lang="fr-FR" sz="900">
                <a:solidFill>
                  <a:srgbClr val="5F5F5F"/>
                </a:solidFill>
                <a:latin typeface="Arial" pitchFamily="34" charset="0"/>
              </a:rPr>
              <a:pPr algn="r" eaLnBrk="1" hangingPunct="1"/>
              <a:t>42</a:t>
            </a:fld>
            <a:endParaRPr lang="en-US" sz="900">
              <a:solidFill>
                <a:srgbClr val="5F5F5F"/>
              </a:solidFill>
              <a:latin typeface="Arial" pitchFamily="34" charset="0"/>
            </a:endParaRPr>
          </a:p>
        </p:txBody>
      </p:sp>
      <p:sp>
        <p:nvSpPr>
          <p:cNvPr id="3153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53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5399" name="Rectangle 69633"/>
          <p:cNvSpPr>
            <a:spLocks noGrp="1" noRot="1" noChangeAspect="1" noChangeArrowheads="1" noTextEdit="1"/>
          </p:cNvSpPr>
          <p:nvPr>
            <p:ph type="sldImg"/>
          </p:nvPr>
        </p:nvSpPr>
        <p:spPr>
          <a:ln cap="flat" algn="ctr">
            <a:headEnd type="none" w="med" len="med"/>
            <a:tailEnd type="none" w="med" len="med"/>
          </a:ln>
        </p:spPr>
      </p:sp>
      <p:sp>
        <p:nvSpPr>
          <p:cNvPr id="3154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BB809B25-4EA4-42AD-997B-F01C79321C69}" type="slidenum">
              <a:rPr lang="fr-FR" smtClean="0"/>
              <a:pPr/>
              <a:t>43</a:t>
            </a:fld>
            <a:endParaRPr lang="fr-FR" smtClean="0"/>
          </a:p>
        </p:txBody>
      </p:sp>
      <p:sp>
        <p:nvSpPr>
          <p:cNvPr id="3153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42E33EA-0446-4E4B-B3BA-A40957312726}"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53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713F8BC-8653-4A6A-9C26-10D67526012E}" type="slidenum">
              <a:rPr lang="fr-FR" sz="900">
                <a:solidFill>
                  <a:srgbClr val="5F5F5F"/>
                </a:solidFill>
                <a:latin typeface="Arial" pitchFamily="34" charset="0"/>
              </a:rPr>
              <a:pPr algn="r" eaLnBrk="1" hangingPunct="1"/>
              <a:t>43</a:t>
            </a:fld>
            <a:endParaRPr lang="en-US" sz="900">
              <a:solidFill>
                <a:srgbClr val="5F5F5F"/>
              </a:solidFill>
              <a:latin typeface="Arial" pitchFamily="34" charset="0"/>
            </a:endParaRPr>
          </a:p>
        </p:txBody>
      </p:sp>
      <p:sp>
        <p:nvSpPr>
          <p:cNvPr id="3153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53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5399" name="Rectangle 69633"/>
          <p:cNvSpPr>
            <a:spLocks noGrp="1" noRot="1" noChangeAspect="1" noChangeArrowheads="1" noTextEdit="1"/>
          </p:cNvSpPr>
          <p:nvPr>
            <p:ph type="sldImg"/>
          </p:nvPr>
        </p:nvSpPr>
        <p:spPr>
          <a:ln cap="flat" algn="ctr">
            <a:headEnd type="none" w="med" len="med"/>
            <a:tailEnd type="none" w="med" len="med"/>
          </a:ln>
        </p:spPr>
      </p:sp>
      <p:sp>
        <p:nvSpPr>
          <p:cNvPr id="3154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BB809B25-4EA4-42AD-997B-F01C79321C69}" type="slidenum">
              <a:rPr lang="fr-FR" smtClean="0"/>
              <a:pPr/>
              <a:t>44</a:t>
            </a:fld>
            <a:endParaRPr lang="fr-FR" smtClean="0"/>
          </a:p>
        </p:txBody>
      </p:sp>
      <p:sp>
        <p:nvSpPr>
          <p:cNvPr id="3153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42E33EA-0446-4E4B-B3BA-A40957312726}"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53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713F8BC-8653-4A6A-9C26-10D67526012E}" type="slidenum">
              <a:rPr lang="fr-FR" sz="900">
                <a:solidFill>
                  <a:srgbClr val="5F5F5F"/>
                </a:solidFill>
                <a:latin typeface="Arial" pitchFamily="34" charset="0"/>
              </a:rPr>
              <a:pPr algn="r" eaLnBrk="1" hangingPunct="1"/>
              <a:t>44</a:t>
            </a:fld>
            <a:endParaRPr lang="en-US" sz="900">
              <a:solidFill>
                <a:srgbClr val="5F5F5F"/>
              </a:solidFill>
              <a:latin typeface="Arial" pitchFamily="34" charset="0"/>
            </a:endParaRPr>
          </a:p>
        </p:txBody>
      </p:sp>
      <p:sp>
        <p:nvSpPr>
          <p:cNvPr id="3153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53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5399" name="Rectangle 69633"/>
          <p:cNvSpPr>
            <a:spLocks noGrp="1" noRot="1" noChangeAspect="1" noChangeArrowheads="1" noTextEdit="1"/>
          </p:cNvSpPr>
          <p:nvPr>
            <p:ph type="sldImg"/>
          </p:nvPr>
        </p:nvSpPr>
        <p:spPr>
          <a:ln cap="flat" algn="ctr">
            <a:headEnd type="none" w="med" len="med"/>
            <a:tailEnd type="none" w="med" len="med"/>
          </a:ln>
        </p:spPr>
      </p:sp>
      <p:sp>
        <p:nvSpPr>
          <p:cNvPr id="3154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p>
            <a:fld id="{2818E954-592E-4701-9293-F10616645E4C}" type="slidenum">
              <a:rPr lang="fr-FR" smtClean="0"/>
              <a:pPr/>
              <a:t>45</a:t>
            </a:fld>
            <a:endParaRPr lang="fr-FR" smtClean="0"/>
          </a:p>
        </p:txBody>
      </p:sp>
      <p:sp>
        <p:nvSpPr>
          <p:cNvPr id="31641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6D27804-5C42-45D3-B6A4-ABC351900B69}"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642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E03BDC41-BA9C-45BF-998A-4F8168A0491F}" type="slidenum">
              <a:rPr lang="fr-FR" sz="900">
                <a:solidFill>
                  <a:srgbClr val="5F5F5F"/>
                </a:solidFill>
                <a:latin typeface="Arial" pitchFamily="34" charset="0"/>
              </a:rPr>
              <a:pPr algn="r" eaLnBrk="1" hangingPunct="1"/>
              <a:t>45</a:t>
            </a:fld>
            <a:endParaRPr lang="en-US" sz="900">
              <a:solidFill>
                <a:srgbClr val="5F5F5F"/>
              </a:solidFill>
              <a:latin typeface="Arial" pitchFamily="34" charset="0"/>
            </a:endParaRPr>
          </a:p>
        </p:txBody>
      </p:sp>
      <p:sp>
        <p:nvSpPr>
          <p:cNvPr id="31642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642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6423" name="Rectangle 69633"/>
          <p:cNvSpPr>
            <a:spLocks noGrp="1" noRot="1" noChangeAspect="1" noChangeArrowheads="1" noTextEdit="1"/>
          </p:cNvSpPr>
          <p:nvPr>
            <p:ph type="sldImg"/>
          </p:nvPr>
        </p:nvSpPr>
        <p:spPr>
          <a:ln cap="flat" algn="ctr">
            <a:headEnd type="none" w="med" len="med"/>
            <a:tailEnd type="none" w="med" len="med"/>
          </a:ln>
        </p:spPr>
      </p:sp>
      <p:sp>
        <p:nvSpPr>
          <p:cNvPr id="31642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p:spPr>
        <p:txBody>
          <a:bodyPr/>
          <a:lstStyle/>
          <a:p>
            <a:fld id="{96CFFCE2-DE51-4D06-932D-D370110A3D08}" type="slidenum">
              <a:rPr lang="fr-FR" smtClean="0"/>
              <a:pPr/>
              <a:t>46</a:t>
            </a:fld>
            <a:endParaRPr lang="fr-FR" smtClean="0"/>
          </a:p>
        </p:txBody>
      </p:sp>
      <p:sp>
        <p:nvSpPr>
          <p:cNvPr id="31744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BD919BD-6C03-4BD5-BACB-2236FA7AA15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744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AFAA86F5-C75A-4A54-8FBA-CC2359F055D4}" type="slidenum">
              <a:rPr lang="fr-FR" sz="900">
                <a:solidFill>
                  <a:srgbClr val="5F5F5F"/>
                </a:solidFill>
                <a:latin typeface="Arial" pitchFamily="34" charset="0"/>
              </a:rPr>
              <a:pPr algn="r" eaLnBrk="1" hangingPunct="1"/>
              <a:t>46</a:t>
            </a:fld>
            <a:endParaRPr lang="en-US" sz="900">
              <a:solidFill>
                <a:srgbClr val="5F5F5F"/>
              </a:solidFill>
              <a:latin typeface="Arial" pitchFamily="34" charset="0"/>
            </a:endParaRPr>
          </a:p>
        </p:txBody>
      </p:sp>
      <p:sp>
        <p:nvSpPr>
          <p:cNvPr id="31744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744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7447" name="Rectangle 69633"/>
          <p:cNvSpPr>
            <a:spLocks noGrp="1" noRot="1" noChangeAspect="1" noChangeArrowheads="1" noTextEdit="1"/>
          </p:cNvSpPr>
          <p:nvPr>
            <p:ph type="sldImg"/>
          </p:nvPr>
        </p:nvSpPr>
        <p:spPr>
          <a:ln cap="flat" algn="ctr">
            <a:headEnd type="none" w="med" len="med"/>
            <a:tailEnd type="none" w="med" len="med"/>
          </a:ln>
        </p:spPr>
      </p:sp>
      <p:sp>
        <p:nvSpPr>
          <p:cNvPr id="31744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1108DDAA-542D-4F5E-8DFB-B1535DDBC585}" type="slidenum">
              <a:rPr lang="fr-FR" smtClean="0"/>
              <a:pPr/>
              <a:t>47</a:t>
            </a:fld>
            <a:endParaRPr lang="fr-FR" smtClean="0"/>
          </a:p>
        </p:txBody>
      </p:sp>
      <p:sp>
        <p:nvSpPr>
          <p:cNvPr id="31846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566B8D1-1C15-45BD-B31D-D62E267F408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846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2D314A7-BC4D-43B2-8797-98C70E4A9359}" type="slidenum">
              <a:rPr lang="fr-FR" sz="900">
                <a:solidFill>
                  <a:srgbClr val="5F5F5F"/>
                </a:solidFill>
                <a:latin typeface="Arial" pitchFamily="34" charset="0"/>
              </a:rPr>
              <a:pPr algn="r" eaLnBrk="1" hangingPunct="1"/>
              <a:t>47</a:t>
            </a:fld>
            <a:endParaRPr lang="en-US" sz="900">
              <a:solidFill>
                <a:srgbClr val="5F5F5F"/>
              </a:solidFill>
              <a:latin typeface="Arial" pitchFamily="34" charset="0"/>
            </a:endParaRPr>
          </a:p>
        </p:txBody>
      </p:sp>
      <p:sp>
        <p:nvSpPr>
          <p:cNvPr id="31846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847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8471" name="Rectangle 69633"/>
          <p:cNvSpPr>
            <a:spLocks noGrp="1" noRot="1" noChangeAspect="1" noChangeArrowheads="1" noTextEdit="1"/>
          </p:cNvSpPr>
          <p:nvPr>
            <p:ph type="sldImg"/>
          </p:nvPr>
        </p:nvSpPr>
        <p:spPr>
          <a:ln cap="flat" algn="ctr">
            <a:headEnd type="none" w="med" len="med"/>
            <a:tailEnd type="none" w="med" len="med"/>
          </a:ln>
        </p:spPr>
      </p:sp>
      <p:sp>
        <p:nvSpPr>
          <p:cNvPr id="31847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1108DDAA-542D-4F5E-8DFB-B1535DDBC585}" type="slidenum">
              <a:rPr lang="fr-FR" smtClean="0"/>
              <a:pPr/>
              <a:t>48</a:t>
            </a:fld>
            <a:endParaRPr lang="fr-FR" smtClean="0"/>
          </a:p>
        </p:txBody>
      </p:sp>
      <p:sp>
        <p:nvSpPr>
          <p:cNvPr id="31846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566B8D1-1C15-45BD-B31D-D62E267F408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846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2D314A7-BC4D-43B2-8797-98C70E4A9359}" type="slidenum">
              <a:rPr lang="fr-FR" sz="900">
                <a:solidFill>
                  <a:srgbClr val="5F5F5F"/>
                </a:solidFill>
                <a:latin typeface="Arial" pitchFamily="34" charset="0"/>
              </a:rPr>
              <a:pPr algn="r" eaLnBrk="1" hangingPunct="1"/>
              <a:t>48</a:t>
            </a:fld>
            <a:endParaRPr lang="en-US" sz="900">
              <a:solidFill>
                <a:srgbClr val="5F5F5F"/>
              </a:solidFill>
              <a:latin typeface="Arial" pitchFamily="34" charset="0"/>
            </a:endParaRPr>
          </a:p>
        </p:txBody>
      </p:sp>
      <p:sp>
        <p:nvSpPr>
          <p:cNvPr id="31846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847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8471" name="Rectangle 69633"/>
          <p:cNvSpPr>
            <a:spLocks noGrp="1" noRot="1" noChangeAspect="1" noChangeArrowheads="1" noTextEdit="1"/>
          </p:cNvSpPr>
          <p:nvPr>
            <p:ph type="sldImg"/>
          </p:nvPr>
        </p:nvSpPr>
        <p:spPr>
          <a:ln cap="flat" algn="ctr">
            <a:headEnd type="none" w="med" len="med"/>
            <a:tailEnd type="none" w="med" len="med"/>
          </a:ln>
        </p:spPr>
      </p:sp>
      <p:sp>
        <p:nvSpPr>
          <p:cNvPr id="31847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1108DDAA-542D-4F5E-8DFB-B1535DDBC585}" type="slidenum">
              <a:rPr lang="fr-FR" smtClean="0"/>
              <a:pPr/>
              <a:t>49</a:t>
            </a:fld>
            <a:endParaRPr lang="fr-FR" smtClean="0"/>
          </a:p>
        </p:txBody>
      </p:sp>
      <p:sp>
        <p:nvSpPr>
          <p:cNvPr id="31846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566B8D1-1C15-45BD-B31D-D62E267F408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846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2D314A7-BC4D-43B2-8797-98C70E4A9359}" type="slidenum">
              <a:rPr lang="fr-FR" sz="900">
                <a:solidFill>
                  <a:srgbClr val="5F5F5F"/>
                </a:solidFill>
                <a:latin typeface="Arial" pitchFamily="34" charset="0"/>
              </a:rPr>
              <a:pPr algn="r" eaLnBrk="1" hangingPunct="1"/>
              <a:t>49</a:t>
            </a:fld>
            <a:endParaRPr lang="en-US" sz="900">
              <a:solidFill>
                <a:srgbClr val="5F5F5F"/>
              </a:solidFill>
              <a:latin typeface="Arial" pitchFamily="34" charset="0"/>
            </a:endParaRPr>
          </a:p>
        </p:txBody>
      </p:sp>
      <p:sp>
        <p:nvSpPr>
          <p:cNvPr id="31846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847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8471" name="Rectangle 69633"/>
          <p:cNvSpPr>
            <a:spLocks noGrp="1" noRot="1" noChangeAspect="1" noChangeArrowheads="1" noTextEdit="1"/>
          </p:cNvSpPr>
          <p:nvPr>
            <p:ph type="sldImg"/>
          </p:nvPr>
        </p:nvSpPr>
        <p:spPr>
          <a:ln cap="flat" algn="ctr">
            <a:headEnd type="none" w="med" len="med"/>
            <a:tailEnd type="none" w="med" len="med"/>
          </a:ln>
        </p:spPr>
      </p:sp>
      <p:sp>
        <p:nvSpPr>
          <p:cNvPr id="31847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1108DDAA-542D-4F5E-8DFB-B1535DDBC585}" type="slidenum">
              <a:rPr lang="fr-FR" smtClean="0"/>
              <a:pPr/>
              <a:t>50</a:t>
            </a:fld>
            <a:endParaRPr lang="fr-FR" smtClean="0"/>
          </a:p>
        </p:txBody>
      </p:sp>
      <p:sp>
        <p:nvSpPr>
          <p:cNvPr id="31846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566B8D1-1C15-45BD-B31D-D62E267F408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846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2D314A7-BC4D-43B2-8797-98C70E4A9359}" type="slidenum">
              <a:rPr lang="fr-FR" sz="900">
                <a:solidFill>
                  <a:srgbClr val="5F5F5F"/>
                </a:solidFill>
                <a:latin typeface="Arial" pitchFamily="34" charset="0"/>
              </a:rPr>
              <a:pPr algn="r" eaLnBrk="1" hangingPunct="1"/>
              <a:t>50</a:t>
            </a:fld>
            <a:endParaRPr lang="en-US" sz="900">
              <a:solidFill>
                <a:srgbClr val="5F5F5F"/>
              </a:solidFill>
              <a:latin typeface="Arial" pitchFamily="34" charset="0"/>
            </a:endParaRPr>
          </a:p>
        </p:txBody>
      </p:sp>
      <p:sp>
        <p:nvSpPr>
          <p:cNvPr id="31846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847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8471" name="Rectangle 69633"/>
          <p:cNvSpPr>
            <a:spLocks noGrp="1" noRot="1" noChangeAspect="1" noChangeArrowheads="1" noTextEdit="1"/>
          </p:cNvSpPr>
          <p:nvPr>
            <p:ph type="sldImg"/>
          </p:nvPr>
        </p:nvSpPr>
        <p:spPr>
          <a:ln cap="flat" algn="ctr">
            <a:headEnd type="none" w="med" len="med"/>
            <a:tailEnd type="none" w="med" len="med"/>
          </a:ln>
        </p:spPr>
      </p:sp>
      <p:sp>
        <p:nvSpPr>
          <p:cNvPr id="31847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1108DDAA-542D-4F5E-8DFB-B1535DDBC585}" type="slidenum">
              <a:rPr lang="fr-FR" smtClean="0"/>
              <a:pPr/>
              <a:t>51</a:t>
            </a:fld>
            <a:endParaRPr lang="fr-FR" smtClean="0"/>
          </a:p>
        </p:txBody>
      </p:sp>
      <p:sp>
        <p:nvSpPr>
          <p:cNvPr id="31846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566B8D1-1C15-45BD-B31D-D62E267F408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1846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2D314A7-BC4D-43B2-8797-98C70E4A9359}" type="slidenum">
              <a:rPr lang="fr-FR" sz="900">
                <a:solidFill>
                  <a:srgbClr val="5F5F5F"/>
                </a:solidFill>
                <a:latin typeface="Arial" pitchFamily="34" charset="0"/>
              </a:rPr>
              <a:pPr algn="r" eaLnBrk="1" hangingPunct="1"/>
              <a:t>51</a:t>
            </a:fld>
            <a:endParaRPr lang="en-US" sz="900">
              <a:solidFill>
                <a:srgbClr val="5F5F5F"/>
              </a:solidFill>
              <a:latin typeface="Arial" pitchFamily="34" charset="0"/>
            </a:endParaRPr>
          </a:p>
        </p:txBody>
      </p:sp>
      <p:sp>
        <p:nvSpPr>
          <p:cNvPr id="31846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1847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18471" name="Rectangle 69633"/>
          <p:cNvSpPr>
            <a:spLocks noGrp="1" noRot="1" noChangeAspect="1" noChangeArrowheads="1" noTextEdit="1"/>
          </p:cNvSpPr>
          <p:nvPr>
            <p:ph type="sldImg"/>
          </p:nvPr>
        </p:nvSpPr>
        <p:spPr>
          <a:ln cap="flat" algn="ctr">
            <a:headEnd type="none" w="med" len="med"/>
            <a:tailEnd type="none" w="med" len="med"/>
          </a:ln>
        </p:spPr>
      </p:sp>
      <p:sp>
        <p:nvSpPr>
          <p:cNvPr id="31847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p>
            <a:fld id="{68A9CFDC-C621-4523-9847-A461877BA57C}" type="slidenum">
              <a:rPr lang="fr-FR" smtClean="0"/>
              <a:pPr/>
              <a:t>54</a:t>
            </a:fld>
            <a:endParaRPr lang="fr-FR" smtClean="0"/>
          </a:p>
        </p:txBody>
      </p:sp>
      <p:sp>
        <p:nvSpPr>
          <p:cNvPr id="31949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fld id="{3836AF81-49CE-4228-A9AC-DB6DBAF9F374}" type="datetime5">
              <a:rPr lang="en-US" sz="900">
                <a:solidFill>
                  <a:srgbClr val="5F5F5F"/>
                </a:solidFill>
                <a:latin typeface="Arial" pitchFamily="34" charset="0"/>
              </a:rPr>
              <a:pPr/>
              <a:t>11-Oct-25</a:t>
            </a:fld>
            <a:endParaRPr lang="en-US" sz="900">
              <a:solidFill>
                <a:srgbClr val="5F5F5F"/>
              </a:solidFill>
              <a:latin typeface="Arial" pitchFamily="34" charset="0"/>
            </a:endParaRPr>
          </a:p>
        </p:txBody>
      </p:sp>
      <p:sp>
        <p:nvSpPr>
          <p:cNvPr id="31949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a:fld id="{7C23BF4F-B526-4B48-BE5D-6067C36FD54F}" type="slidenum">
              <a:rPr lang="fr-FR" sz="900">
                <a:solidFill>
                  <a:srgbClr val="5F5F5F"/>
                </a:solidFill>
                <a:latin typeface="Arial" pitchFamily="34" charset="0"/>
              </a:rPr>
              <a:pPr algn="r"/>
              <a:t>54</a:t>
            </a:fld>
            <a:endParaRPr lang="en-US" sz="900">
              <a:solidFill>
                <a:srgbClr val="5F5F5F"/>
              </a:solidFill>
              <a:latin typeface="Arial" pitchFamily="34" charset="0"/>
            </a:endParaRPr>
          </a:p>
        </p:txBody>
      </p:sp>
      <p:sp>
        <p:nvSpPr>
          <p:cNvPr id="31949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r>
              <a:rPr lang="en-US" sz="900">
                <a:solidFill>
                  <a:srgbClr val="5F5F5F"/>
                </a:solidFill>
                <a:latin typeface="Arial" pitchFamily="34" charset="0"/>
              </a:rPr>
              <a:t>Copyright © 2004-2005 NameOfTheOrganization. All rights reserved.</a:t>
            </a:r>
          </a:p>
        </p:txBody>
      </p:sp>
      <p:sp>
        <p:nvSpPr>
          <p:cNvPr id="31949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a:r>
              <a:rPr lang="en-US" sz="900">
                <a:solidFill>
                  <a:srgbClr val="5F5F5F"/>
                </a:solidFill>
                <a:latin typeface="Arial" pitchFamily="34" charset="0"/>
              </a:rPr>
              <a:t>[Title of the course]</a:t>
            </a:r>
          </a:p>
        </p:txBody>
      </p:sp>
      <p:sp>
        <p:nvSpPr>
          <p:cNvPr id="319495" name="Rectangle 69633"/>
          <p:cNvSpPr>
            <a:spLocks noGrp="1" noRot="1" noChangeAspect="1" noChangeArrowheads="1" noTextEdit="1"/>
          </p:cNvSpPr>
          <p:nvPr>
            <p:ph type="sldImg"/>
          </p:nvPr>
        </p:nvSpPr>
        <p:spPr>
          <a:ln cap="flat" algn="ctr">
            <a:headEnd type="none" w="med" len="med"/>
            <a:tailEnd type="none" w="med" len="med"/>
          </a:ln>
        </p:spPr>
      </p:sp>
      <p:sp>
        <p:nvSpPr>
          <p:cNvPr id="31949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p>
            <a:fld id="{F62CAEBC-3AF1-4E04-AD52-61CA03AB9364}" type="slidenum">
              <a:rPr lang="fr-FR" smtClean="0"/>
              <a:pPr/>
              <a:t>55</a:t>
            </a:fld>
            <a:endParaRPr lang="fr-FR" smtClean="0"/>
          </a:p>
        </p:txBody>
      </p:sp>
      <p:sp>
        <p:nvSpPr>
          <p:cNvPr id="32153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fld id="{67D7B778-60F9-43C0-BE6C-5D343D2C0CDB}" type="datetime5">
              <a:rPr lang="en-US" sz="900">
                <a:solidFill>
                  <a:srgbClr val="5F5F5F"/>
                </a:solidFill>
                <a:latin typeface="Arial" pitchFamily="34" charset="0"/>
              </a:rPr>
              <a:pPr/>
              <a:t>11-Oct-25</a:t>
            </a:fld>
            <a:endParaRPr lang="en-US" sz="900">
              <a:solidFill>
                <a:srgbClr val="5F5F5F"/>
              </a:solidFill>
              <a:latin typeface="Arial" pitchFamily="34" charset="0"/>
            </a:endParaRPr>
          </a:p>
        </p:txBody>
      </p:sp>
      <p:sp>
        <p:nvSpPr>
          <p:cNvPr id="32154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a:fld id="{7589EDB9-BA79-4B0A-A1B1-DFAAC8C8BDEE}" type="slidenum">
              <a:rPr lang="fr-FR" sz="900">
                <a:solidFill>
                  <a:srgbClr val="5F5F5F"/>
                </a:solidFill>
                <a:latin typeface="Arial" pitchFamily="34" charset="0"/>
              </a:rPr>
              <a:pPr algn="r"/>
              <a:t>55</a:t>
            </a:fld>
            <a:endParaRPr lang="en-US" sz="900">
              <a:solidFill>
                <a:srgbClr val="5F5F5F"/>
              </a:solidFill>
              <a:latin typeface="Arial" pitchFamily="34" charset="0"/>
            </a:endParaRPr>
          </a:p>
        </p:txBody>
      </p:sp>
      <p:sp>
        <p:nvSpPr>
          <p:cNvPr id="32154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r>
              <a:rPr lang="en-US" sz="900">
                <a:solidFill>
                  <a:srgbClr val="5F5F5F"/>
                </a:solidFill>
                <a:latin typeface="Arial" pitchFamily="34" charset="0"/>
              </a:rPr>
              <a:t>Copyright © 2004-2005 NameOfTheOrganization. All rights reserved.</a:t>
            </a:r>
          </a:p>
        </p:txBody>
      </p:sp>
      <p:sp>
        <p:nvSpPr>
          <p:cNvPr id="32154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a:r>
              <a:rPr lang="en-US" sz="900">
                <a:solidFill>
                  <a:srgbClr val="5F5F5F"/>
                </a:solidFill>
                <a:latin typeface="Arial" pitchFamily="34" charset="0"/>
              </a:rPr>
              <a:t>[Title of the course]</a:t>
            </a:r>
          </a:p>
        </p:txBody>
      </p:sp>
      <p:sp>
        <p:nvSpPr>
          <p:cNvPr id="321543" name="Rectangle 69633"/>
          <p:cNvSpPr>
            <a:spLocks noGrp="1" noRot="1" noChangeAspect="1" noChangeArrowheads="1" noTextEdit="1"/>
          </p:cNvSpPr>
          <p:nvPr>
            <p:ph type="sldImg"/>
          </p:nvPr>
        </p:nvSpPr>
        <p:spPr>
          <a:ln cap="flat" algn="ctr">
            <a:headEnd type="none" w="med" len="med"/>
            <a:tailEnd type="none" w="med" len="med"/>
          </a:ln>
        </p:spPr>
      </p:sp>
      <p:sp>
        <p:nvSpPr>
          <p:cNvPr id="32154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p>
            <a:fld id="{B7D5274E-DFE5-4CA3-B5D6-E92FC1CACC52}" type="slidenum">
              <a:rPr lang="fr-FR" smtClean="0"/>
              <a:pPr/>
              <a:t>56</a:t>
            </a:fld>
            <a:endParaRPr lang="fr-FR" smtClean="0"/>
          </a:p>
        </p:txBody>
      </p:sp>
      <p:sp>
        <p:nvSpPr>
          <p:cNvPr id="32256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fld id="{5B5016FD-A170-4154-910D-18ABB8158DCB}" type="datetime5">
              <a:rPr lang="en-US" sz="900">
                <a:solidFill>
                  <a:srgbClr val="5F5F5F"/>
                </a:solidFill>
                <a:latin typeface="Arial" pitchFamily="34" charset="0"/>
              </a:rPr>
              <a:pPr/>
              <a:t>11-Oct-25</a:t>
            </a:fld>
            <a:endParaRPr lang="en-US" sz="900">
              <a:solidFill>
                <a:srgbClr val="5F5F5F"/>
              </a:solidFill>
              <a:latin typeface="Arial" pitchFamily="34" charset="0"/>
            </a:endParaRPr>
          </a:p>
        </p:txBody>
      </p:sp>
      <p:sp>
        <p:nvSpPr>
          <p:cNvPr id="32256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a:fld id="{52B04787-3539-4BC9-A321-9F71F0A9DAA6}" type="slidenum">
              <a:rPr lang="fr-FR" sz="900">
                <a:solidFill>
                  <a:srgbClr val="5F5F5F"/>
                </a:solidFill>
                <a:latin typeface="Arial" pitchFamily="34" charset="0"/>
              </a:rPr>
              <a:pPr algn="r"/>
              <a:t>56</a:t>
            </a:fld>
            <a:endParaRPr lang="en-US" sz="900">
              <a:solidFill>
                <a:srgbClr val="5F5F5F"/>
              </a:solidFill>
              <a:latin typeface="Arial" pitchFamily="34" charset="0"/>
            </a:endParaRPr>
          </a:p>
        </p:txBody>
      </p:sp>
      <p:sp>
        <p:nvSpPr>
          <p:cNvPr id="32256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r>
              <a:rPr lang="en-US" sz="900">
                <a:solidFill>
                  <a:srgbClr val="5F5F5F"/>
                </a:solidFill>
                <a:latin typeface="Arial" pitchFamily="34" charset="0"/>
              </a:rPr>
              <a:t>Copyright © 2004-2005 NameOfTheOrganization. All rights reserved.</a:t>
            </a:r>
          </a:p>
        </p:txBody>
      </p:sp>
      <p:sp>
        <p:nvSpPr>
          <p:cNvPr id="32256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a:r>
              <a:rPr lang="en-US" sz="900">
                <a:solidFill>
                  <a:srgbClr val="5F5F5F"/>
                </a:solidFill>
                <a:latin typeface="Arial" pitchFamily="34" charset="0"/>
              </a:rPr>
              <a:t>[Title of the course]</a:t>
            </a:r>
          </a:p>
        </p:txBody>
      </p:sp>
      <p:sp>
        <p:nvSpPr>
          <p:cNvPr id="322567" name="Rectangle 69633"/>
          <p:cNvSpPr>
            <a:spLocks noGrp="1" noRot="1" noChangeAspect="1" noChangeArrowheads="1" noTextEdit="1"/>
          </p:cNvSpPr>
          <p:nvPr>
            <p:ph type="sldImg"/>
          </p:nvPr>
        </p:nvSpPr>
        <p:spPr>
          <a:ln cap="flat" algn="ctr">
            <a:headEnd type="none" w="med" len="med"/>
            <a:tailEnd type="none" w="med" len="med"/>
          </a:ln>
        </p:spPr>
      </p:sp>
      <p:sp>
        <p:nvSpPr>
          <p:cNvPr id="32256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p>
            <a:fld id="{424ED935-ADE3-4443-AEB1-3AF3879601BA}" type="slidenum">
              <a:rPr lang="fr-FR" smtClean="0"/>
              <a:pPr/>
              <a:t>57</a:t>
            </a:fld>
            <a:endParaRPr lang="fr-FR" smtClean="0"/>
          </a:p>
        </p:txBody>
      </p:sp>
      <p:sp>
        <p:nvSpPr>
          <p:cNvPr id="32358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fld id="{5F7711FA-B99E-46CB-BE60-0A77BDF2C798}" type="datetime5">
              <a:rPr lang="en-US" sz="900">
                <a:solidFill>
                  <a:srgbClr val="5F5F5F"/>
                </a:solidFill>
                <a:latin typeface="Arial" pitchFamily="34" charset="0"/>
              </a:rPr>
              <a:pPr/>
              <a:t>11-Oct-25</a:t>
            </a:fld>
            <a:endParaRPr lang="en-US" sz="900">
              <a:solidFill>
                <a:srgbClr val="5F5F5F"/>
              </a:solidFill>
              <a:latin typeface="Arial" pitchFamily="34" charset="0"/>
            </a:endParaRPr>
          </a:p>
        </p:txBody>
      </p:sp>
      <p:sp>
        <p:nvSpPr>
          <p:cNvPr id="32358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a:fld id="{0711B120-7BAB-4065-811A-C2E1B18C16DA}" type="slidenum">
              <a:rPr lang="fr-FR" sz="900">
                <a:solidFill>
                  <a:srgbClr val="5F5F5F"/>
                </a:solidFill>
                <a:latin typeface="Arial" pitchFamily="34" charset="0"/>
              </a:rPr>
              <a:pPr algn="r"/>
              <a:t>57</a:t>
            </a:fld>
            <a:endParaRPr lang="en-US" sz="900">
              <a:solidFill>
                <a:srgbClr val="5F5F5F"/>
              </a:solidFill>
              <a:latin typeface="Arial" pitchFamily="34" charset="0"/>
            </a:endParaRPr>
          </a:p>
        </p:txBody>
      </p:sp>
      <p:sp>
        <p:nvSpPr>
          <p:cNvPr id="32358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r>
              <a:rPr lang="en-US" sz="900">
                <a:solidFill>
                  <a:srgbClr val="5F5F5F"/>
                </a:solidFill>
                <a:latin typeface="Arial" pitchFamily="34" charset="0"/>
              </a:rPr>
              <a:t>Copyright © 2004-2005 NameOfTheOrganization. All rights reserved.</a:t>
            </a:r>
          </a:p>
        </p:txBody>
      </p:sp>
      <p:sp>
        <p:nvSpPr>
          <p:cNvPr id="32359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a:r>
              <a:rPr lang="en-US" sz="900">
                <a:solidFill>
                  <a:srgbClr val="5F5F5F"/>
                </a:solidFill>
                <a:latin typeface="Arial" pitchFamily="34" charset="0"/>
              </a:rPr>
              <a:t>[Title of the course]</a:t>
            </a:r>
          </a:p>
        </p:txBody>
      </p:sp>
      <p:sp>
        <p:nvSpPr>
          <p:cNvPr id="323591" name="Rectangle 69633"/>
          <p:cNvSpPr>
            <a:spLocks noGrp="1" noRot="1" noChangeAspect="1" noChangeArrowheads="1" noTextEdit="1"/>
          </p:cNvSpPr>
          <p:nvPr>
            <p:ph type="sldImg"/>
          </p:nvPr>
        </p:nvSpPr>
        <p:spPr>
          <a:ln cap="flat" algn="ctr">
            <a:headEnd type="none" w="med" len="med"/>
            <a:tailEnd type="none" w="med" len="med"/>
          </a:ln>
        </p:spPr>
      </p:sp>
      <p:sp>
        <p:nvSpPr>
          <p:cNvPr id="32359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dirty="0"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p>
            <a:fld id="{F6491B6D-A550-4558-8031-6A4406C15124}" type="slidenum">
              <a:rPr lang="fr-FR" smtClean="0"/>
              <a:pPr/>
              <a:t>58</a:t>
            </a:fld>
            <a:endParaRPr lang="fr-FR" smtClean="0"/>
          </a:p>
        </p:txBody>
      </p:sp>
      <p:sp>
        <p:nvSpPr>
          <p:cNvPr id="32461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fld id="{5477B706-98C3-406C-89D0-E0998DA4B1EA}" type="datetime5">
              <a:rPr lang="en-US" sz="900">
                <a:solidFill>
                  <a:srgbClr val="5F5F5F"/>
                </a:solidFill>
                <a:latin typeface="Arial" pitchFamily="34" charset="0"/>
              </a:rPr>
              <a:pPr/>
              <a:t>11-Oct-25</a:t>
            </a:fld>
            <a:endParaRPr lang="en-US" sz="900">
              <a:solidFill>
                <a:srgbClr val="5F5F5F"/>
              </a:solidFill>
              <a:latin typeface="Arial" pitchFamily="34" charset="0"/>
            </a:endParaRPr>
          </a:p>
        </p:txBody>
      </p:sp>
      <p:sp>
        <p:nvSpPr>
          <p:cNvPr id="32461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a:fld id="{0A6771DB-D7FA-430F-A1EE-A5C231DCEFA3}" type="slidenum">
              <a:rPr lang="fr-FR" sz="900">
                <a:solidFill>
                  <a:srgbClr val="5F5F5F"/>
                </a:solidFill>
                <a:latin typeface="Arial" pitchFamily="34" charset="0"/>
              </a:rPr>
              <a:pPr algn="r"/>
              <a:t>58</a:t>
            </a:fld>
            <a:endParaRPr lang="en-US" sz="900">
              <a:solidFill>
                <a:srgbClr val="5F5F5F"/>
              </a:solidFill>
              <a:latin typeface="Arial" pitchFamily="34" charset="0"/>
            </a:endParaRPr>
          </a:p>
        </p:txBody>
      </p:sp>
      <p:sp>
        <p:nvSpPr>
          <p:cNvPr id="32461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r>
              <a:rPr lang="en-US" sz="900">
                <a:solidFill>
                  <a:srgbClr val="5F5F5F"/>
                </a:solidFill>
                <a:latin typeface="Arial" pitchFamily="34" charset="0"/>
              </a:rPr>
              <a:t>Copyright © 2004-2005 NameOfTheOrganization. All rights reserved.</a:t>
            </a:r>
          </a:p>
        </p:txBody>
      </p:sp>
      <p:sp>
        <p:nvSpPr>
          <p:cNvPr id="32461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a:r>
              <a:rPr lang="en-US" sz="900">
                <a:solidFill>
                  <a:srgbClr val="5F5F5F"/>
                </a:solidFill>
                <a:latin typeface="Arial" pitchFamily="34" charset="0"/>
              </a:rPr>
              <a:t>[Title of the course]</a:t>
            </a:r>
          </a:p>
        </p:txBody>
      </p:sp>
      <p:sp>
        <p:nvSpPr>
          <p:cNvPr id="324615" name="Rectangle 69633"/>
          <p:cNvSpPr>
            <a:spLocks noGrp="1" noRot="1" noChangeAspect="1" noChangeArrowheads="1" noTextEdit="1"/>
          </p:cNvSpPr>
          <p:nvPr>
            <p:ph type="sldImg"/>
          </p:nvPr>
        </p:nvSpPr>
        <p:spPr>
          <a:ln cap="flat" algn="ctr">
            <a:headEnd type="none" w="med" len="med"/>
            <a:tailEnd type="none" w="med" len="med"/>
          </a:ln>
        </p:spPr>
      </p:sp>
      <p:sp>
        <p:nvSpPr>
          <p:cNvPr id="32461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p:spPr>
        <p:txBody>
          <a:bodyPr/>
          <a:lstStyle/>
          <a:p>
            <a:fld id="{EC7EABB0-290A-4F65-84F2-6B5752BEA068}" type="slidenum">
              <a:rPr lang="fr-FR" smtClean="0"/>
              <a:pPr/>
              <a:t>59</a:t>
            </a:fld>
            <a:endParaRPr lang="fr-FR" smtClean="0"/>
          </a:p>
        </p:txBody>
      </p:sp>
      <p:sp>
        <p:nvSpPr>
          <p:cNvPr id="32563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fld id="{34102619-19A3-4561-AAAE-5E3AE92E6BCF}" type="datetime5">
              <a:rPr lang="en-US" sz="900">
                <a:solidFill>
                  <a:srgbClr val="5F5F5F"/>
                </a:solidFill>
                <a:latin typeface="Arial" pitchFamily="34" charset="0"/>
              </a:rPr>
              <a:pPr/>
              <a:t>11-Oct-25</a:t>
            </a:fld>
            <a:endParaRPr lang="en-US" sz="900">
              <a:solidFill>
                <a:srgbClr val="5F5F5F"/>
              </a:solidFill>
              <a:latin typeface="Arial" pitchFamily="34" charset="0"/>
            </a:endParaRPr>
          </a:p>
        </p:txBody>
      </p:sp>
      <p:sp>
        <p:nvSpPr>
          <p:cNvPr id="32563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a:fld id="{F9BCCD53-4257-4470-AB5D-996344117200}" type="slidenum">
              <a:rPr lang="fr-FR" sz="900">
                <a:solidFill>
                  <a:srgbClr val="5F5F5F"/>
                </a:solidFill>
                <a:latin typeface="Arial" pitchFamily="34" charset="0"/>
              </a:rPr>
              <a:pPr algn="r"/>
              <a:t>59</a:t>
            </a:fld>
            <a:endParaRPr lang="en-US" sz="900">
              <a:solidFill>
                <a:srgbClr val="5F5F5F"/>
              </a:solidFill>
              <a:latin typeface="Arial" pitchFamily="34" charset="0"/>
            </a:endParaRPr>
          </a:p>
        </p:txBody>
      </p:sp>
      <p:sp>
        <p:nvSpPr>
          <p:cNvPr id="32563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r>
              <a:rPr lang="en-US" sz="900">
                <a:solidFill>
                  <a:srgbClr val="5F5F5F"/>
                </a:solidFill>
                <a:latin typeface="Arial" pitchFamily="34" charset="0"/>
              </a:rPr>
              <a:t>Copyright © 2004-2005 NameOfTheOrganization. All rights reserved.</a:t>
            </a:r>
          </a:p>
        </p:txBody>
      </p:sp>
      <p:sp>
        <p:nvSpPr>
          <p:cNvPr id="32563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a:r>
              <a:rPr lang="en-US" sz="900">
                <a:solidFill>
                  <a:srgbClr val="5F5F5F"/>
                </a:solidFill>
                <a:latin typeface="Arial" pitchFamily="34" charset="0"/>
              </a:rPr>
              <a:t>[Title of the course]</a:t>
            </a:r>
          </a:p>
        </p:txBody>
      </p:sp>
      <p:sp>
        <p:nvSpPr>
          <p:cNvPr id="325639" name="Rectangle 69633"/>
          <p:cNvSpPr>
            <a:spLocks noGrp="1" noRot="1" noChangeAspect="1" noChangeArrowheads="1" noTextEdit="1"/>
          </p:cNvSpPr>
          <p:nvPr>
            <p:ph type="sldImg"/>
          </p:nvPr>
        </p:nvSpPr>
        <p:spPr>
          <a:ln cap="flat" algn="ctr">
            <a:headEnd type="none" w="med" len="med"/>
            <a:tailEnd type="none" w="med" len="med"/>
          </a:ln>
        </p:spPr>
      </p:sp>
      <p:sp>
        <p:nvSpPr>
          <p:cNvPr id="32564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p:spPr>
        <p:txBody>
          <a:bodyPr/>
          <a:lstStyle/>
          <a:p>
            <a:fld id="{7119C9AF-604D-49E8-9F7D-E10F11472AD9}" type="slidenum">
              <a:rPr lang="fr-FR" smtClean="0"/>
              <a:pPr/>
              <a:t>60</a:t>
            </a:fld>
            <a:endParaRPr lang="fr-FR" smtClean="0"/>
          </a:p>
        </p:txBody>
      </p:sp>
      <p:sp>
        <p:nvSpPr>
          <p:cNvPr id="33177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DDD71576-0347-4554-93F3-D7DB47D6F234}"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178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5F691E41-CCD4-4A81-B51C-150E40B697DF}" type="slidenum">
              <a:rPr lang="fr-FR" sz="900">
                <a:solidFill>
                  <a:srgbClr val="5F5F5F"/>
                </a:solidFill>
                <a:latin typeface="Arial" pitchFamily="34" charset="0"/>
              </a:rPr>
              <a:pPr algn="r" eaLnBrk="1" hangingPunct="1"/>
              <a:t>60</a:t>
            </a:fld>
            <a:endParaRPr lang="en-US" sz="900">
              <a:solidFill>
                <a:srgbClr val="5F5F5F"/>
              </a:solidFill>
              <a:latin typeface="Arial" pitchFamily="34" charset="0"/>
            </a:endParaRPr>
          </a:p>
        </p:txBody>
      </p:sp>
      <p:sp>
        <p:nvSpPr>
          <p:cNvPr id="33178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178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1783" name="Rectangle 69633"/>
          <p:cNvSpPr>
            <a:spLocks noGrp="1" noRot="1" noChangeAspect="1" noChangeArrowheads="1" noTextEdit="1"/>
          </p:cNvSpPr>
          <p:nvPr>
            <p:ph type="sldImg"/>
          </p:nvPr>
        </p:nvSpPr>
        <p:spPr>
          <a:ln cap="flat" algn="ctr">
            <a:headEnd type="none" w="med" len="med"/>
            <a:tailEnd type="none" w="med" len="med"/>
          </a:ln>
        </p:spPr>
      </p:sp>
      <p:sp>
        <p:nvSpPr>
          <p:cNvPr id="33178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7"/>
          <p:cNvSpPr>
            <a:spLocks noGrp="1" noChangeArrowheads="1"/>
          </p:cNvSpPr>
          <p:nvPr>
            <p:ph type="sldNum" sz="quarter" idx="5"/>
          </p:nvPr>
        </p:nvSpPr>
        <p:spPr>
          <a:noFill/>
        </p:spPr>
        <p:txBody>
          <a:bodyPr/>
          <a:lstStyle/>
          <a:p>
            <a:fld id="{2F0815B0-E318-4888-9C06-3A9F6547C828}" type="slidenum">
              <a:rPr lang="fr-FR" smtClean="0"/>
              <a:pPr/>
              <a:t>61</a:t>
            </a:fld>
            <a:endParaRPr lang="fr-FR" smtClean="0"/>
          </a:p>
        </p:txBody>
      </p:sp>
      <p:sp>
        <p:nvSpPr>
          <p:cNvPr id="33280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D5ADE4E-C4A9-4FA3-8F50-3EEDDF45A605}"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280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CFAB2299-75CC-4253-A47F-3C59AF717993}" type="slidenum">
              <a:rPr lang="fr-FR" sz="900">
                <a:solidFill>
                  <a:srgbClr val="5F5F5F"/>
                </a:solidFill>
                <a:latin typeface="Arial" pitchFamily="34" charset="0"/>
              </a:rPr>
              <a:pPr algn="r" eaLnBrk="1" hangingPunct="1"/>
              <a:t>61</a:t>
            </a:fld>
            <a:endParaRPr lang="en-US" sz="900">
              <a:solidFill>
                <a:srgbClr val="5F5F5F"/>
              </a:solidFill>
              <a:latin typeface="Arial" pitchFamily="34" charset="0"/>
            </a:endParaRPr>
          </a:p>
        </p:txBody>
      </p:sp>
      <p:sp>
        <p:nvSpPr>
          <p:cNvPr id="33280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280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2807" name="Rectangle 69633"/>
          <p:cNvSpPr>
            <a:spLocks noGrp="1" noRot="1" noChangeAspect="1" noChangeArrowheads="1" noTextEdit="1"/>
          </p:cNvSpPr>
          <p:nvPr>
            <p:ph type="sldImg"/>
          </p:nvPr>
        </p:nvSpPr>
        <p:spPr>
          <a:ln cap="flat" algn="ctr">
            <a:headEnd type="none" w="med" len="med"/>
            <a:tailEnd type="none" w="med" len="med"/>
          </a:ln>
        </p:spPr>
      </p:sp>
      <p:sp>
        <p:nvSpPr>
          <p:cNvPr id="33280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a:noFill/>
        </p:spPr>
        <p:txBody>
          <a:bodyPr/>
          <a:lstStyle/>
          <a:p>
            <a:fld id="{CED5666A-D2EB-4EC9-9847-AEC49CED7EF8}" type="slidenum">
              <a:rPr lang="fr-FR" smtClean="0"/>
              <a:pPr/>
              <a:t>62</a:t>
            </a:fld>
            <a:endParaRPr lang="fr-FR" smtClean="0"/>
          </a:p>
        </p:txBody>
      </p:sp>
      <p:sp>
        <p:nvSpPr>
          <p:cNvPr id="33382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90D0BA6F-DF19-4EC3-8FDF-E416858C5A12}"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382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6D66206E-DA29-4F32-B740-156E8A9814A6}" type="slidenum">
              <a:rPr lang="fr-FR" sz="900">
                <a:solidFill>
                  <a:srgbClr val="5F5F5F"/>
                </a:solidFill>
                <a:latin typeface="Arial" pitchFamily="34" charset="0"/>
              </a:rPr>
              <a:pPr algn="r" eaLnBrk="1" hangingPunct="1"/>
              <a:t>62</a:t>
            </a:fld>
            <a:endParaRPr lang="en-US" sz="900">
              <a:solidFill>
                <a:srgbClr val="5F5F5F"/>
              </a:solidFill>
              <a:latin typeface="Arial" pitchFamily="34" charset="0"/>
            </a:endParaRPr>
          </a:p>
        </p:txBody>
      </p:sp>
      <p:sp>
        <p:nvSpPr>
          <p:cNvPr id="33382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383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3831" name="Rectangle 69633"/>
          <p:cNvSpPr>
            <a:spLocks noGrp="1" noRot="1" noChangeAspect="1" noChangeArrowheads="1" noTextEdit="1"/>
          </p:cNvSpPr>
          <p:nvPr>
            <p:ph type="sldImg"/>
          </p:nvPr>
        </p:nvSpPr>
        <p:spPr>
          <a:ln cap="flat" algn="ctr">
            <a:headEnd type="none" w="med" len="med"/>
            <a:tailEnd type="none" w="med" len="med"/>
          </a:ln>
        </p:spPr>
      </p:sp>
      <p:sp>
        <p:nvSpPr>
          <p:cNvPr id="33383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a:noFill/>
        </p:spPr>
        <p:txBody>
          <a:bodyPr/>
          <a:lstStyle/>
          <a:p>
            <a:fld id="{841AA7EA-2BEA-4FAA-8D4B-FC7EB95C0520}" type="slidenum">
              <a:rPr lang="fr-FR" smtClean="0"/>
              <a:pPr/>
              <a:t>63</a:t>
            </a:fld>
            <a:endParaRPr lang="fr-FR" smtClean="0"/>
          </a:p>
        </p:txBody>
      </p:sp>
      <p:sp>
        <p:nvSpPr>
          <p:cNvPr id="33485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8E76B57-0B44-4E50-AA20-8936F9F13F6F}"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485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BA578597-3ED1-4E00-88E4-C8981A429F0C}" type="slidenum">
              <a:rPr lang="fr-FR" sz="900">
                <a:solidFill>
                  <a:srgbClr val="5F5F5F"/>
                </a:solidFill>
                <a:latin typeface="Arial" pitchFamily="34" charset="0"/>
              </a:rPr>
              <a:pPr algn="r" eaLnBrk="1" hangingPunct="1"/>
              <a:t>63</a:t>
            </a:fld>
            <a:endParaRPr lang="en-US" sz="900">
              <a:solidFill>
                <a:srgbClr val="5F5F5F"/>
              </a:solidFill>
              <a:latin typeface="Arial" pitchFamily="34" charset="0"/>
            </a:endParaRPr>
          </a:p>
        </p:txBody>
      </p:sp>
      <p:sp>
        <p:nvSpPr>
          <p:cNvPr id="33485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485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4855" name="Rectangle 69633"/>
          <p:cNvSpPr>
            <a:spLocks noGrp="1" noRot="1" noChangeAspect="1" noChangeArrowheads="1" noTextEdit="1"/>
          </p:cNvSpPr>
          <p:nvPr>
            <p:ph type="sldImg"/>
          </p:nvPr>
        </p:nvSpPr>
        <p:spPr>
          <a:ln cap="flat" algn="ctr">
            <a:headEnd type="none" w="med" len="med"/>
            <a:tailEnd type="none" w="med" len="med"/>
          </a:ln>
        </p:spPr>
      </p:sp>
      <p:sp>
        <p:nvSpPr>
          <p:cNvPr id="33485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a:noFill/>
        </p:spPr>
        <p:txBody>
          <a:bodyPr/>
          <a:lstStyle/>
          <a:p>
            <a:fld id="{32371B6C-B69F-4F6D-B00C-B13C29F5C93E}" type="slidenum">
              <a:rPr lang="fr-FR" smtClean="0"/>
              <a:pPr/>
              <a:t>64</a:t>
            </a:fld>
            <a:endParaRPr lang="fr-FR" smtClean="0"/>
          </a:p>
        </p:txBody>
      </p:sp>
      <p:sp>
        <p:nvSpPr>
          <p:cNvPr id="33587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C5E0FE53-975D-47D0-AFD7-31B5404DDAF2}"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587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6C82268-97AE-42AC-A97B-B1C2F3D31453}" type="slidenum">
              <a:rPr lang="fr-FR" sz="900">
                <a:solidFill>
                  <a:srgbClr val="5F5F5F"/>
                </a:solidFill>
                <a:latin typeface="Arial" pitchFamily="34" charset="0"/>
              </a:rPr>
              <a:pPr algn="r" eaLnBrk="1" hangingPunct="1"/>
              <a:t>64</a:t>
            </a:fld>
            <a:endParaRPr lang="en-US" sz="900">
              <a:solidFill>
                <a:srgbClr val="5F5F5F"/>
              </a:solidFill>
              <a:latin typeface="Arial" pitchFamily="34" charset="0"/>
            </a:endParaRPr>
          </a:p>
        </p:txBody>
      </p:sp>
      <p:sp>
        <p:nvSpPr>
          <p:cNvPr id="33587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587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5879" name="Rectangle 69633"/>
          <p:cNvSpPr>
            <a:spLocks noGrp="1" noRot="1" noChangeAspect="1" noChangeArrowheads="1" noTextEdit="1"/>
          </p:cNvSpPr>
          <p:nvPr>
            <p:ph type="sldImg"/>
          </p:nvPr>
        </p:nvSpPr>
        <p:spPr>
          <a:ln cap="flat" algn="ctr">
            <a:headEnd type="none" w="med" len="med"/>
            <a:tailEnd type="none" w="med" len="med"/>
          </a:ln>
        </p:spPr>
      </p:sp>
      <p:sp>
        <p:nvSpPr>
          <p:cNvPr id="33588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7"/>
          <p:cNvSpPr>
            <a:spLocks noGrp="1" noChangeArrowheads="1"/>
          </p:cNvSpPr>
          <p:nvPr>
            <p:ph type="sldNum" sz="quarter" idx="5"/>
          </p:nvPr>
        </p:nvSpPr>
        <p:spPr>
          <a:noFill/>
        </p:spPr>
        <p:txBody>
          <a:bodyPr/>
          <a:lstStyle/>
          <a:p>
            <a:fld id="{EA89AE78-AB20-45EF-942D-4C0CEA87A158}" type="slidenum">
              <a:rPr lang="fr-FR" smtClean="0"/>
              <a:pPr/>
              <a:t>65</a:t>
            </a:fld>
            <a:endParaRPr lang="fr-FR" smtClean="0"/>
          </a:p>
        </p:txBody>
      </p:sp>
      <p:sp>
        <p:nvSpPr>
          <p:cNvPr id="33689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1D7B4AFB-8250-4BF1-94A4-42CFB925A5A1}"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690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998D962-1BB3-44C5-8B22-E5DF46829C59}" type="slidenum">
              <a:rPr lang="fr-FR" sz="900">
                <a:solidFill>
                  <a:srgbClr val="5F5F5F"/>
                </a:solidFill>
                <a:latin typeface="Arial" pitchFamily="34" charset="0"/>
              </a:rPr>
              <a:pPr algn="r" eaLnBrk="1" hangingPunct="1"/>
              <a:t>65</a:t>
            </a:fld>
            <a:endParaRPr lang="en-US" sz="900">
              <a:solidFill>
                <a:srgbClr val="5F5F5F"/>
              </a:solidFill>
              <a:latin typeface="Arial" pitchFamily="34" charset="0"/>
            </a:endParaRPr>
          </a:p>
        </p:txBody>
      </p:sp>
      <p:sp>
        <p:nvSpPr>
          <p:cNvPr id="33690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690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6903" name="Rectangle 69633"/>
          <p:cNvSpPr>
            <a:spLocks noGrp="1" noRot="1" noChangeAspect="1" noChangeArrowheads="1" noTextEdit="1"/>
          </p:cNvSpPr>
          <p:nvPr>
            <p:ph type="sldImg"/>
          </p:nvPr>
        </p:nvSpPr>
        <p:spPr>
          <a:ln cap="flat" algn="ctr">
            <a:headEnd type="none" w="med" len="med"/>
            <a:tailEnd type="none" w="med" len="med"/>
          </a:ln>
        </p:spPr>
      </p:sp>
      <p:sp>
        <p:nvSpPr>
          <p:cNvPr id="33690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p:spPr>
        <p:txBody>
          <a:bodyPr/>
          <a:lstStyle/>
          <a:p>
            <a:fld id="{5EE3451F-9D3B-4436-9232-A25675A2F3E0}" type="slidenum">
              <a:rPr lang="fr-FR" smtClean="0"/>
              <a:pPr/>
              <a:t>66</a:t>
            </a:fld>
            <a:endParaRPr lang="fr-FR" smtClean="0"/>
          </a:p>
        </p:txBody>
      </p:sp>
      <p:sp>
        <p:nvSpPr>
          <p:cNvPr id="33792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E18D48EB-74FC-4B8F-A645-096F2F4A0654}"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792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21A70FA7-B5CA-4D84-AC77-B7EC3B6F7DE6}" type="slidenum">
              <a:rPr lang="fr-FR" sz="900">
                <a:solidFill>
                  <a:srgbClr val="5F5F5F"/>
                </a:solidFill>
                <a:latin typeface="Arial" pitchFamily="34" charset="0"/>
              </a:rPr>
              <a:pPr algn="r" eaLnBrk="1" hangingPunct="1"/>
              <a:t>66</a:t>
            </a:fld>
            <a:endParaRPr lang="en-US" sz="900">
              <a:solidFill>
                <a:srgbClr val="5F5F5F"/>
              </a:solidFill>
              <a:latin typeface="Arial" pitchFamily="34" charset="0"/>
            </a:endParaRPr>
          </a:p>
        </p:txBody>
      </p:sp>
      <p:sp>
        <p:nvSpPr>
          <p:cNvPr id="33792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792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7927" name="Rectangle 69633"/>
          <p:cNvSpPr>
            <a:spLocks noGrp="1" noRot="1" noChangeAspect="1" noChangeArrowheads="1" noTextEdit="1"/>
          </p:cNvSpPr>
          <p:nvPr>
            <p:ph type="sldImg"/>
          </p:nvPr>
        </p:nvSpPr>
        <p:spPr>
          <a:ln cap="flat" algn="ctr">
            <a:headEnd type="none" w="med" len="med"/>
            <a:tailEnd type="none" w="med" len="med"/>
          </a:ln>
        </p:spPr>
      </p:sp>
      <p:sp>
        <p:nvSpPr>
          <p:cNvPr id="33792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p:cNvSpPr>
            <a:spLocks noGrp="1" noChangeArrowheads="1"/>
          </p:cNvSpPr>
          <p:nvPr>
            <p:ph type="sldNum" sz="quarter" idx="5"/>
          </p:nvPr>
        </p:nvSpPr>
        <p:spPr>
          <a:noFill/>
        </p:spPr>
        <p:txBody>
          <a:bodyPr/>
          <a:lstStyle/>
          <a:p>
            <a:fld id="{74B00271-FE76-435F-AB50-C956F27EF565}" type="slidenum">
              <a:rPr lang="fr-FR" smtClean="0"/>
              <a:pPr/>
              <a:t>67</a:t>
            </a:fld>
            <a:endParaRPr lang="fr-FR" smtClean="0"/>
          </a:p>
        </p:txBody>
      </p:sp>
      <p:sp>
        <p:nvSpPr>
          <p:cNvPr id="33894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B6DB4CC-3409-413D-AC15-7C6CD61298B7}"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894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415BEC17-EB7C-4450-95EF-0C38FA66A28B}" type="slidenum">
              <a:rPr lang="fr-FR" sz="900">
                <a:solidFill>
                  <a:srgbClr val="5F5F5F"/>
                </a:solidFill>
                <a:latin typeface="Arial" pitchFamily="34" charset="0"/>
              </a:rPr>
              <a:pPr algn="r" eaLnBrk="1" hangingPunct="1"/>
              <a:t>67</a:t>
            </a:fld>
            <a:endParaRPr lang="en-US" sz="900">
              <a:solidFill>
                <a:srgbClr val="5F5F5F"/>
              </a:solidFill>
              <a:latin typeface="Arial" pitchFamily="34" charset="0"/>
            </a:endParaRPr>
          </a:p>
        </p:txBody>
      </p:sp>
      <p:sp>
        <p:nvSpPr>
          <p:cNvPr id="33894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895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8951" name="Rectangle 69633"/>
          <p:cNvSpPr>
            <a:spLocks noGrp="1" noRot="1" noChangeAspect="1" noChangeArrowheads="1" noTextEdit="1"/>
          </p:cNvSpPr>
          <p:nvPr>
            <p:ph type="sldImg"/>
          </p:nvPr>
        </p:nvSpPr>
        <p:spPr>
          <a:ln cap="flat" algn="ctr">
            <a:headEnd type="none" w="med" len="med"/>
            <a:tailEnd type="none" w="med" len="med"/>
          </a:ln>
        </p:spPr>
      </p:sp>
      <p:sp>
        <p:nvSpPr>
          <p:cNvPr id="33895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p:spPr>
        <p:txBody>
          <a:bodyPr/>
          <a:lstStyle/>
          <a:p>
            <a:fld id="{446AC7D7-4039-4894-B5D5-922A5B7CC8BF}" type="slidenum">
              <a:rPr lang="fr-FR" smtClean="0"/>
              <a:pPr/>
              <a:t>68</a:t>
            </a:fld>
            <a:endParaRPr lang="fr-FR" smtClean="0"/>
          </a:p>
        </p:txBody>
      </p:sp>
      <p:sp>
        <p:nvSpPr>
          <p:cNvPr id="3399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9F14368F-3B9E-4E8D-8577-BD65FAE22378}"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99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B6C1EC28-93FC-473E-AD1D-318933FDD144}" type="slidenum">
              <a:rPr lang="fr-FR" sz="900">
                <a:solidFill>
                  <a:srgbClr val="5F5F5F"/>
                </a:solidFill>
                <a:latin typeface="Arial" pitchFamily="34" charset="0"/>
              </a:rPr>
              <a:pPr algn="r" eaLnBrk="1" hangingPunct="1"/>
              <a:t>68</a:t>
            </a:fld>
            <a:endParaRPr lang="en-US" sz="900">
              <a:solidFill>
                <a:srgbClr val="5F5F5F"/>
              </a:solidFill>
              <a:latin typeface="Arial" pitchFamily="34" charset="0"/>
            </a:endParaRPr>
          </a:p>
        </p:txBody>
      </p:sp>
      <p:sp>
        <p:nvSpPr>
          <p:cNvPr id="3399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99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9975" name="Rectangle 69633"/>
          <p:cNvSpPr>
            <a:spLocks noGrp="1" noRot="1" noChangeAspect="1" noChangeArrowheads="1" noTextEdit="1"/>
          </p:cNvSpPr>
          <p:nvPr>
            <p:ph type="sldImg"/>
          </p:nvPr>
        </p:nvSpPr>
        <p:spPr>
          <a:ln cap="flat" algn="ctr">
            <a:headEnd type="none" w="med" len="med"/>
            <a:tailEnd type="none" w="med" len="med"/>
          </a:ln>
        </p:spPr>
      </p:sp>
      <p:sp>
        <p:nvSpPr>
          <p:cNvPr id="3399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dirty="0" smtClean="0">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p:spPr>
        <p:txBody>
          <a:bodyPr/>
          <a:lstStyle/>
          <a:p>
            <a:fld id="{446AC7D7-4039-4894-B5D5-922A5B7CC8BF}" type="slidenum">
              <a:rPr lang="fr-FR" smtClean="0"/>
              <a:pPr/>
              <a:t>69</a:t>
            </a:fld>
            <a:endParaRPr lang="fr-FR" smtClean="0"/>
          </a:p>
        </p:txBody>
      </p:sp>
      <p:sp>
        <p:nvSpPr>
          <p:cNvPr id="33997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9F14368F-3B9E-4E8D-8577-BD65FAE22378}"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3997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B6C1EC28-93FC-473E-AD1D-318933FDD144}" type="slidenum">
              <a:rPr lang="fr-FR" sz="900">
                <a:solidFill>
                  <a:srgbClr val="5F5F5F"/>
                </a:solidFill>
                <a:latin typeface="Arial" pitchFamily="34" charset="0"/>
              </a:rPr>
              <a:pPr algn="r" eaLnBrk="1" hangingPunct="1"/>
              <a:t>69</a:t>
            </a:fld>
            <a:endParaRPr lang="en-US" sz="900">
              <a:solidFill>
                <a:srgbClr val="5F5F5F"/>
              </a:solidFill>
              <a:latin typeface="Arial" pitchFamily="34" charset="0"/>
            </a:endParaRPr>
          </a:p>
        </p:txBody>
      </p:sp>
      <p:sp>
        <p:nvSpPr>
          <p:cNvPr id="33997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997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9975" name="Rectangle 69633"/>
          <p:cNvSpPr>
            <a:spLocks noGrp="1" noRot="1" noChangeAspect="1" noChangeArrowheads="1" noTextEdit="1"/>
          </p:cNvSpPr>
          <p:nvPr>
            <p:ph type="sldImg"/>
          </p:nvPr>
        </p:nvSpPr>
        <p:spPr>
          <a:ln cap="flat" algn="ctr">
            <a:headEnd type="none" w="med" len="med"/>
            <a:tailEnd type="none" w="med" len="med"/>
          </a:ln>
        </p:spPr>
      </p:sp>
      <p:sp>
        <p:nvSpPr>
          <p:cNvPr id="33997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dirty="0" smtClean="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p:spPr>
        <p:txBody>
          <a:bodyPr/>
          <a:lstStyle/>
          <a:p>
            <a:fld id="{F3620754-3C05-4F9D-962C-A43682FEC035}" type="slidenum">
              <a:rPr lang="fr-FR" smtClean="0"/>
              <a:pPr/>
              <a:t>72</a:t>
            </a:fld>
            <a:endParaRPr lang="fr-FR" smtClean="0"/>
          </a:p>
        </p:txBody>
      </p:sp>
      <p:sp>
        <p:nvSpPr>
          <p:cNvPr id="3409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BAB453E-C528-460A-9452-148B7CD83A71}"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09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75CC8E4A-02D6-45B2-B7F9-305AED9FC091}" type="slidenum">
              <a:rPr lang="fr-FR" sz="900">
                <a:solidFill>
                  <a:srgbClr val="5F5F5F"/>
                </a:solidFill>
                <a:latin typeface="Arial" pitchFamily="34" charset="0"/>
              </a:rPr>
              <a:pPr algn="r" eaLnBrk="1" hangingPunct="1"/>
              <a:t>72</a:t>
            </a:fld>
            <a:endParaRPr lang="en-US" sz="900">
              <a:solidFill>
                <a:srgbClr val="5F5F5F"/>
              </a:solidFill>
              <a:latin typeface="Arial" pitchFamily="34" charset="0"/>
            </a:endParaRPr>
          </a:p>
        </p:txBody>
      </p:sp>
      <p:sp>
        <p:nvSpPr>
          <p:cNvPr id="3409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09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0999" name="Rectangle 69633"/>
          <p:cNvSpPr>
            <a:spLocks noGrp="1" noRot="1" noChangeAspect="1" noChangeArrowheads="1" noTextEdit="1"/>
          </p:cNvSpPr>
          <p:nvPr>
            <p:ph type="sldImg"/>
          </p:nvPr>
        </p:nvSpPr>
        <p:spPr>
          <a:ln cap="flat" algn="ctr">
            <a:headEnd type="none" w="med" len="med"/>
            <a:tailEnd type="none" w="med" len="med"/>
          </a:ln>
        </p:spPr>
      </p:sp>
      <p:sp>
        <p:nvSpPr>
          <p:cNvPr id="3410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p:spPr>
        <p:txBody>
          <a:bodyPr/>
          <a:lstStyle/>
          <a:p>
            <a:fld id="{F3620754-3C05-4F9D-962C-A43682FEC035}" type="slidenum">
              <a:rPr lang="fr-FR" smtClean="0"/>
              <a:pPr/>
              <a:t>73</a:t>
            </a:fld>
            <a:endParaRPr lang="fr-FR" smtClean="0"/>
          </a:p>
        </p:txBody>
      </p:sp>
      <p:sp>
        <p:nvSpPr>
          <p:cNvPr id="3409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BAB453E-C528-460A-9452-148B7CD83A71}"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09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75CC8E4A-02D6-45B2-B7F9-305AED9FC091}" type="slidenum">
              <a:rPr lang="fr-FR" sz="900">
                <a:solidFill>
                  <a:srgbClr val="5F5F5F"/>
                </a:solidFill>
                <a:latin typeface="Arial" pitchFamily="34" charset="0"/>
              </a:rPr>
              <a:pPr algn="r" eaLnBrk="1" hangingPunct="1"/>
              <a:t>73</a:t>
            </a:fld>
            <a:endParaRPr lang="en-US" sz="900">
              <a:solidFill>
                <a:srgbClr val="5F5F5F"/>
              </a:solidFill>
              <a:latin typeface="Arial" pitchFamily="34" charset="0"/>
            </a:endParaRPr>
          </a:p>
        </p:txBody>
      </p:sp>
      <p:sp>
        <p:nvSpPr>
          <p:cNvPr id="3409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09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0999" name="Rectangle 69633"/>
          <p:cNvSpPr>
            <a:spLocks noGrp="1" noRot="1" noChangeAspect="1" noChangeArrowheads="1" noTextEdit="1"/>
          </p:cNvSpPr>
          <p:nvPr>
            <p:ph type="sldImg"/>
          </p:nvPr>
        </p:nvSpPr>
        <p:spPr>
          <a:ln cap="flat" algn="ctr">
            <a:headEnd type="none" w="med" len="med"/>
            <a:tailEnd type="none" w="med" len="med"/>
          </a:ln>
        </p:spPr>
      </p:sp>
      <p:sp>
        <p:nvSpPr>
          <p:cNvPr id="3410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a:noFill/>
        </p:spPr>
        <p:txBody>
          <a:bodyPr/>
          <a:lstStyle/>
          <a:p>
            <a:fld id="{91DD6F17-41D6-4847-843C-E7D57F595BD6}" type="slidenum">
              <a:rPr lang="fr-FR" smtClean="0"/>
              <a:pPr/>
              <a:t>74</a:t>
            </a:fld>
            <a:endParaRPr lang="fr-FR" smtClean="0"/>
          </a:p>
        </p:txBody>
      </p:sp>
      <p:sp>
        <p:nvSpPr>
          <p:cNvPr id="34201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A25B08D4-48EA-41EF-88A5-3C9C0CD07542}"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202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6C564A9E-041B-49D8-8E93-D5433D32800E}" type="slidenum">
              <a:rPr lang="fr-FR" sz="900">
                <a:solidFill>
                  <a:srgbClr val="5F5F5F"/>
                </a:solidFill>
                <a:latin typeface="Arial" pitchFamily="34" charset="0"/>
              </a:rPr>
              <a:pPr algn="r" eaLnBrk="1" hangingPunct="1"/>
              <a:t>74</a:t>
            </a:fld>
            <a:endParaRPr lang="en-US" sz="900">
              <a:solidFill>
                <a:srgbClr val="5F5F5F"/>
              </a:solidFill>
              <a:latin typeface="Arial" pitchFamily="34" charset="0"/>
            </a:endParaRPr>
          </a:p>
        </p:txBody>
      </p:sp>
      <p:sp>
        <p:nvSpPr>
          <p:cNvPr id="34202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202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2023" name="Rectangle 69633"/>
          <p:cNvSpPr>
            <a:spLocks noGrp="1" noRot="1" noChangeAspect="1" noChangeArrowheads="1" noTextEdit="1"/>
          </p:cNvSpPr>
          <p:nvPr>
            <p:ph type="sldImg"/>
          </p:nvPr>
        </p:nvSpPr>
        <p:spPr>
          <a:ln cap="flat" algn="ctr">
            <a:headEnd type="none" w="med" len="med"/>
            <a:tailEnd type="none" w="med" len="med"/>
          </a:ln>
        </p:spPr>
      </p:sp>
      <p:sp>
        <p:nvSpPr>
          <p:cNvPr id="34202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p:spPr>
        <p:txBody>
          <a:bodyPr/>
          <a:lstStyle/>
          <a:p>
            <a:fld id="{1031CE97-7F9E-4313-A222-30B31C036EF0}" type="slidenum">
              <a:rPr lang="fr-FR" smtClean="0"/>
              <a:pPr/>
              <a:t>75</a:t>
            </a:fld>
            <a:endParaRPr lang="fr-FR" smtClean="0"/>
          </a:p>
        </p:txBody>
      </p:sp>
      <p:sp>
        <p:nvSpPr>
          <p:cNvPr id="34304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06D18FC-F385-400F-A804-0B3D4018FC1D}"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304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E3660A1E-E1A5-491D-9194-8FE481F85E91}" type="slidenum">
              <a:rPr lang="fr-FR" sz="900">
                <a:solidFill>
                  <a:srgbClr val="5F5F5F"/>
                </a:solidFill>
                <a:latin typeface="Arial" pitchFamily="34" charset="0"/>
              </a:rPr>
              <a:pPr algn="r" eaLnBrk="1" hangingPunct="1"/>
              <a:t>75</a:t>
            </a:fld>
            <a:endParaRPr lang="en-US" sz="900">
              <a:solidFill>
                <a:srgbClr val="5F5F5F"/>
              </a:solidFill>
              <a:latin typeface="Arial" pitchFamily="34" charset="0"/>
            </a:endParaRPr>
          </a:p>
        </p:txBody>
      </p:sp>
      <p:sp>
        <p:nvSpPr>
          <p:cNvPr id="34304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304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3047" name="Rectangle 69633"/>
          <p:cNvSpPr>
            <a:spLocks noGrp="1" noRot="1" noChangeAspect="1" noChangeArrowheads="1" noTextEdit="1"/>
          </p:cNvSpPr>
          <p:nvPr>
            <p:ph type="sldImg"/>
          </p:nvPr>
        </p:nvSpPr>
        <p:spPr>
          <a:ln cap="flat" algn="ctr">
            <a:headEnd type="none" w="med" len="med"/>
            <a:tailEnd type="none" w="med" len="med"/>
          </a:ln>
        </p:spPr>
      </p:sp>
      <p:sp>
        <p:nvSpPr>
          <p:cNvPr id="34304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p:cNvSpPr>
            <a:spLocks noGrp="1" noChangeArrowheads="1"/>
          </p:cNvSpPr>
          <p:nvPr>
            <p:ph type="sldNum" sz="quarter" idx="5"/>
          </p:nvPr>
        </p:nvSpPr>
        <p:spPr>
          <a:noFill/>
        </p:spPr>
        <p:txBody>
          <a:bodyPr/>
          <a:lstStyle/>
          <a:p>
            <a:fld id="{38DF2F8E-B63E-418B-A1BA-72C7806D9314}" type="slidenum">
              <a:rPr lang="fr-FR" smtClean="0"/>
              <a:pPr/>
              <a:t>76</a:t>
            </a:fld>
            <a:endParaRPr lang="fr-FR" smtClean="0"/>
          </a:p>
        </p:txBody>
      </p:sp>
      <p:sp>
        <p:nvSpPr>
          <p:cNvPr id="34406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41874E4F-D2DD-428D-BEBB-E799F2F5C933}"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406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8C90870-600A-4BC9-B1A1-2695D8845D1E}" type="slidenum">
              <a:rPr lang="fr-FR" sz="900">
                <a:solidFill>
                  <a:srgbClr val="5F5F5F"/>
                </a:solidFill>
                <a:latin typeface="Arial" pitchFamily="34" charset="0"/>
              </a:rPr>
              <a:pPr algn="r" eaLnBrk="1" hangingPunct="1"/>
              <a:t>76</a:t>
            </a:fld>
            <a:endParaRPr lang="en-US" sz="900">
              <a:solidFill>
                <a:srgbClr val="5F5F5F"/>
              </a:solidFill>
              <a:latin typeface="Arial" pitchFamily="34" charset="0"/>
            </a:endParaRPr>
          </a:p>
        </p:txBody>
      </p:sp>
      <p:sp>
        <p:nvSpPr>
          <p:cNvPr id="34406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407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4071" name="Rectangle 69633"/>
          <p:cNvSpPr>
            <a:spLocks noGrp="1" noRot="1" noChangeAspect="1" noChangeArrowheads="1" noTextEdit="1"/>
          </p:cNvSpPr>
          <p:nvPr>
            <p:ph type="sldImg"/>
          </p:nvPr>
        </p:nvSpPr>
        <p:spPr>
          <a:ln cap="flat" algn="ctr">
            <a:headEnd type="none" w="med" len="med"/>
            <a:tailEnd type="none" w="med" len="med"/>
          </a:ln>
        </p:spPr>
      </p:sp>
      <p:sp>
        <p:nvSpPr>
          <p:cNvPr id="34407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a:noFill/>
        </p:spPr>
        <p:txBody>
          <a:bodyPr/>
          <a:lstStyle/>
          <a:p>
            <a:fld id="{C551F59C-48FF-4013-A203-04E33D324F55}" type="slidenum">
              <a:rPr lang="fr-FR" smtClean="0"/>
              <a:pPr/>
              <a:t>77</a:t>
            </a:fld>
            <a:endParaRPr lang="fr-FR" smtClean="0"/>
          </a:p>
        </p:txBody>
      </p:sp>
      <p:sp>
        <p:nvSpPr>
          <p:cNvPr id="34509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042085AC-3AF5-48E1-B682-D93DD52C3C34}"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509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162605F4-7A34-4A90-AC11-A7A845D12E83}" type="slidenum">
              <a:rPr lang="fr-FR" sz="900">
                <a:solidFill>
                  <a:srgbClr val="5F5F5F"/>
                </a:solidFill>
                <a:latin typeface="Arial" pitchFamily="34" charset="0"/>
              </a:rPr>
              <a:pPr algn="r" eaLnBrk="1" hangingPunct="1"/>
              <a:t>77</a:t>
            </a:fld>
            <a:endParaRPr lang="en-US" sz="900">
              <a:solidFill>
                <a:srgbClr val="5F5F5F"/>
              </a:solidFill>
              <a:latin typeface="Arial" pitchFamily="34" charset="0"/>
            </a:endParaRPr>
          </a:p>
        </p:txBody>
      </p:sp>
      <p:sp>
        <p:nvSpPr>
          <p:cNvPr id="34509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509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5095" name="Rectangle 69633"/>
          <p:cNvSpPr>
            <a:spLocks noGrp="1" noRot="1" noChangeAspect="1" noChangeArrowheads="1" noTextEdit="1"/>
          </p:cNvSpPr>
          <p:nvPr>
            <p:ph type="sldImg"/>
          </p:nvPr>
        </p:nvSpPr>
        <p:spPr>
          <a:ln cap="flat" algn="ctr">
            <a:headEnd type="none" w="med" len="med"/>
            <a:tailEnd type="none" w="med" len="med"/>
          </a:ln>
        </p:spPr>
      </p:sp>
      <p:sp>
        <p:nvSpPr>
          <p:cNvPr id="34509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7"/>
          <p:cNvSpPr>
            <a:spLocks noGrp="1" noChangeArrowheads="1"/>
          </p:cNvSpPr>
          <p:nvPr>
            <p:ph type="sldNum" sz="quarter" idx="5"/>
          </p:nvPr>
        </p:nvSpPr>
        <p:spPr>
          <a:noFill/>
        </p:spPr>
        <p:txBody>
          <a:bodyPr/>
          <a:lstStyle/>
          <a:p>
            <a:fld id="{D3CA2E0D-DAA4-42DE-B5F2-1E33B0A84B61}" type="slidenum">
              <a:rPr lang="fr-FR" smtClean="0"/>
              <a:pPr/>
              <a:t>78</a:t>
            </a:fld>
            <a:endParaRPr lang="fr-FR" smtClean="0"/>
          </a:p>
        </p:txBody>
      </p:sp>
      <p:sp>
        <p:nvSpPr>
          <p:cNvPr id="34611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20D8D38-931B-4541-8D92-18F298332FA4}"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611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780C4A9-801E-425B-8BC6-D76696102D09}" type="slidenum">
              <a:rPr lang="fr-FR" sz="900">
                <a:solidFill>
                  <a:srgbClr val="5F5F5F"/>
                </a:solidFill>
                <a:latin typeface="Arial" pitchFamily="34" charset="0"/>
              </a:rPr>
              <a:pPr algn="r" eaLnBrk="1" hangingPunct="1"/>
              <a:t>78</a:t>
            </a:fld>
            <a:endParaRPr lang="en-US" sz="900">
              <a:solidFill>
                <a:srgbClr val="5F5F5F"/>
              </a:solidFill>
              <a:latin typeface="Arial" pitchFamily="34" charset="0"/>
            </a:endParaRPr>
          </a:p>
        </p:txBody>
      </p:sp>
      <p:sp>
        <p:nvSpPr>
          <p:cNvPr id="34611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611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6119" name="Rectangle 69633"/>
          <p:cNvSpPr>
            <a:spLocks noGrp="1" noRot="1" noChangeAspect="1" noChangeArrowheads="1" noTextEdit="1"/>
          </p:cNvSpPr>
          <p:nvPr>
            <p:ph type="sldImg"/>
          </p:nvPr>
        </p:nvSpPr>
        <p:spPr>
          <a:ln cap="flat" algn="ctr">
            <a:headEnd type="none" w="med" len="med"/>
            <a:tailEnd type="none" w="med" len="med"/>
          </a:ln>
        </p:spPr>
      </p:sp>
      <p:sp>
        <p:nvSpPr>
          <p:cNvPr id="34612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a:noFill/>
        </p:spPr>
        <p:txBody>
          <a:bodyPr/>
          <a:lstStyle/>
          <a:p>
            <a:fld id="{93E1094A-31A2-4801-8FD5-4A972C0D454D}" type="slidenum">
              <a:rPr lang="fr-FR" smtClean="0"/>
              <a:pPr/>
              <a:t>79</a:t>
            </a:fld>
            <a:endParaRPr lang="fr-FR" smtClean="0"/>
          </a:p>
        </p:txBody>
      </p:sp>
      <p:sp>
        <p:nvSpPr>
          <p:cNvPr id="34713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AF54B10B-A718-412A-99EC-66CCEC4FC289}"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714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B94DA26-1130-4C3B-9FB5-0A05FD4F9514}" type="slidenum">
              <a:rPr lang="fr-FR" sz="900">
                <a:solidFill>
                  <a:srgbClr val="5F5F5F"/>
                </a:solidFill>
                <a:latin typeface="Arial" pitchFamily="34" charset="0"/>
              </a:rPr>
              <a:pPr algn="r" eaLnBrk="1" hangingPunct="1"/>
              <a:t>79</a:t>
            </a:fld>
            <a:endParaRPr lang="en-US" sz="900">
              <a:solidFill>
                <a:srgbClr val="5F5F5F"/>
              </a:solidFill>
              <a:latin typeface="Arial" pitchFamily="34" charset="0"/>
            </a:endParaRPr>
          </a:p>
        </p:txBody>
      </p:sp>
      <p:sp>
        <p:nvSpPr>
          <p:cNvPr id="34714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714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7143" name="Rectangle 69633"/>
          <p:cNvSpPr>
            <a:spLocks noGrp="1" noRot="1" noChangeAspect="1" noChangeArrowheads="1" noTextEdit="1"/>
          </p:cNvSpPr>
          <p:nvPr>
            <p:ph type="sldImg"/>
          </p:nvPr>
        </p:nvSpPr>
        <p:spPr>
          <a:ln cap="flat" algn="ctr">
            <a:headEnd type="none" w="med" len="med"/>
            <a:tailEnd type="none" w="med" len="med"/>
          </a:ln>
        </p:spPr>
      </p:sp>
      <p:sp>
        <p:nvSpPr>
          <p:cNvPr id="34714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p:cNvSpPr>
            <a:spLocks noGrp="1" noChangeArrowheads="1"/>
          </p:cNvSpPr>
          <p:nvPr>
            <p:ph type="sldNum" sz="quarter" idx="5"/>
          </p:nvPr>
        </p:nvSpPr>
        <p:spPr>
          <a:noFill/>
        </p:spPr>
        <p:txBody>
          <a:bodyPr/>
          <a:lstStyle/>
          <a:p>
            <a:fld id="{D3566E2A-CCA0-4426-9E54-417B62EF9A61}" type="slidenum">
              <a:rPr lang="fr-FR" smtClean="0"/>
              <a:pPr/>
              <a:t>80</a:t>
            </a:fld>
            <a:endParaRPr lang="fr-FR" smtClean="0"/>
          </a:p>
        </p:txBody>
      </p:sp>
      <p:sp>
        <p:nvSpPr>
          <p:cNvPr id="34816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186AB5F2-AFAC-46D3-8B12-31603D4C8E71}"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816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49DB52C4-A7AE-4259-9677-EE143A84AF89}" type="slidenum">
              <a:rPr lang="fr-FR" sz="900">
                <a:solidFill>
                  <a:srgbClr val="5F5F5F"/>
                </a:solidFill>
                <a:latin typeface="Arial" pitchFamily="34" charset="0"/>
              </a:rPr>
              <a:pPr algn="r" eaLnBrk="1" hangingPunct="1"/>
              <a:t>80</a:t>
            </a:fld>
            <a:endParaRPr lang="en-US" sz="900">
              <a:solidFill>
                <a:srgbClr val="5F5F5F"/>
              </a:solidFill>
              <a:latin typeface="Arial" pitchFamily="34" charset="0"/>
            </a:endParaRPr>
          </a:p>
        </p:txBody>
      </p:sp>
      <p:sp>
        <p:nvSpPr>
          <p:cNvPr id="34816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816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8167" name="Rectangle 69633"/>
          <p:cNvSpPr>
            <a:spLocks noGrp="1" noRot="1" noChangeAspect="1" noChangeArrowheads="1" noTextEdit="1"/>
          </p:cNvSpPr>
          <p:nvPr>
            <p:ph type="sldImg"/>
          </p:nvPr>
        </p:nvSpPr>
        <p:spPr>
          <a:ln cap="flat" algn="ctr">
            <a:headEnd type="none" w="med" len="med"/>
            <a:tailEnd type="none" w="med" len="med"/>
          </a:ln>
        </p:spPr>
      </p:sp>
      <p:sp>
        <p:nvSpPr>
          <p:cNvPr id="34816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p:spPr>
        <p:txBody>
          <a:bodyPr/>
          <a:lstStyle/>
          <a:p>
            <a:fld id="{B9560B52-58D9-4CE6-AFC3-B3099C7B8D5F}" type="slidenum">
              <a:rPr lang="fr-FR" smtClean="0"/>
              <a:pPr/>
              <a:t>81</a:t>
            </a:fld>
            <a:endParaRPr lang="fr-FR" smtClean="0"/>
          </a:p>
        </p:txBody>
      </p:sp>
      <p:sp>
        <p:nvSpPr>
          <p:cNvPr id="34918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E477C3B2-3D19-445F-BE9B-EF1BA8CC5B77}"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4918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B2AA0AC7-BE87-4E03-AD9F-ECD6BB5B98CF}" type="slidenum">
              <a:rPr lang="fr-FR" sz="900">
                <a:solidFill>
                  <a:srgbClr val="5F5F5F"/>
                </a:solidFill>
                <a:latin typeface="Arial" pitchFamily="34" charset="0"/>
              </a:rPr>
              <a:pPr algn="r" eaLnBrk="1" hangingPunct="1"/>
              <a:t>81</a:t>
            </a:fld>
            <a:endParaRPr lang="en-US" sz="900">
              <a:solidFill>
                <a:srgbClr val="5F5F5F"/>
              </a:solidFill>
              <a:latin typeface="Arial" pitchFamily="34" charset="0"/>
            </a:endParaRPr>
          </a:p>
        </p:txBody>
      </p:sp>
      <p:sp>
        <p:nvSpPr>
          <p:cNvPr id="34918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4919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49191" name="Rectangle 69633"/>
          <p:cNvSpPr>
            <a:spLocks noGrp="1" noRot="1" noChangeAspect="1" noChangeArrowheads="1" noTextEdit="1"/>
          </p:cNvSpPr>
          <p:nvPr>
            <p:ph type="sldImg"/>
          </p:nvPr>
        </p:nvSpPr>
        <p:spPr>
          <a:ln cap="flat" algn="ctr">
            <a:headEnd type="none" w="med" len="med"/>
            <a:tailEnd type="none" w="med" len="med"/>
          </a:ln>
        </p:spPr>
      </p:sp>
      <p:sp>
        <p:nvSpPr>
          <p:cNvPr id="34919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p:cNvSpPr>
            <a:spLocks noGrp="1" noChangeArrowheads="1"/>
          </p:cNvSpPr>
          <p:nvPr>
            <p:ph type="sldNum" sz="quarter" idx="5"/>
          </p:nvPr>
        </p:nvSpPr>
        <p:spPr>
          <a:noFill/>
        </p:spPr>
        <p:txBody>
          <a:bodyPr/>
          <a:lstStyle/>
          <a:p>
            <a:fld id="{BA0515D8-1454-404A-ACB2-7B722743F72C}" type="slidenum">
              <a:rPr lang="fr-FR" smtClean="0"/>
              <a:pPr/>
              <a:t>82</a:t>
            </a:fld>
            <a:endParaRPr lang="fr-FR" smtClean="0"/>
          </a:p>
        </p:txBody>
      </p:sp>
      <p:sp>
        <p:nvSpPr>
          <p:cNvPr id="35021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D6D0017-29BC-4D56-ADF3-7EEC6551586C}"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5021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93C09B1-1A5D-4459-8F6B-2CE4BDF69C95}" type="slidenum">
              <a:rPr lang="fr-FR" sz="900">
                <a:solidFill>
                  <a:srgbClr val="5F5F5F"/>
                </a:solidFill>
                <a:latin typeface="Arial" pitchFamily="34" charset="0"/>
              </a:rPr>
              <a:pPr algn="r" eaLnBrk="1" hangingPunct="1"/>
              <a:t>82</a:t>
            </a:fld>
            <a:endParaRPr lang="en-US" sz="900">
              <a:solidFill>
                <a:srgbClr val="5F5F5F"/>
              </a:solidFill>
              <a:latin typeface="Arial" pitchFamily="34" charset="0"/>
            </a:endParaRPr>
          </a:p>
        </p:txBody>
      </p:sp>
      <p:sp>
        <p:nvSpPr>
          <p:cNvPr id="35021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5021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50215" name="Rectangle 69633"/>
          <p:cNvSpPr>
            <a:spLocks noGrp="1" noRot="1" noChangeAspect="1" noChangeArrowheads="1" noTextEdit="1"/>
          </p:cNvSpPr>
          <p:nvPr>
            <p:ph type="sldImg"/>
          </p:nvPr>
        </p:nvSpPr>
        <p:spPr>
          <a:ln cap="flat" algn="ctr">
            <a:headEnd type="none" w="med" len="med"/>
            <a:tailEnd type="none" w="med" len="med"/>
          </a:ln>
        </p:spPr>
      </p:sp>
      <p:sp>
        <p:nvSpPr>
          <p:cNvPr id="35021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a:noFill/>
        </p:spPr>
        <p:txBody>
          <a:bodyPr/>
          <a:lstStyle/>
          <a:p>
            <a:fld id="{F337825C-EE1C-43FA-B4A5-3D22C74AC5A2}" type="slidenum">
              <a:rPr lang="fr-FR" smtClean="0"/>
              <a:pPr/>
              <a:t>83</a:t>
            </a:fld>
            <a:endParaRPr lang="fr-FR" smtClean="0"/>
          </a:p>
        </p:txBody>
      </p:sp>
      <p:sp>
        <p:nvSpPr>
          <p:cNvPr id="35123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17478B6B-A4DF-4BB4-945F-DD486E553484}"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5123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AE8676CE-CC5B-49CA-967B-7D5F23507FC5}" type="slidenum">
              <a:rPr lang="fr-FR" sz="900">
                <a:solidFill>
                  <a:srgbClr val="5F5F5F"/>
                </a:solidFill>
                <a:latin typeface="Arial" pitchFamily="34" charset="0"/>
              </a:rPr>
              <a:pPr algn="r" eaLnBrk="1" hangingPunct="1"/>
              <a:t>83</a:t>
            </a:fld>
            <a:endParaRPr lang="en-US" sz="900">
              <a:solidFill>
                <a:srgbClr val="5F5F5F"/>
              </a:solidFill>
              <a:latin typeface="Arial" pitchFamily="34" charset="0"/>
            </a:endParaRPr>
          </a:p>
        </p:txBody>
      </p:sp>
      <p:sp>
        <p:nvSpPr>
          <p:cNvPr id="35123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5123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51239" name="Rectangle 69633"/>
          <p:cNvSpPr>
            <a:spLocks noGrp="1" noRot="1" noChangeAspect="1" noChangeArrowheads="1" noTextEdit="1"/>
          </p:cNvSpPr>
          <p:nvPr>
            <p:ph type="sldImg"/>
          </p:nvPr>
        </p:nvSpPr>
        <p:spPr>
          <a:ln cap="flat" algn="ctr">
            <a:headEnd type="none" w="med" len="med"/>
            <a:tailEnd type="none" w="med" len="med"/>
          </a:ln>
        </p:spPr>
      </p:sp>
      <p:sp>
        <p:nvSpPr>
          <p:cNvPr id="35124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p:cNvSpPr>
            <a:spLocks noGrp="1" noChangeArrowheads="1"/>
          </p:cNvSpPr>
          <p:nvPr>
            <p:ph type="sldNum" sz="quarter" idx="5"/>
          </p:nvPr>
        </p:nvSpPr>
        <p:spPr>
          <a:noFill/>
        </p:spPr>
        <p:txBody>
          <a:bodyPr/>
          <a:lstStyle/>
          <a:p>
            <a:fld id="{0F96DEC1-C5A0-4BDF-B7FC-AF3CEAF1FD5F}" type="slidenum">
              <a:rPr lang="fr-FR" smtClean="0"/>
              <a:pPr/>
              <a:t>84</a:t>
            </a:fld>
            <a:endParaRPr lang="fr-FR" smtClean="0"/>
          </a:p>
        </p:txBody>
      </p:sp>
      <p:sp>
        <p:nvSpPr>
          <p:cNvPr id="35225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8854E33-D0DB-4023-B621-6F4878520E43}"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5226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C997A038-896F-43B8-A9D7-46397179AC0D}" type="slidenum">
              <a:rPr lang="fr-FR" sz="900">
                <a:solidFill>
                  <a:srgbClr val="5F5F5F"/>
                </a:solidFill>
                <a:latin typeface="Arial" pitchFamily="34" charset="0"/>
              </a:rPr>
              <a:pPr algn="r" eaLnBrk="1" hangingPunct="1"/>
              <a:t>84</a:t>
            </a:fld>
            <a:endParaRPr lang="en-US" sz="900">
              <a:solidFill>
                <a:srgbClr val="5F5F5F"/>
              </a:solidFill>
              <a:latin typeface="Arial" pitchFamily="34" charset="0"/>
            </a:endParaRPr>
          </a:p>
        </p:txBody>
      </p:sp>
      <p:sp>
        <p:nvSpPr>
          <p:cNvPr id="35226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5226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52263" name="Rectangle 69633"/>
          <p:cNvSpPr>
            <a:spLocks noGrp="1" noRot="1" noChangeAspect="1" noChangeArrowheads="1" noTextEdit="1"/>
          </p:cNvSpPr>
          <p:nvPr>
            <p:ph type="sldImg"/>
          </p:nvPr>
        </p:nvSpPr>
        <p:spPr>
          <a:ln cap="flat" algn="ctr">
            <a:headEnd type="none" w="med" len="med"/>
            <a:tailEnd type="none" w="med" len="med"/>
          </a:ln>
        </p:spPr>
      </p:sp>
      <p:sp>
        <p:nvSpPr>
          <p:cNvPr id="35226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a:noFill/>
        </p:spPr>
        <p:txBody>
          <a:bodyPr/>
          <a:lstStyle/>
          <a:p>
            <a:fld id="{4D9E3355-3449-4A26-8CE6-10811FE055C3}" type="slidenum">
              <a:rPr lang="fr-FR" smtClean="0"/>
              <a:pPr/>
              <a:t>85</a:t>
            </a:fld>
            <a:endParaRPr lang="fr-FR" smtClean="0"/>
          </a:p>
        </p:txBody>
      </p:sp>
      <p:sp>
        <p:nvSpPr>
          <p:cNvPr id="35328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6AD175C-387A-42CC-BF29-93EA86EA0332}"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5328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F073D66F-4DD7-4914-8467-06006A0FA5FE}" type="slidenum">
              <a:rPr lang="fr-FR" sz="900">
                <a:solidFill>
                  <a:srgbClr val="5F5F5F"/>
                </a:solidFill>
                <a:latin typeface="Arial" pitchFamily="34" charset="0"/>
              </a:rPr>
              <a:pPr algn="r" eaLnBrk="1" hangingPunct="1"/>
              <a:t>85</a:t>
            </a:fld>
            <a:endParaRPr lang="en-US" sz="900">
              <a:solidFill>
                <a:srgbClr val="5F5F5F"/>
              </a:solidFill>
              <a:latin typeface="Arial" pitchFamily="34" charset="0"/>
            </a:endParaRPr>
          </a:p>
        </p:txBody>
      </p:sp>
      <p:sp>
        <p:nvSpPr>
          <p:cNvPr id="35328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5328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53287" name="Rectangle 69633"/>
          <p:cNvSpPr>
            <a:spLocks noGrp="1" noRot="1" noChangeAspect="1" noChangeArrowheads="1" noTextEdit="1"/>
          </p:cNvSpPr>
          <p:nvPr>
            <p:ph type="sldImg"/>
          </p:nvPr>
        </p:nvSpPr>
        <p:spPr>
          <a:ln cap="flat" algn="ctr">
            <a:headEnd type="none" w="med" len="med"/>
            <a:tailEnd type="none" w="med" len="med"/>
          </a:ln>
        </p:spPr>
      </p:sp>
      <p:sp>
        <p:nvSpPr>
          <p:cNvPr id="35328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p:spPr>
        <p:txBody>
          <a:bodyPr/>
          <a:lstStyle/>
          <a:p>
            <a:fld id="{A76C5658-4F92-4034-B6C1-BDE1E6C8CC24}" type="slidenum">
              <a:rPr lang="fr-FR" smtClean="0"/>
              <a:pPr/>
              <a:t>86</a:t>
            </a:fld>
            <a:endParaRPr lang="fr-FR" smtClean="0"/>
          </a:p>
        </p:txBody>
      </p:sp>
      <p:sp>
        <p:nvSpPr>
          <p:cNvPr id="3543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B6964AD0-4136-484D-9B5D-218D240D9AFA}"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543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B2289631-4862-4328-BF34-602A59EE5901}" type="slidenum">
              <a:rPr lang="fr-FR" sz="900">
                <a:solidFill>
                  <a:srgbClr val="5F5F5F"/>
                </a:solidFill>
                <a:latin typeface="Arial" pitchFamily="34" charset="0"/>
              </a:rPr>
              <a:pPr algn="r" eaLnBrk="1" hangingPunct="1"/>
              <a:t>86</a:t>
            </a:fld>
            <a:endParaRPr lang="en-US" sz="900">
              <a:solidFill>
                <a:srgbClr val="5F5F5F"/>
              </a:solidFill>
              <a:latin typeface="Arial" pitchFamily="34" charset="0"/>
            </a:endParaRPr>
          </a:p>
        </p:txBody>
      </p:sp>
      <p:sp>
        <p:nvSpPr>
          <p:cNvPr id="3543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543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54311" name="Rectangle 69633"/>
          <p:cNvSpPr>
            <a:spLocks noGrp="1" noRot="1" noChangeAspect="1" noChangeArrowheads="1" noTextEdit="1"/>
          </p:cNvSpPr>
          <p:nvPr>
            <p:ph type="sldImg"/>
          </p:nvPr>
        </p:nvSpPr>
        <p:spPr>
          <a:ln cap="flat" algn="ctr">
            <a:headEnd type="none" w="med" len="med"/>
            <a:tailEnd type="none" w="med" len="med"/>
          </a:ln>
        </p:spPr>
      </p:sp>
      <p:sp>
        <p:nvSpPr>
          <p:cNvPr id="3543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p:spPr>
        <p:txBody>
          <a:bodyPr/>
          <a:lstStyle/>
          <a:p>
            <a:fld id="{A76C5658-4F92-4034-B6C1-BDE1E6C8CC24}" type="slidenum">
              <a:rPr lang="fr-FR" smtClean="0"/>
              <a:pPr/>
              <a:t>87</a:t>
            </a:fld>
            <a:endParaRPr lang="fr-FR" smtClean="0"/>
          </a:p>
        </p:txBody>
      </p:sp>
      <p:sp>
        <p:nvSpPr>
          <p:cNvPr id="3543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B6964AD0-4136-484D-9B5D-218D240D9AFA}" type="datetime5">
              <a:rPr lang="en-US" sz="900">
                <a:solidFill>
                  <a:srgbClr val="5F5F5F"/>
                </a:solidFill>
                <a:latin typeface="Arial" pitchFamily="34" charset="0"/>
              </a:rPr>
              <a:pPr eaLnBrk="1" hangingPunct="1"/>
              <a:t>11-Oct-25</a:t>
            </a:fld>
            <a:endParaRPr lang="en-US" sz="900">
              <a:solidFill>
                <a:srgbClr val="5F5F5F"/>
              </a:solidFill>
              <a:latin typeface="Arial" pitchFamily="34" charset="0"/>
            </a:endParaRPr>
          </a:p>
        </p:txBody>
      </p:sp>
      <p:sp>
        <p:nvSpPr>
          <p:cNvPr id="3543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B2289631-4862-4328-BF34-602A59EE5901}" type="slidenum">
              <a:rPr lang="fr-FR" sz="900">
                <a:solidFill>
                  <a:srgbClr val="5F5F5F"/>
                </a:solidFill>
                <a:latin typeface="Arial" pitchFamily="34" charset="0"/>
              </a:rPr>
              <a:pPr algn="r" eaLnBrk="1" hangingPunct="1"/>
              <a:t>87</a:t>
            </a:fld>
            <a:endParaRPr lang="en-US" sz="900">
              <a:solidFill>
                <a:srgbClr val="5F5F5F"/>
              </a:solidFill>
              <a:latin typeface="Arial" pitchFamily="34" charset="0"/>
            </a:endParaRPr>
          </a:p>
        </p:txBody>
      </p:sp>
      <p:sp>
        <p:nvSpPr>
          <p:cNvPr id="3543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543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54311" name="Rectangle 69633"/>
          <p:cNvSpPr>
            <a:spLocks noGrp="1" noRot="1" noChangeAspect="1" noChangeArrowheads="1" noTextEdit="1"/>
          </p:cNvSpPr>
          <p:nvPr>
            <p:ph type="sldImg"/>
          </p:nvPr>
        </p:nvSpPr>
        <p:spPr>
          <a:ln cap="flat" algn="ctr">
            <a:headEnd type="none" w="med" len="med"/>
            <a:tailEnd type="none" w="med" len="med"/>
          </a:ln>
        </p:spPr>
      </p:sp>
      <p:sp>
        <p:nvSpPr>
          <p:cNvPr id="3543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en-US"/>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a:p>
        </p:txBody>
      </p:sp>
      <p:sp>
        <p:nvSpPr>
          <p:cNvPr id="4" name="Espace réservé de la date 3"/>
          <p:cNvSpPr>
            <a:spLocks noGrp="1"/>
          </p:cNvSpPr>
          <p:nvPr>
            <p:ph type="dt" sz="half" idx="10"/>
          </p:nvPr>
        </p:nvSpPr>
        <p:spPr/>
        <p:txBody>
          <a:bodyPr/>
          <a:lstStyle/>
          <a:p>
            <a:fld id="{C6314B6F-F72F-4C9D-AB14-9ED745D32E7F}" type="datetimeFigureOut">
              <a:rPr lang="en-US" smtClean="0"/>
              <a:t>10/11/2025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1416700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C6314B6F-F72F-4C9D-AB14-9ED745D32E7F}" type="datetimeFigureOut">
              <a:rPr lang="en-US" smtClean="0"/>
              <a:t>10/11/2025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2658066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C6314B6F-F72F-4C9D-AB14-9ED745D32E7F}" type="datetimeFigureOut">
              <a:rPr lang="en-US" smtClean="0"/>
              <a:t>10/11/2025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1996150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p>
            <a:fld id="{C6314B6F-F72F-4C9D-AB14-9ED745D32E7F}" type="datetimeFigureOut">
              <a:rPr lang="en-US" smtClean="0"/>
              <a:t>10/11/2025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1026092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p>
            <a:fld id="{C6314B6F-F72F-4C9D-AB14-9ED745D32E7F}" type="datetimeFigureOut">
              <a:rPr lang="en-US" smtClean="0"/>
              <a:t>10/11/2025</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715825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e la date 2"/>
          <p:cNvSpPr>
            <a:spLocks noGrp="1"/>
          </p:cNvSpPr>
          <p:nvPr>
            <p:ph type="dt" sz="half" idx="10"/>
          </p:nvPr>
        </p:nvSpPr>
        <p:spPr/>
        <p:txBody>
          <a:bodyPr/>
          <a:lstStyle/>
          <a:p>
            <a:fld id="{C6314B6F-F72F-4C9D-AB14-9ED745D32E7F}" type="datetimeFigureOut">
              <a:rPr lang="en-US" smtClean="0"/>
              <a:t>10/11/2025</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167104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314B6F-F72F-4C9D-AB14-9ED745D32E7F}" type="datetimeFigureOut">
              <a:rPr lang="en-US" smtClean="0"/>
              <a:t>10/11/2025</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2243012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C6314B6F-F72F-4C9D-AB14-9ED745D32E7F}" type="datetimeFigureOut">
              <a:rPr lang="en-US" smtClean="0"/>
              <a:t>10/11/2025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2040949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C6314B6F-F72F-4C9D-AB14-9ED745D32E7F}" type="datetimeFigureOut">
              <a:rPr lang="en-US" smtClean="0"/>
              <a:t>10/11/2025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79769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C6314B6F-F72F-4C9D-AB14-9ED745D32E7F}" type="datetimeFigureOut">
              <a:rPr lang="en-US" smtClean="0"/>
              <a:t>10/11/2025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3918721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C6314B6F-F72F-4C9D-AB14-9ED745D32E7F}" type="datetimeFigureOut">
              <a:rPr lang="en-US" smtClean="0"/>
              <a:t>10/11/2025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045E8FB6-C89A-4A6A-9BB0-D4E39DECBA20}" type="slidenum">
              <a:rPr lang="en-US" smtClean="0"/>
              <a:t>‹N°›</a:t>
            </a:fld>
            <a:endParaRPr lang="en-US"/>
          </a:p>
        </p:txBody>
      </p:sp>
    </p:spTree>
    <p:extLst>
      <p:ext uri="{BB962C8B-B14F-4D97-AF65-F5344CB8AC3E}">
        <p14:creationId xmlns:p14="http://schemas.microsoft.com/office/powerpoint/2010/main" val="883966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Diapositive de titre">
    <p:spTree>
      <p:nvGrpSpPr>
        <p:cNvPr id="1" name=""/>
        <p:cNvGrpSpPr/>
        <p:nvPr/>
      </p:nvGrpSpPr>
      <p:grpSpPr>
        <a:xfrm>
          <a:off x="0" y="0"/>
          <a:ext cx="0" cy="0"/>
          <a:chOff x="0" y="0"/>
          <a:chExt cx="0" cy="0"/>
        </a:xfrm>
      </p:grpSpPr>
      <p:sp>
        <p:nvSpPr>
          <p:cNvPr id="3" name="Rectangle 2"/>
          <p:cNvSpPr>
            <a:spLocks noChangeArrowheads="1"/>
          </p:cNvSpPr>
          <p:nvPr/>
        </p:nvSpPr>
        <p:spPr bwMode="auto">
          <a:xfrm>
            <a:off x="0" y="1622425"/>
            <a:ext cx="9144000" cy="2263775"/>
          </a:xfrm>
          <a:prstGeom prst="rect">
            <a:avLst/>
          </a:prstGeom>
          <a:gradFill rotWithShape="1">
            <a:gsLst>
              <a:gs pos="0">
                <a:schemeClr val="accent2">
                  <a:alpha val="75000"/>
                </a:schemeClr>
              </a:gs>
              <a:gs pos="100000">
                <a:schemeClr val="bg1"/>
              </a:gs>
            </a:gsLst>
            <a:lin ang="0" scaled="1"/>
          </a:gradFill>
          <a:ln>
            <a:noFill/>
          </a:ln>
          <a:extLst/>
        </p:spPr>
        <p:txBody>
          <a:bodyPr wrap="none" anchor="ctr"/>
          <a:lstStyle>
            <a:lvl1pPr>
              <a:defRPr sz="2000">
                <a:solidFill>
                  <a:schemeClr val="tx1"/>
                </a:solidFill>
                <a:latin typeface="Verdana" panose="020B0604030504040204" pitchFamily="34" charset="0"/>
                <a:cs typeface="Arial" panose="020B0604020202020204" pitchFamily="34" charset="0"/>
              </a:defRPr>
            </a:lvl1pPr>
            <a:lvl2pPr marL="742950" indent="-285750">
              <a:defRPr sz="2000">
                <a:solidFill>
                  <a:schemeClr val="tx1"/>
                </a:solidFill>
                <a:latin typeface="Verdana" panose="020B0604030504040204" pitchFamily="34" charset="0"/>
                <a:cs typeface="Arial" panose="020B0604020202020204" pitchFamily="34" charset="0"/>
              </a:defRPr>
            </a:lvl2pPr>
            <a:lvl3pPr marL="1143000" indent="-228600">
              <a:defRPr sz="2000">
                <a:solidFill>
                  <a:schemeClr val="tx1"/>
                </a:solidFill>
                <a:latin typeface="Verdana" panose="020B0604030504040204" pitchFamily="34" charset="0"/>
                <a:cs typeface="Arial" panose="020B0604020202020204" pitchFamily="34" charset="0"/>
              </a:defRPr>
            </a:lvl3pPr>
            <a:lvl4pPr marL="1600200" indent="-228600">
              <a:defRPr sz="2000">
                <a:solidFill>
                  <a:schemeClr val="tx1"/>
                </a:solidFill>
                <a:latin typeface="Verdana" panose="020B0604030504040204" pitchFamily="34" charset="0"/>
                <a:cs typeface="Arial" panose="020B0604020202020204" pitchFamily="34" charset="0"/>
              </a:defRPr>
            </a:lvl4pPr>
            <a:lvl5pPr marL="2057400" indent="-228600">
              <a:defRPr sz="20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9pPr>
          </a:lstStyle>
          <a:p>
            <a:pPr eaLnBrk="1" hangingPunct="1">
              <a:spcBef>
                <a:spcPct val="50000"/>
              </a:spcBef>
              <a:buClr>
                <a:srgbClr val="336666"/>
              </a:buClr>
              <a:buFont typeface="Wingdings" panose="05000000000000000000" pitchFamily="2" charset="2"/>
              <a:buNone/>
              <a:defRPr/>
            </a:pPr>
            <a:endParaRPr lang="fr-FR" smtClean="0"/>
          </a:p>
        </p:txBody>
      </p:sp>
      <p:sp>
        <p:nvSpPr>
          <p:cNvPr id="340995" name="Rectangle 3"/>
          <p:cNvSpPr>
            <a:spLocks noGrp="1" noChangeArrowheads="1"/>
          </p:cNvSpPr>
          <p:nvPr>
            <p:ph type="subTitle" idx="1"/>
          </p:nvPr>
        </p:nvSpPr>
        <p:spPr>
          <a:xfrm>
            <a:off x="2514600" y="3962400"/>
            <a:ext cx="6248400" cy="1447800"/>
          </a:xfrm>
        </p:spPr>
        <p:txBody>
          <a:bodyPr/>
          <a:lstStyle>
            <a:lvl1pPr marL="0" indent="0">
              <a:buFont typeface="Wingdings" pitchFamily="2" charset="2"/>
              <a:buNone/>
              <a:defRPr/>
            </a:lvl1pPr>
          </a:lstStyle>
          <a:p>
            <a:r>
              <a:rPr lang="en-US"/>
              <a:t>Click to edit Master subtitle</a:t>
            </a:r>
          </a:p>
        </p:txBody>
      </p:sp>
      <p:sp>
        <p:nvSpPr>
          <p:cNvPr id="4" name="Rectangle 4"/>
          <p:cNvSpPr>
            <a:spLocks noGrp="1" noChangeArrowheads="1"/>
          </p:cNvSpPr>
          <p:nvPr>
            <p:ph type="ftr" sz="quarter" idx="10"/>
          </p:nvPr>
        </p:nvSpPr>
        <p:spPr>
          <a:xfrm>
            <a:off x="2928938" y="6500813"/>
            <a:ext cx="6357937" cy="357187"/>
          </a:xfrm>
        </p:spPr>
        <p:txBody>
          <a:bodyPr/>
          <a:lstStyle>
            <a:lvl1pPr algn="ctr">
              <a:defRPr sz="900">
                <a:solidFill>
                  <a:schemeClr val="bg2"/>
                </a:solidFill>
              </a:defRPr>
            </a:lvl1pPr>
          </a:lstStyle>
          <a:p>
            <a:pPr>
              <a:defRPr/>
            </a:pPr>
            <a:r>
              <a:rPr lang="it-IT"/>
              <a:t>A.DARIF            SUPMTI / ISI                      2015 / 2016   </a:t>
            </a:r>
            <a:endParaRPr lang="en-US" dirty="0"/>
          </a:p>
        </p:txBody>
      </p:sp>
    </p:spTree>
    <p:extLst>
      <p:ext uri="{BB962C8B-B14F-4D97-AF65-F5344CB8AC3E}">
        <p14:creationId xmlns:p14="http://schemas.microsoft.com/office/powerpoint/2010/main" val="2242864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en-US"/>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314B6F-F72F-4C9D-AB14-9ED745D32E7F}" type="datetimeFigureOut">
              <a:rPr lang="en-US" smtClean="0"/>
              <a:t>10/11/2025</a:t>
            </a:fld>
            <a:endParaRPr lang="en-US"/>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5E8FB6-C89A-4A6A-9BB0-D4E39DECBA20}" type="slidenum">
              <a:rPr lang="en-US" smtClean="0"/>
              <a:t>‹N°›</a:t>
            </a:fld>
            <a:endParaRPr lang="en-US"/>
          </a:p>
        </p:txBody>
      </p:sp>
    </p:spTree>
    <p:extLst>
      <p:ext uri="{BB962C8B-B14F-4D97-AF65-F5344CB8AC3E}">
        <p14:creationId xmlns:p14="http://schemas.microsoft.com/office/powerpoint/2010/main" val="4087240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3.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20.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2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3.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4.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7.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3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39.xml"/><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40.xml"/><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43.xml"/><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44.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ags" Target="../tags/tag45.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ags" Target="../tags/tag46.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ags" Target="../tags/tag4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48.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ags" Target="../tags/tag49.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tags" Target="../tags/tag50.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ags" Target="../tags/tag51.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ags" Target="../tags/tag5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ags" Target="../tags/tag53.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ags" Target="../tags/tag56.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ags" Target="../tags/tag6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tags" Target="../tags/tag61.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tags" Target="../tags/tag65.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tags" Target="../tags/tag66.xml"/><Relationship Id="rId4" Type="http://schemas.openxmlformats.org/officeDocument/2006/relationships/image" Target="../media/image23.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7.xml"/><Relationship Id="rId1" Type="http://schemas.openxmlformats.org/officeDocument/2006/relationships/tags" Target="../tags/tag67.xml"/><Relationship Id="rId5" Type="http://schemas.openxmlformats.org/officeDocument/2006/relationships/image" Target="../media/image25.png"/><Relationship Id="rId4" Type="http://schemas.openxmlformats.org/officeDocument/2006/relationships/image" Target="../media/image24.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s-titre 1"/>
          <p:cNvSpPr>
            <a:spLocks noGrp="1"/>
          </p:cNvSpPr>
          <p:nvPr>
            <p:ph type="subTitle" idx="1"/>
          </p:nvPr>
        </p:nvSpPr>
        <p:spPr>
          <a:xfrm>
            <a:off x="1259632" y="1772816"/>
            <a:ext cx="6248400" cy="1447800"/>
          </a:xfrm>
        </p:spPr>
        <p:txBody>
          <a:bodyPr>
            <a:noAutofit/>
          </a:bodyPr>
          <a:lstStyle/>
          <a:p>
            <a:pPr algn="ctr"/>
            <a:r>
              <a:rPr lang="fr-FR" sz="4000" dirty="0">
                <a:ea typeface="+mj-ea"/>
                <a:cs typeface="+mj-cs"/>
              </a:rPr>
              <a:t>Chapitre </a:t>
            </a:r>
            <a:r>
              <a:rPr lang="fr-FR" sz="4000" dirty="0">
                <a:ea typeface="+mj-ea"/>
                <a:cs typeface="+mj-cs"/>
              </a:rPr>
              <a:t>3</a:t>
            </a:r>
            <a:r>
              <a:rPr lang="fr-FR" sz="4000" dirty="0" smtClean="0">
                <a:ea typeface="+mj-ea"/>
                <a:cs typeface="+mj-cs"/>
              </a:rPr>
              <a:t> </a:t>
            </a:r>
            <a:r>
              <a:rPr lang="fr-FR" sz="4000" dirty="0" smtClean="0">
                <a:ea typeface="+mj-ea"/>
                <a:cs typeface="+mj-cs"/>
              </a:rPr>
              <a:t>:</a:t>
            </a:r>
          </a:p>
          <a:p>
            <a:pPr algn="ctr"/>
            <a:r>
              <a:rPr lang="fr-FR" sz="4000" dirty="0" smtClean="0">
                <a:solidFill>
                  <a:srgbClr val="C00000"/>
                </a:solidFill>
                <a:ea typeface="+mj-ea"/>
                <a:cs typeface="+mj-cs"/>
              </a:rPr>
              <a:t> </a:t>
            </a:r>
            <a:r>
              <a:rPr lang="fr-FR" sz="4000" dirty="0">
                <a:solidFill>
                  <a:schemeClr val="accent2"/>
                </a:solidFill>
              </a:rPr>
              <a:t>Manipulations des types de données</a:t>
            </a:r>
          </a:p>
          <a:p>
            <a:pPr algn="ctr"/>
            <a:endParaRPr lang="fr-FR" sz="4000" dirty="0" smtClean="0">
              <a:solidFill>
                <a:srgbClr val="C00000"/>
              </a:solidFill>
              <a:ea typeface="+mj-ea"/>
              <a:cs typeface="+mj-cs"/>
            </a:endParaRPr>
          </a:p>
        </p:txBody>
      </p:sp>
    </p:spTree>
    <p:extLst>
      <p:ext uri="{BB962C8B-B14F-4D97-AF65-F5344CB8AC3E}">
        <p14:creationId xmlns:p14="http://schemas.microsoft.com/office/powerpoint/2010/main" val="1438823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latin typeface="+mj-lt"/>
              </a:rPr>
              <a:t>Notion de séquence</a:t>
            </a:r>
            <a:br>
              <a:rPr lang="fr-FR" b="1" dirty="0" smtClean="0">
                <a:latin typeface="+mj-lt"/>
              </a:rPr>
            </a:br>
            <a:endParaRPr lang="en-US" dirty="0"/>
          </a:p>
        </p:txBody>
      </p:sp>
      <p:sp>
        <p:nvSpPr>
          <p:cNvPr id="3" name="Espace réservé du contenu 2"/>
          <p:cNvSpPr>
            <a:spLocks noGrp="1"/>
          </p:cNvSpPr>
          <p:nvPr>
            <p:ph idx="1"/>
          </p:nvPr>
        </p:nvSpPr>
        <p:spPr/>
        <p:txBody>
          <a:bodyPr>
            <a:normAutofit fontScale="92500" lnSpcReduction="20000"/>
          </a:bodyPr>
          <a:lstStyle/>
          <a:p>
            <a:pPr algn="just">
              <a:spcBef>
                <a:spcPct val="50000"/>
              </a:spcBef>
              <a:buClr>
                <a:srgbClr val="336666"/>
              </a:buClr>
              <a:buFont typeface="Wingdings" pitchFamily="2" charset="2"/>
              <a:buChar char="§"/>
              <a:defRPr/>
            </a:pPr>
            <a:r>
              <a:rPr lang="fr-FR" b="1" dirty="0">
                <a:solidFill>
                  <a:srgbClr val="FF0000"/>
                </a:solidFill>
              </a:rPr>
              <a:t>Motivation :</a:t>
            </a:r>
          </a:p>
          <a:p>
            <a:pPr lvl="1" algn="just">
              <a:spcBef>
                <a:spcPts val="600"/>
              </a:spcBef>
              <a:buClr>
                <a:srgbClr val="336666"/>
              </a:buClr>
              <a:buFont typeface="Arial" pitchFamily="34" charset="0"/>
              <a:buChar char="•"/>
              <a:defRPr/>
            </a:pPr>
            <a:r>
              <a:rPr lang="fr-FR" dirty="0"/>
              <a:t> Réunir au sein d’une même variable </a:t>
            </a:r>
            <a:r>
              <a:rPr lang="fr-FR" dirty="0">
                <a:solidFill>
                  <a:srgbClr val="0000FF"/>
                </a:solidFill>
              </a:rPr>
              <a:t>plusieurs valeurs </a:t>
            </a:r>
            <a:r>
              <a:rPr lang="fr-FR" dirty="0"/>
              <a:t>différentes.</a:t>
            </a:r>
          </a:p>
          <a:p>
            <a:pPr lvl="1" algn="just">
              <a:spcBef>
                <a:spcPts val="600"/>
              </a:spcBef>
              <a:buClr>
                <a:srgbClr val="336666"/>
              </a:buClr>
              <a:buFont typeface="Arial" pitchFamily="34" charset="0"/>
              <a:buChar char="•"/>
              <a:defRPr/>
            </a:pPr>
            <a:r>
              <a:rPr lang="fr-FR" dirty="0"/>
              <a:t> L’objectif étant d’optimiser certaines opérations comme la recherche d’un élément, le tri de ces valeurs, le calcul de leur maximum, etc.</a:t>
            </a:r>
          </a:p>
          <a:p>
            <a:pPr algn="just">
              <a:spcBef>
                <a:spcPct val="50000"/>
              </a:spcBef>
              <a:buClr>
                <a:srgbClr val="336666"/>
              </a:buClr>
              <a:buFont typeface="Wingdings" pitchFamily="2" charset="2"/>
              <a:buChar char="§"/>
              <a:defRPr/>
            </a:pPr>
            <a:r>
              <a:rPr lang="en-US" b="1" dirty="0">
                <a:solidFill>
                  <a:srgbClr val="FF0000"/>
                </a:solidFill>
              </a:rPr>
              <a:t> </a:t>
            </a:r>
            <a:r>
              <a:rPr lang="en-US" b="1" dirty="0" err="1">
                <a:solidFill>
                  <a:srgbClr val="FF0000"/>
                </a:solidFill>
              </a:rPr>
              <a:t>Définition</a:t>
            </a:r>
            <a:r>
              <a:rPr lang="en-US" b="1" dirty="0">
                <a:solidFill>
                  <a:srgbClr val="FF0000"/>
                </a:solidFill>
              </a:rPr>
              <a:t> :</a:t>
            </a:r>
          </a:p>
          <a:p>
            <a:pPr lvl="1" algn="just">
              <a:spcBef>
                <a:spcPts val="600"/>
              </a:spcBef>
              <a:buClr>
                <a:srgbClr val="336666"/>
              </a:buClr>
              <a:buFont typeface="Arial" pitchFamily="34" charset="0"/>
              <a:buChar char="•"/>
              <a:defRPr/>
            </a:pPr>
            <a:r>
              <a:rPr lang="en-US" dirty="0"/>
              <a:t> Suite </a:t>
            </a:r>
            <a:r>
              <a:rPr lang="en-US" dirty="0" err="1"/>
              <a:t>d</a:t>
            </a:r>
            <a:r>
              <a:rPr lang="en-US" altLang="fr-FR" dirty="0" err="1"/>
              <a:t>’</a:t>
            </a:r>
            <a:r>
              <a:rPr lang="en-US" dirty="0" err="1"/>
              <a:t>éléments</a:t>
            </a:r>
            <a:r>
              <a:rPr lang="en-US" dirty="0"/>
              <a:t> </a:t>
            </a:r>
            <a:r>
              <a:rPr lang="en-US" dirty="0" err="1"/>
              <a:t>accessibles</a:t>
            </a:r>
            <a:r>
              <a:rPr lang="en-US" dirty="0"/>
              <a:t> par </a:t>
            </a:r>
            <a:r>
              <a:rPr lang="en-US" dirty="0" err="1"/>
              <a:t>leur</a:t>
            </a:r>
            <a:r>
              <a:rPr lang="en-US" dirty="0"/>
              <a:t> </a:t>
            </a:r>
            <a:r>
              <a:rPr lang="en-US" dirty="0">
                <a:solidFill>
                  <a:srgbClr val="0000FF"/>
                </a:solidFill>
              </a:rPr>
              <a:t>position</a:t>
            </a:r>
            <a:r>
              <a:rPr lang="en-US" dirty="0"/>
              <a:t>.</a:t>
            </a:r>
          </a:p>
          <a:p>
            <a:pPr lvl="1" algn="just">
              <a:spcBef>
                <a:spcPts val="600"/>
              </a:spcBef>
              <a:buClr>
                <a:srgbClr val="336666"/>
              </a:buClr>
              <a:buFont typeface="Arial" pitchFamily="34" charset="0"/>
              <a:buChar char="•"/>
              <a:defRPr/>
            </a:pPr>
            <a:r>
              <a:rPr lang="en-US" dirty="0"/>
              <a:t> </a:t>
            </a:r>
            <a:r>
              <a:rPr lang="en-US" dirty="0" err="1"/>
              <a:t>Chaque</a:t>
            </a:r>
            <a:r>
              <a:rPr lang="en-US" dirty="0"/>
              <a:t> </a:t>
            </a:r>
            <a:r>
              <a:rPr lang="fr-FR" dirty="0"/>
              <a:t>élément</a:t>
            </a:r>
            <a:r>
              <a:rPr lang="en-US" dirty="0"/>
              <a:t>, à part le premier, a un </a:t>
            </a:r>
            <a:r>
              <a:rPr lang="en-US" dirty="0" err="1">
                <a:solidFill>
                  <a:srgbClr val="0000FF"/>
                </a:solidFill>
              </a:rPr>
              <a:t>prédécesseur</a:t>
            </a:r>
            <a:r>
              <a:rPr lang="en-US" dirty="0">
                <a:solidFill>
                  <a:srgbClr val="0000FF"/>
                </a:solidFill>
              </a:rPr>
              <a:t> </a:t>
            </a:r>
            <a:r>
              <a:rPr lang="en-US" dirty="0"/>
              <a:t>et, à part le dernier, a un </a:t>
            </a:r>
            <a:r>
              <a:rPr lang="fr-FR" dirty="0">
                <a:solidFill>
                  <a:srgbClr val="0000FF"/>
                </a:solidFill>
              </a:rPr>
              <a:t>successeur</a:t>
            </a:r>
            <a:r>
              <a:rPr lang="en-US" dirty="0">
                <a:solidFill>
                  <a:srgbClr val="0000FF"/>
                </a:solidFill>
              </a:rPr>
              <a:t>.</a:t>
            </a:r>
          </a:p>
          <a:p>
            <a:pPr marL="0" lvl="1" algn="just">
              <a:spcBef>
                <a:spcPts val="600"/>
              </a:spcBef>
              <a:buClr>
                <a:srgbClr val="336666"/>
              </a:buClr>
              <a:buFont typeface="Wingdings" pitchFamily="2" charset="2"/>
              <a:buChar char="§"/>
              <a:defRPr/>
            </a:pPr>
            <a:r>
              <a:rPr lang="en-US" b="1" dirty="0">
                <a:solidFill>
                  <a:srgbClr val="FF0000"/>
                </a:solidFill>
              </a:rPr>
              <a:t> </a:t>
            </a:r>
            <a:r>
              <a:rPr lang="en-US" b="1" dirty="0" err="1">
                <a:solidFill>
                  <a:srgbClr val="FF0000"/>
                </a:solidFill>
              </a:rPr>
              <a:t>Une</a:t>
            </a:r>
            <a:r>
              <a:rPr lang="en-US" b="1" dirty="0">
                <a:solidFill>
                  <a:srgbClr val="FF0000"/>
                </a:solidFill>
              </a:rPr>
              <a:t> </a:t>
            </a:r>
            <a:r>
              <a:rPr lang="en-US" b="1" dirty="0" err="1">
                <a:solidFill>
                  <a:srgbClr val="FF0000"/>
                </a:solidFill>
              </a:rPr>
              <a:t>séquence</a:t>
            </a:r>
            <a:r>
              <a:rPr lang="en-US" b="1" dirty="0">
                <a:solidFill>
                  <a:srgbClr val="FF0000"/>
                </a:solidFill>
              </a:rPr>
              <a:t> de </a:t>
            </a:r>
            <a:r>
              <a:rPr lang="en-US" b="1" dirty="0">
                <a:solidFill>
                  <a:srgbClr val="0000FF"/>
                </a:solidFill>
              </a:rPr>
              <a:t>n</a:t>
            </a:r>
            <a:r>
              <a:rPr lang="en-US" b="1" dirty="0">
                <a:solidFill>
                  <a:srgbClr val="FF0000"/>
                </a:solidFill>
              </a:rPr>
              <a:t> </a:t>
            </a:r>
            <a:r>
              <a:rPr lang="en-US" b="1" dirty="0" err="1">
                <a:solidFill>
                  <a:srgbClr val="FF0000"/>
                </a:solidFill>
              </a:rPr>
              <a:t>éléments</a:t>
            </a:r>
            <a:r>
              <a:rPr lang="en-US" b="1" dirty="0">
                <a:solidFill>
                  <a:srgbClr val="FF0000"/>
                </a:solidFill>
              </a:rPr>
              <a:t> :</a:t>
            </a:r>
          </a:p>
          <a:p>
            <a:pPr lvl="1" algn="just">
              <a:spcBef>
                <a:spcPct val="50000"/>
              </a:spcBef>
              <a:buClr>
                <a:srgbClr val="336666"/>
              </a:buClr>
              <a:buFont typeface="Arial" pitchFamily="34" charset="0"/>
              <a:buChar char="•"/>
              <a:defRPr/>
            </a:pPr>
            <a:endParaRPr lang="en-US" dirty="0"/>
          </a:p>
          <a:p>
            <a:endParaRPr lang="en-US" dirty="0"/>
          </a:p>
        </p:txBody>
      </p:sp>
    </p:spTree>
    <p:extLst>
      <p:ext uri="{BB962C8B-B14F-4D97-AF65-F5344CB8AC3E}">
        <p14:creationId xmlns:p14="http://schemas.microsoft.com/office/powerpoint/2010/main" val="16877936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endParaRPr lang="en-US" dirty="0"/>
          </a:p>
        </p:txBody>
      </p:sp>
      <p:pic>
        <p:nvPicPr>
          <p:cNvPr id="4" name="table"/>
          <p:cNvPicPr>
            <a:picLocks noChangeAspect="1"/>
          </p:cNvPicPr>
          <p:nvPr/>
        </p:nvPicPr>
        <p:blipFill>
          <a:blip r:embed="rId2"/>
          <a:stretch>
            <a:fillRect/>
          </a:stretch>
        </p:blipFill>
        <p:spPr>
          <a:xfrm>
            <a:off x="1411288" y="3155950"/>
            <a:ext cx="682625" cy="835025"/>
          </a:xfrm>
          <a:prstGeom prst="rect">
            <a:avLst/>
          </a:prstGeom>
        </p:spPr>
      </p:pic>
      <p:pic>
        <p:nvPicPr>
          <p:cNvPr id="5" name="table"/>
          <p:cNvPicPr>
            <a:picLocks noChangeAspect="1"/>
          </p:cNvPicPr>
          <p:nvPr/>
        </p:nvPicPr>
        <p:blipFill>
          <a:blip r:embed="rId3"/>
          <a:stretch>
            <a:fillRect/>
          </a:stretch>
        </p:blipFill>
        <p:spPr>
          <a:xfrm>
            <a:off x="2587625" y="3173413"/>
            <a:ext cx="682625" cy="835025"/>
          </a:xfrm>
          <a:prstGeom prst="rect">
            <a:avLst/>
          </a:prstGeom>
        </p:spPr>
      </p:pic>
      <p:pic>
        <p:nvPicPr>
          <p:cNvPr id="6" name="table"/>
          <p:cNvPicPr>
            <a:picLocks noChangeAspect="1"/>
          </p:cNvPicPr>
          <p:nvPr/>
        </p:nvPicPr>
        <p:blipFill>
          <a:blip r:embed="rId4"/>
          <a:stretch>
            <a:fillRect/>
          </a:stretch>
        </p:blipFill>
        <p:spPr>
          <a:xfrm>
            <a:off x="3738563" y="3173413"/>
            <a:ext cx="684212" cy="835025"/>
          </a:xfrm>
          <a:prstGeom prst="rect">
            <a:avLst/>
          </a:prstGeom>
        </p:spPr>
      </p:pic>
      <p:pic>
        <p:nvPicPr>
          <p:cNvPr id="7" name="table"/>
          <p:cNvPicPr>
            <a:picLocks noChangeAspect="1"/>
          </p:cNvPicPr>
          <p:nvPr/>
        </p:nvPicPr>
        <p:blipFill>
          <a:blip r:embed="rId5"/>
          <a:stretch>
            <a:fillRect/>
          </a:stretch>
        </p:blipFill>
        <p:spPr>
          <a:xfrm>
            <a:off x="6289675" y="3173413"/>
            <a:ext cx="684213" cy="835025"/>
          </a:xfrm>
          <a:prstGeom prst="rect">
            <a:avLst/>
          </a:prstGeom>
        </p:spPr>
      </p:pic>
      <p:pic>
        <p:nvPicPr>
          <p:cNvPr id="8" name="table"/>
          <p:cNvPicPr>
            <a:picLocks noChangeAspect="1"/>
          </p:cNvPicPr>
          <p:nvPr/>
        </p:nvPicPr>
        <p:blipFill>
          <a:blip r:embed="rId6"/>
          <a:stretch>
            <a:fillRect/>
          </a:stretch>
        </p:blipFill>
        <p:spPr>
          <a:xfrm>
            <a:off x="5137150" y="3173413"/>
            <a:ext cx="684213" cy="835025"/>
          </a:xfrm>
          <a:prstGeom prst="rect">
            <a:avLst/>
          </a:prstGeom>
        </p:spPr>
      </p:pic>
      <p:sp>
        <p:nvSpPr>
          <p:cNvPr id="9" name="ZoneTexte 1"/>
          <p:cNvSpPr txBox="1">
            <a:spLocks noChangeArrowheads="1"/>
          </p:cNvSpPr>
          <p:nvPr/>
        </p:nvSpPr>
        <p:spPr bwMode="auto">
          <a:xfrm>
            <a:off x="1557338" y="2865438"/>
            <a:ext cx="273050"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0</a:t>
            </a:r>
          </a:p>
        </p:txBody>
      </p:sp>
      <p:sp>
        <p:nvSpPr>
          <p:cNvPr id="10" name="ZoneTexte 11"/>
          <p:cNvSpPr txBox="1">
            <a:spLocks noChangeArrowheads="1"/>
          </p:cNvSpPr>
          <p:nvPr/>
        </p:nvSpPr>
        <p:spPr bwMode="auto">
          <a:xfrm>
            <a:off x="1495425" y="3960813"/>
            <a:ext cx="479425"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-n</a:t>
            </a:r>
          </a:p>
        </p:txBody>
      </p:sp>
      <p:sp>
        <p:nvSpPr>
          <p:cNvPr id="11" name="ZoneTexte 12"/>
          <p:cNvSpPr txBox="1">
            <a:spLocks noChangeArrowheads="1"/>
          </p:cNvSpPr>
          <p:nvPr/>
        </p:nvSpPr>
        <p:spPr bwMode="auto">
          <a:xfrm>
            <a:off x="2781300" y="2865438"/>
            <a:ext cx="273050"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1</a:t>
            </a:r>
          </a:p>
        </p:txBody>
      </p:sp>
      <p:sp>
        <p:nvSpPr>
          <p:cNvPr id="12" name="ZoneTexte 13"/>
          <p:cNvSpPr txBox="1">
            <a:spLocks noChangeArrowheads="1"/>
          </p:cNvSpPr>
          <p:nvPr/>
        </p:nvSpPr>
        <p:spPr bwMode="auto">
          <a:xfrm>
            <a:off x="2457450" y="3960813"/>
            <a:ext cx="957263"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-(n – 1)</a:t>
            </a:r>
          </a:p>
        </p:txBody>
      </p:sp>
      <p:sp>
        <p:nvSpPr>
          <p:cNvPr id="13" name="ZoneTexte 14"/>
          <p:cNvSpPr txBox="1">
            <a:spLocks noChangeArrowheads="1"/>
          </p:cNvSpPr>
          <p:nvPr/>
        </p:nvSpPr>
        <p:spPr bwMode="auto">
          <a:xfrm>
            <a:off x="3932238" y="2816225"/>
            <a:ext cx="274637"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2</a:t>
            </a:r>
          </a:p>
        </p:txBody>
      </p:sp>
      <p:sp>
        <p:nvSpPr>
          <p:cNvPr id="14" name="ZoneTexte 15"/>
          <p:cNvSpPr txBox="1">
            <a:spLocks noChangeArrowheads="1"/>
          </p:cNvSpPr>
          <p:nvPr/>
        </p:nvSpPr>
        <p:spPr bwMode="auto">
          <a:xfrm>
            <a:off x="3684588" y="3960813"/>
            <a:ext cx="1095375"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-(n – 2)</a:t>
            </a:r>
          </a:p>
        </p:txBody>
      </p:sp>
      <p:sp>
        <p:nvSpPr>
          <p:cNvPr id="15" name="ZoneTexte 16"/>
          <p:cNvSpPr txBox="1">
            <a:spLocks noChangeArrowheads="1"/>
          </p:cNvSpPr>
          <p:nvPr/>
        </p:nvSpPr>
        <p:spPr bwMode="auto">
          <a:xfrm>
            <a:off x="5145088" y="2794000"/>
            <a:ext cx="820737"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n - 2</a:t>
            </a:r>
          </a:p>
        </p:txBody>
      </p:sp>
      <p:sp>
        <p:nvSpPr>
          <p:cNvPr id="16" name="ZoneTexte 17"/>
          <p:cNvSpPr txBox="1">
            <a:spLocks noChangeArrowheads="1"/>
          </p:cNvSpPr>
          <p:nvPr/>
        </p:nvSpPr>
        <p:spPr bwMode="auto">
          <a:xfrm>
            <a:off x="5270500" y="3960813"/>
            <a:ext cx="479425" cy="369887"/>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a:t>-2</a:t>
            </a:r>
          </a:p>
        </p:txBody>
      </p:sp>
      <p:sp>
        <p:nvSpPr>
          <p:cNvPr id="17" name="ZoneTexte 18"/>
          <p:cNvSpPr txBox="1">
            <a:spLocks noChangeArrowheads="1"/>
          </p:cNvSpPr>
          <p:nvPr/>
        </p:nvSpPr>
        <p:spPr bwMode="auto">
          <a:xfrm>
            <a:off x="6359525" y="2794000"/>
            <a:ext cx="614363" cy="307975"/>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400"/>
              <a:t>n - 1</a:t>
            </a:r>
          </a:p>
        </p:txBody>
      </p:sp>
      <p:sp>
        <p:nvSpPr>
          <p:cNvPr id="18" name="ZoneTexte 19"/>
          <p:cNvSpPr txBox="1">
            <a:spLocks noChangeArrowheads="1"/>
          </p:cNvSpPr>
          <p:nvPr/>
        </p:nvSpPr>
        <p:spPr bwMode="auto">
          <a:xfrm>
            <a:off x="6497638" y="3960813"/>
            <a:ext cx="547687" cy="369887"/>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a:t>-1</a:t>
            </a:r>
          </a:p>
        </p:txBody>
      </p:sp>
      <p:sp>
        <p:nvSpPr>
          <p:cNvPr id="19" name="ZoneTexte 2"/>
          <p:cNvSpPr txBox="1">
            <a:spLocks noChangeArrowheads="1"/>
          </p:cNvSpPr>
          <p:nvPr/>
        </p:nvSpPr>
        <p:spPr bwMode="auto">
          <a:xfrm>
            <a:off x="400050" y="2374900"/>
            <a:ext cx="2879725" cy="584200"/>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eaLnBrk="1" hangingPunct="1">
              <a:spcBef>
                <a:spcPct val="50000"/>
              </a:spcBef>
              <a:buClr>
                <a:srgbClr val="336666"/>
              </a:buClr>
              <a:buFont typeface="Wingdings" pitchFamily="2" charset="2"/>
              <a:buNone/>
            </a:pPr>
            <a:r>
              <a:rPr lang="fr-FR" sz="1600"/>
              <a:t>Indexation des éléments à partir du début</a:t>
            </a:r>
          </a:p>
        </p:txBody>
      </p:sp>
      <p:sp>
        <p:nvSpPr>
          <p:cNvPr id="20" name="ZoneTexte 21"/>
          <p:cNvSpPr txBox="1">
            <a:spLocks noChangeArrowheads="1"/>
          </p:cNvSpPr>
          <p:nvPr/>
        </p:nvSpPr>
        <p:spPr bwMode="auto">
          <a:xfrm>
            <a:off x="7065963" y="3744913"/>
            <a:ext cx="1677987" cy="738187"/>
          </a:xfrm>
          <a:prstGeom prst="rect">
            <a:avLst/>
          </a:prstGeom>
          <a:noFill/>
          <a:ln w="9525">
            <a:noFill/>
            <a:miter lim="800000"/>
            <a:headEnd/>
            <a:tailEnd/>
          </a:ln>
        </p:spPr>
        <p:txBody>
          <a:bodyPr>
            <a:spAutoFit/>
          </a:bodyPr>
          <a:lstStyle>
            <a:defPPr>
              <a:defRPr lang="fr-FR"/>
            </a:defPPr>
            <a:lvl1pPr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1pPr>
            <a:lvl2pPr marL="4572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2pPr>
            <a:lvl3pPr marL="9144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3pPr>
            <a:lvl4pPr marL="13716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4pPr>
            <a:lvl5pPr marL="1828800" algn="l" rtl="0" eaLnBrk="0" fontAlgn="base" hangingPunct="0">
              <a:spcBef>
                <a:spcPct val="0"/>
              </a:spcBef>
              <a:spcAft>
                <a:spcPct val="0"/>
              </a:spcAft>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algn="r" eaLnBrk="1" hangingPunct="1">
              <a:spcBef>
                <a:spcPct val="50000"/>
              </a:spcBef>
              <a:buClr>
                <a:srgbClr val="336666"/>
              </a:buClr>
              <a:buFont typeface="Wingdings" pitchFamily="2" charset="2"/>
              <a:buNone/>
            </a:pPr>
            <a:r>
              <a:rPr lang="fr-FR" sz="1400"/>
              <a:t>Indexation des éléments à partir de la fin</a:t>
            </a:r>
          </a:p>
        </p:txBody>
      </p:sp>
      <p:cxnSp>
        <p:nvCxnSpPr>
          <p:cNvPr id="21" name="Connecteur droit avec flèche 20"/>
          <p:cNvCxnSpPr>
            <a:cxnSpLocks noChangeShapeType="1"/>
          </p:cNvCxnSpPr>
          <p:nvPr/>
        </p:nvCxnSpPr>
        <p:spPr bwMode="auto">
          <a:xfrm>
            <a:off x="954088" y="2898775"/>
            <a:ext cx="468312" cy="488950"/>
          </a:xfrm>
          <a:prstGeom prst="straightConnector1">
            <a:avLst/>
          </a:prstGeom>
          <a:noFill/>
          <a:ln w="25400">
            <a:solidFill>
              <a:schemeClr val="tx1"/>
            </a:solidFill>
            <a:round/>
            <a:headEnd/>
            <a:tailEnd type="arrow" w="med" len="med"/>
          </a:ln>
          <a:effectLst>
            <a:outerShdw dist="20000" dir="5400000" rotWithShape="0">
              <a:srgbClr val="808080">
                <a:alpha val="37999"/>
              </a:srgbClr>
            </a:outerShdw>
          </a:effectLst>
        </p:spPr>
      </p:cxnSp>
      <p:cxnSp>
        <p:nvCxnSpPr>
          <p:cNvPr id="22" name="Connecteur droit avec flèche 21"/>
          <p:cNvCxnSpPr>
            <a:cxnSpLocks noChangeShapeType="1"/>
          </p:cNvCxnSpPr>
          <p:nvPr/>
        </p:nvCxnSpPr>
        <p:spPr bwMode="auto">
          <a:xfrm rot="16200000" flipH="1">
            <a:off x="6958806" y="3923507"/>
            <a:ext cx="428625" cy="357188"/>
          </a:xfrm>
          <a:prstGeom prst="straightConnector1">
            <a:avLst/>
          </a:prstGeom>
          <a:noFill/>
          <a:ln w="25400">
            <a:solidFill>
              <a:schemeClr val="tx1"/>
            </a:solidFill>
            <a:round/>
            <a:headEnd type="arrow" w="med" len="med"/>
            <a:tailEnd/>
          </a:ln>
          <a:effectLst>
            <a:outerShdw dist="20000" dir="5400000" rotWithShape="0">
              <a:srgbClr val="808080">
                <a:alpha val="37999"/>
              </a:srgbClr>
            </a:outerShdw>
          </a:effectLst>
        </p:spPr>
      </p:cxnSp>
      <p:cxnSp>
        <p:nvCxnSpPr>
          <p:cNvPr id="23" name="Connecteur droit 22"/>
          <p:cNvCxnSpPr>
            <a:cxnSpLocks noChangeShapeType="1"/>
          </p:cNvCxnSpPr>
          <p:nvPr/>
        </p:nvCxnSpPr>
        <p:spPr bwMode="auto">
          <a:xfrm>
            <a:off x="4521200" y="3517900"/>
            <a:ext cx="479425" cy="1588"/>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24" name="Connecteur droit 23"/>
          <p:cNvCxnSpPr>
            <a:cxnSpLocks noChangeShapeType="1"/>
          </p:cNvCxnSpPr>
          <p:nvPr/>
        </p:nvCxnSpPr>
        <p:spPr bwMode="auto">
          <a:xfrm>
            <a:off x="5843588" y="3517900"/>
            <a:ext cx="409575" cy="1588"/>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25" name="Connecteur droit 24"/>
          <p:cNvCxnSpPr>
            <a:cxnSpLocks noChangeShapeType="1"/>
          </p:cNvCxnSpPr>
          <p:nvPr/>
        </p:nvCxnSpPr>
        <p:spPr bwMode="auto">
          <a:xfrm>
            <a:off x="2139950" y="3517900"/>
            <a:ext cx="411163" cy="1588"/>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26" name="Connecteur droit 25"/>
          <p:cNvCxnSpPr>
            <a:cxnSpLocks noChangeShapeType="1"/>
          </p:cNvCxnSpPr>
          <p:nvPr/>
        </p:nvCxnSpPr>
        <p:spPr bwMode="auto">
          <a:xfrm>
            <a:off x="3292475" y="3517900"/>
            <a:ext cx="409575" cy="1588"/>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sp>
        <p:nvSpPr>
          <p:cNvPr id="27" name="Titre 1"/>
          <p:cNvSpPr>
            <a:spLocks noGrp="1"/>
          </p:cNvSpPr>
          <p:nvPr>
            <p:ph type="title"/>
          </p:nvPr>
        </p:nvSpPr>
        <p:spPr/>
        <p:txBody>
          <a:bodyPr>
            <a:normAutofit fontScale="90000"/>
          </a:bodyPr>
          <a:lstStyle/>
          <a:p>
            <a:r>
              <a:rPr lang="fr-FR" b="1" dirty="0" smtClean="0">
                <a:latin typeface="+mj-lt"/>
              </a:rPr>
              <a:t>Notion de séquence</a:t>
            </a:r>
            <a:br>
              <a:rPr lang="fr-FR" b="1" dirty="0" smtClean="0">
                <a:latin typeface="+mj-lt"/>
              </a:rPr>
            </a:br>
            <a:endParaRPr lang="en-US" dirty="0"/>
          </a:p>
        </p:txBody>
      </p:sp>
    </p:spTree>
    <p:extLst>
      <p:ext uri="{BB962C8B-B14F-4D97-AF65-F5344CB8AC3E}">
        <p14:creationId xmlns:p14="http://schemas.microsoft.com/office/powerpoint/2010/main" val="3467906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55000" lnSpcReduction="20000"/>
          </a:bodyPr>
          <a:lstStyle/>
          <a:p>
            <a:pPr marL="0" lvl="0" indent="0" algn="just" eaLnBrk="0" fontAlgn="base" hangingPunct="0">
              <a:spcAft>
                <a:spcPct val="30000"/>
              </a:spcAft>
              <a:buClr>
                <a:schemeClr val="hlink"/>
              </a:buClr>
              <a:buNone/>
              <a:defRPr/>
            </a:pPr>
            <a:r>
              <a:rPr lang="en-US" b="1" kern="0" dirty="0" err="1">
                <a:solidFill>
                  <a:srgbClr val="FF0000"/>
                </a:solidFill>
                <a:ea typeface="ＭＳ Ｐゴシック" pitchFamily="34" charset="-128"/>
              </a:rPr>
              <a:t>Accès</a:t>
            </a:r>
            <a:r>
              <a:rPr lang="en-US" b="1" kern="0" dirty="0">
                <a:solidFill>
                  <a:srgbClr val="FF0000"/>
                </a:solidFill>
                <a:ea typeface="ＭＳ Ｐゴシック" pitchFamily="34" charset="-128"/>
              </a:rPr>
              <a:t> a un </a:t>
            </a:r>
            <a:r>
              <a:rPr lang="en-US" b="1" kern="0" dirty="0" err="1">
                <a:solidFill>
                  <a:srgbClr val="FF0000"/>
                </a:solidFill>
                <a:ea typeface="ＭＳ Ｐゴシック" pitchFamily="34" charset="-128"/>
              </a:rPr>
              <a:t>élément</a:t>
            </a:r>
            <a:r>
              <a:rPr lang="en-US" b="1" kern="0" dirty="0">
                <a:solidFill>
                  <a:srgbClr val="FF0000"/>
                </a:solidFill>
                <a:ea typeface="ＭＳ Ｐゴシック" pitchFamily="34" charset="-128"/>
              </a:rPr>
              <a:t> :</a:t>
            </a:r>
          </a:p>
          <a:p>
            <a:pPr marL="0" lvl="0" indent="0" algn="just" eaLnBrk="0" fontAlgn="base" hangingPunct="0">
              <a:spcAft>
                <a:spcPct val="30000"/>
              </a:spcAft>
              <a:buClr>
                <a:schemeClr val="hlink"/>
              </a:buClr>
              <a:buFont typeface="Wingdings" pitchFamily="2" charset="2"/>
              <a:buChar char="n"/>
              <a:defRPr/>
            </a:pPr>
            <a:r>
              <a:rPr lang="en-US" kern="0" dirty="0" err="1">
                <a:ea typeface="ＭＳ Ｐゴシック" pitchFamily="34" charset="-128"/>
              </a:rPr>
              <a:t>L</a:t>
            </a:r>
            <a:r>
              <a:rPr lang="en-US" altLang="fr-FR" kern="0" dirty="0" err="1">
                <a:ea typeface="ＭＳ Ｐゴシック" pitchFamily="34" charset="-128"/>
              </a:rPr>
              <a:t>’</a:t>
            </a:r>
            <a:r>
              <a:rPr lang="en-US" kern="0" dirty="0" err="1">
                <a:ea typeface="ＭＳ Ｐゴシック" pitchFamily="34" charset="-128"/>
              </a:rPr>
              <a:t>accès</a:t>
            </a:r>
            <a:r>
              <a:rPr lang="en-US" kern="0" dirty="0">
                <a:ea typeface="ＭＳ Ｐゴシック" pitchFamily="34" charset="-128"/>
              </a:rPr>
              <a:t> à un </a:t>
            </a:r>
            <a:r>
              <a:rPr lang="en-US" kern="0" dirty="0" err="1">
                <a:ea typeface="ＭＳ Ｐゴシック" pitchFamily="34" charset="-128"/>
              </a:rPr>
              <a:t>élément</a:t>
            </a:r>
            <a:r>
              <a:rPr lang="en-US" kern="0" dirty="0">
                <a:ea typeface="ＭＳ Ｐゴシック" pitchFamily="34" charset="-128"/>
              </a:rPr>
              <a:t> </a:t>
            </a:r>
            <a:r>
              <a:rPr lang="en-US" kern="0" dirty="0" err="1">
                <a:ea typeface="ＭＳ Ｐゴシック" pitchFamily="34" charset="-128"/>
              </a:rPr>
              <a:t>d</a:t>
            </a:r>
            <a:r>
              <a:rPr lang="en-US" altLang="fr-FR" kern="0" dirty="0" err="1">
                <a:ea typeface="ＭＳ Ｐゴシック" pitchFamily="34" charset="-128"/>
              </a:rPr>
              <a:t>’</a:t>
            </a:r>
            <a:r>
              <a:rPr lang="en-US" kern="0" dirty="0" err="1">
                <a:ea typeface="ＭＳ Ｐゴシック" pitchFamily="34" charset="-128"/>
              </a:rPr>
              <a:t>une</a:t>
            </a:r>
            <a:r>
              <a:rPr lang="en-US" kern="0" dirty="0">
                <a:ea typeface="ＭＳ Ｐゴシック" pitchFamily="34" charset="-128"/>
              </a:rPr>
              <a:t> </a:t>
            </a:r>
            <a:r>
              <a:rPr lang="en-US" kern="0" dirty="0" err="1">
                <a:ea typeface="ＭＳ Ｐゴシック" pitchFamily="34" charset="-128"/>
              </a:rPr>
              <a:t>séquence</a:t>
            </a:r>
            <a:r>
              <a:rPr lang="en-US" kern="0" dirty="0">
                <a:ea typeface="ＭＳ Ｐゴシック" pitchFamily="34" charset="-128"/>
              </a:rPr>
              <a:t> se fait en </a:t>
            </a:r>
            <a:r>
              <a:rPr lang="en-US" kern="0" dirty="0" err="1">
                <a:ea typeface="ＭＳ Ｐゴシック" pitchFamily="34" charset="-128"/>
              </a:rPr>
              <a:t>utilisant</a:t>
            </a:r>
            <a:r>
              <a:rPr lang="en-US" kern="0" dirty="0">
                <a:ea typeface="ＭＳ Ｐゴシック" pitchFamily="34" charset="-128"/>
              </a:rPr>
              <a:t> la position de </a:t>
            </a:r>
            <a:r>
              <a:rPr lang="en-US" kern="0" dirty="0" err="1">
                <a:ea typeface="ＭＳ Ｐゴシック" pitchFamily="34" charset="-128"/>
              </a:rPr>
              <a:t>cet</a:t>
            </a:r>
            <a:r>
              <a:rPr lang="en-US" kern="0" dirty="0">
                <a:ea typeface="ＭＳ Ｐゴシック" pitchFamily="34" charset="-128"/>
              </a:rPr>
              <a:t> </a:t>
            </a:r>
            <a:r>
              <a:rPr lang="en-US" kern="0" dirty="0" err="1">
                <a:ea typeface="ＭＳ Ｐゴシック" pitchFamily="34" charset="-128"/>
              </a:rPr>
              <a:t>élément</a:t>
            </a:r>
            <a:r>
              <a:rPr lang="en-US" kern="0" dirty="0">
                <a:ea typeface="ＭＳ Ｐゴシック" pitchFamily="34" charset="-128"/>
              </a:rPr>
              <a:t> et des crochets [ </a:t>
            </a:r>
            <a:r>
              <a:rPr lang="en-US" kern="0" dirty="0" smtClean="0">
                <a:ea typeface="ＭＳ Ｐゴシック" pitchFamily="34" charset="-128"/>
              </a:rPr>
              <a:t>].</a:t>
            </a:r>
          </a:p>
          <a:p>
            <a:pPr marL="0" lvl="0" indent="0" algn="just" eaLnBrk="0" fontAlgn="base" hangingPunct="0">
              <a:spcAft>
                <a:spcPct val="30000"/>
              </a:spcAft>
              <a:buClr>
                <a:schemeClr val="hlink"/>
              </a:buClr>
              <a:buFont typeface="Wingdings" pitchFamily="2" charset="2"/>
              <a:buChar char="n"/>
              <a:defRPr/>
            </a:pPr>
            <a:endParaRPr lang="fr-FR" kern="0" dirty="0">
              <a:ea typeface="ＭＳ Ｐゴシック" pitchFamily="34" charset="-128"/>
            </a:endParaRPr>
          </a:p>
          <a:p>
            <a:pPr marL="0" lvl="0" indent="0" algn="just" eaLnBrk="0" fontAlgn="base" hangingPunct="0">
              <a:spcAft>
                <a:spcPct val="30000"/>
              </a:spcAft>
              <a:buClr>
                <a:schemeClr val="hlink"/>
              </a:buClr>
              <a:buFont typeface="Wingdings" pitchFamily="2" charset="2"/>
              <a:buChar char="n"/>
              <a:defRPr/>
            </a:pPr>
            <a:endParaRPr lang="fr-FR" kern="0" dirty="0" smtClean="0">
              <a:ea typeface="ＭＳ Ｐゴシック" pitchFamily="34" charset="-128"/>
            </a:endParaRPr>
          </a:p>
          <a:p>
            <a:pPr marL="0" lvl="0" indent="0" algn="just" eaLnBrk="0" fontAlgn="base" hangingPunct="0">
              <a:spcAft>
                <a:spcPct val="30000"/>
              </a:spcAft>
              <a:buClr>
                <a:schemeClr val="hlink"/>
              </a:buClr>
              <a:buFont typeface="Wingdings" pitchFamily="2" charset="2"/>
              <a:buChar char="n"/>
              <a:defRPr/>
            </a:pPr>
            <a:endParaRPr lang="en-US" kern="0" dirty="0">
              <a:ea typeface="ＭＳ Ｐゴシック" pitchFamily="34" charset="-128"/>
            </a:endParaRPr>
          </a:p>
          <a:p>
            <a:pPr algn="just">
              <a:spcAft>
                <a:spcPct val="30000"/>
              </a:spcAft>
              <a:buClr>
                <a:schemeClr val="hlink"/>
              </a:buClr>
              <a:buNone/>
              <a:defRPr/>
            </a:pPr>
            <a:r>
              <a:rPr lang="en-US" b="1" kern="0" dirty="0">
                <a:solidFill>
                  <a:srgbClr val="FF0000"/>
                </a:solidFill>
                <a:ea typeface="ＭＳ Ｐゴシック" pitchFamily="34" charset="-128"/>
              </a:rPr>
              <a:t>Les </a:t>
            </a:r>
            <a:r>
              <a:rPr lang="en-US" b="1" kern="0" dirty="0" err="1">
                <a:solidFill>
                  <a:srgbClr val="FF0000"/>
                </a:solidFill>
                <a:ea typeface="ＭＳ Ｐゴシック" pitchFamily="34" charset="-128"/>
              </a:rPr>
              <a:t>trois</a:t>
            </a:r>
            <a:r>
              <a:rPr lang="en-US" b="1" kern="0" dirty="0">
                <a:solidFill>
                  <a:srgbClr val="FF0000"/>
                </a:solidFill>
                <a:ea typeface="ＭＳ Ｐゴシック" pitchFamily="34" charset="-128"/>
              </a:rPr>
              <a:t> </a:t>
            </a:r>
            <a:r>
              <a:rPr lang="en-US" b="1" kern="0" dirty="0" err="1">
                <a:solidFill>
                  <a:srgbClr val="FF0000"/>
                </a:solidFill>
                <a:ea typeface="ＭＳ Ｐゴシック" pitchFamily="34" charset="-128"/>
              </a:rPr>
              <a:t>principaux</a:t>
            </a:r>
            <a:r>
              <a:rPr lang="en-US" b="1" kern="0" dirty="0">
                <a:solidFill>
                  <a:srgbClr val="FF0000"/>
                </a:solidFill>
                <a:ea typeface="ＭＳ Ｐゴシック" pitchFamily="34" charset="-128"/>
              </a:rPr>
              <a:t> types de </a:t>
            </a:r>
            <a:r>
              <a:rPr lang="en-US" b="1" kern="0" dirty="0" err="1">
                <a:solidFill>
                  <a:srgbClr val="FF0000"/>
                </a:solidFill>
                <a:ea typeface="ＭＳ Ｐゴシック" pitchFamily="34" charset="-128"/>
              </a:rPr>
              <a:t>séquences</a:t>
            </a:r>
            <a:r>
              <a:rPr lang="en-US" b="1" kern="0" dirty="0">
                <a:solidFill>
                  <a:srgbClr val="FF0000"/>
                </a:solidFill>
                <a:ea typeface="ＭＳ Ｐゴシック" pitchFamily="34" charset="-128"/>
              </a:rPr>
              <a:t> </a:t>
            </a:r>
            <a:r>
              <a:rPr lang="en-US" kern="0" dirty="0">
                <a:ea typeface="ＭＳ Ｐゴシック" pitchFamily="34" charset="-128"/>
              </a:rPr>
              <a:t>:</a:t>
            </a:r>
          </a:p>
          <a:p>
            <a:pPr indent="355600" algn="just">
              <a:lnSpc>
                <a:spcPct val="150000"/>
              </a:lnSpc>
              <a:spcAft>
                <a:spcPct val="30000"/>
              </a:spcAft>
              <a:buClr>
                <a:schemeClr val="hlink"/>
              </a:buClr>
              <a:buFont typeface="Wingdings" pitchFamily="2" charset="2"/>
              <a:buChar char="v"/>
              <a:defRPr/>
            </a:pPr>
            <a:r>
              <a:rPr lang="en-US" kern="0" dirty="0">
                <a:ea typeface="ＭＳ Ｐゴシック" pitchFamily="34" charset="-128"/>
              </a:rPr>
              <a:t>Les </a:t>
            </a:r>
            <a:r>
              <a:rPr lang="en-US" b="1" kern="0" dirty="0" err="1">
                <a:solidFill>
                  <a:srgbClr val="0000FF"/>
                </a:solidFill>
                <a:ea typeface="ＭＳ Ｐゴシック" pitchFamily="34" charset="-128"/>
              </a:rPr>
              <a:t>listes</a:t>
            </a:r>
            <a:r>
              <a:rPr lang="en-US" kern="0" dirty="0">
                <a:ea typeface="ＭＳ Ｐゴシック" pitchFamily="34" charset="-128"/>
              </a:rPr>
              <a:t> </a:t>
            </a:r>
            <a:r>
              <a:rPr lang="en-US" kern="0" dirty="0" err="1">
                <a:ea typeface="ＭＳ Ｐゴシック" pitchFamily="34" charset="-128"/>
              </a:rPr>
              <a:t>dont</a:t>
            </a:r>
            <a:r>
              <a:rPr lang="en-US" kern="0" dirty="0">
                <a:ea typeface="ＭＳ Ｐゴシック" pitchFamily="34" charset="-128"/>
              </a:rPr>
              <a:t> les </a:t>
            </a:r>
            <a:r>
              <a:rPr lang="en-US" kern="0" dirty="0" err="1">
                <a:ea typeface="ＭＳ Ｐゴシック" pitchFamily="34" charset="-128"/>
              </a:rPr>
              <a:t>éléments</a:t>
            </a:r>
            <a:r>
              <a:rPr lang="en-US" kern="0" dirty="0">
                <a:ea typeface="ＭＳ Ｐゴシック" pitchFamily="34" charset="-128"/>
              </a:rPr>
              <a:t> </a:t>
            </a:r>
            <a:r>
              <a:rPr lang="en-US" kern="0" dirty="0" err="1">
                <a:ea typeface="ＭＳ Ｐゴシック" pitchFamily="34" charset="-128"/>
              </a:rPr>
              <a:t>sont</a:t>
            </a:r>
            <a:r>
              <a:rPr lang="en-US" kern="0" dirty="0">
                <a:ea typeface="ＭＳ Ｐゴシック" pitchFamily="34" charset="-128"/>
              </a:rPr>
              <a:t> </a:t>
            </a:r>
            <a:r>
              <a:rPr lang="en-US" kern="0" dirty="0" err="1">
                <a:ea typeface="ＭＳ Ｐゴシック" pitchFamily="34" charset="-128"/>
              </a:rPr>
              <a:t>quelconques</a:t>
            </a:r>
            <a:r>
              <a:rPr lang="en-US" kern="0" dirty="0">
                <a:ea typeface="ＭＳ Ｐゴシック" pitchFamily="34" charset="-128"/>
              </a:rPr>
              <a:t> et </a:t>
            </a:r>
            <a:r>
              <a:rPr lang="en-US" kern="0" dirty="0" err="1">
                <a:ea typeface="ＭＳ Ｐゴシック" pitchFamily="34" charset="-128"/>
              </a:rPr>
              <a:t>modifiables</a:t>
            </a:r>
            <a:r>
              <a:rPr lang="en-US" kern="0" dirty="0">
                <a:ea typeface="ＭＳ Ｐゴシック" pitchFamily="34" charset="-128"/>
              </a:rPr>
              <a:t>.</a:t>
            </a:r>
          </a:p>
          <a:p>
            <a:pPr indent="355600" algn="just">
              <a:lnSpc>
                <a:spcPct val="150000"/>
              </a:lnSpc>
              <a:spcAft>
                <a:spcPct val="30000"/>
              </a:spcAft>
              <a:buClr>
                <a:schemeClr val="hlink"/>
              </a:buClr>
              <a:buFont typeface="Wingdings" pitchFamily="2" charset="2"/>
              <a:buChar char="v"/>
              <a:defRPr/>
            </a:pPr>
            <a:r>
              <a:rPr lang="en-US" kern="0" dirty="0">
                <a:ea typeface="ＭＳ Ｐゴシック" pitchFamily="34" charset="-128"/>
              </a:rPr>
              <a:t>Les </a:t>
            </a:r>
            <a:r>
              <a:rPr lang="en-US" b="1" kern="0" dirty="0">
                <a:solidFill>
                  <a:srgbClr val="0000FF"/>
                </a:solidFill>
                <a:ea typeface="ＭＳ Ｐゴシック" pitchFamily="34" charset="-128"/>
              </a:rPr>
              <a:t>t-</a:t>
            </a:r>
            <a:r>
              <a:rPr lang="en-US" b="1" kern="0" dirty="0" err="1">
                <a:solidFill>
                  <a:srgbClr val="0000FF"/>
                </a:solidFill>
                <a:ea typeface="ＭＳ Ｐゴシック" pitchFamily="34" charset="-128"/>
              </a:rPr>
              <a:t>uples</a:t>
            </a:r>
            <a:r>
              <a:rPr lang="en-US" b="1" kern="0" dirty="0">
                <a:solidFill>
                  <a:srgbClr val="0000FF"/>
                </a:solidFill>
                <a:ea typeface="ＭＳ Ｐゴシック" pitchFamily="34" charset="-128"/>
              </a:rPr>
              <a:t> </a:t>
            </a:r>
            <a:r>
              <a:rPr lang="en-US" kern="0" dirty="0" err="1">
                <a:ea typeface="ＭＳ Ｐゴシック" pitchFamily="34" charset="-128"/>
              </a:rPr>
              <a:t>dont</a:t>
            </a:r>
            <a:r>
              <a:rPr lang="en-US" kern="0" dirty="0">
                <a:ea typeface="ＭＳ Ｐゴシック" pitchFamily="34" charset="-128"/>
              </a:rPr>
              <a:t> les </a:t>
            </a:r>
            <a:r>
              <a:rPr lang="en-US" kern="0" dirty="0" err="1">
                <a:ea typeface="ＭＳ Ｐゴシック" pitchFamily="34" charset="-128"/>
              </a:rPr>
              <a:t>éléments</a:t>
            </a:r>
            <a:r>
              <a:rPr lang="en-US" kern="0" dirty="0">
                <a:ea typeface="ＭＳ Ｐゴシック" pitchFamily="34" charset="-128"/>
              </a:rPr>
              <a:t> </a:t>
            </a:r>
            <a:r>
              <a:rPr lang="en-US" kern="0" dirty="0" err="1">
                <a:ea typeface="ＭＳ Ｐゴシック" pitchFamily="34" charset="-128"/>
              </a:rPr>
              <a:t>sont</a:t>
            </a:r>
            <a:r>
              <a:rPr lang="en-US" kern="0" dirty="0">
                <a:ea typeface="ＭＳ Ｐゴシック" pitchFamily="34" charset="-128"/>
              </a:rPr>
              <a:t> </a:t>
            </a:r>
            <a:r>
              <a:rPr lang="en-US" kern="0" dirty="0" err="1">
                <a:ea typeface="ＭＳ Ｐゴシック" pitchFamily="34" charset="-128"/>
              </a:rPr>
              <a:t>quelconques</a:t>
            </a:r>
            <a:r>
              <a:rPr lang="en-US" kern="0" dirty="0">
                <a:ea typeface="ＭＳ Ｐゴシック" pitchFamily="34" charset="-128"/>
              </a:rPr>
              <a:t> et non </a:t>
            </a:r>
            <a:r>
              <a:rPr lang="en-US" kern="0" dirty="0" err="1">
                <a:ea typeface="ＭＳ Ｐゴシック" pitchFamily="34" charset="-128"/>
              </a:rPr>
              <a:t>modifiables</a:t>
            </a:r>
            <a:r>
              <a:rPr lang="en-US" kern="0" dirty="0">
                <a:ea typeface="ＭＳ Ｐゴシック" pitchFamily="34" charset="-128"/>
              </a:rPr>
              <a:t>.</a:t>
            </a:r>
          </a:p>
          <a:p>
            <a:pPr indent="355600" algn="just">
              <a:lnSpc>
                <a:spcPct val="150000"/>
              </a:lnSpc>
              <a:spcAft>
                <a:spcPct val="30000"/>
              </a:spcAft>
              <a:buClr>
                <a:schemeClr val="hlink"/>
              </a:buClr>
              <a:buFont typeface="Wingdings" pitchFamily="2" charset="2"/>
              <a:buChar char="v"/>
              <a:defRPr/>
            </a:pPr>
            <a:r>
              <a:rPr lang="en-US" kern="0" dirty="0">
                <a:ea typeface="ＭＳ Ｐゴシック" pitchFamily="34" charset="-128"/>
              </a:rPr>
              <a:t>Les </a:t>
            </a:r>
            <a:r>
              <a:rPr lang="en-US" b="1" kern="0" dirty="0" err="1">
                <a:solidFill>
                  <a:srgbClr val="0000FF"/>
                </a:solidFill>
                <a:ea typeface="ＭＳ Ｐゴシック" pitchFamily="34" charset="-128"/>
              </a:rPr>
              <a:t>chaînes</a:t>
            </a:r>
            <a:r>
              <a:rPr lang="en-US" b="1" kern="0" dirty="0">
                <a:solidFill>
                  <a:srgbClr val="0000FF"/>
                </a:solidFill>
                <a:ea typeface="ＭＳ Ｐゴシック" pitchFamily="34" charset="-128"/>
              </a:rPr>
              <a:t> de </a:t>
            </a:r>
            <a:r>
              <a:rPr lang="en-US" b="1" kern="0" dirty="0" err="1">
                <a:solidFill>
                  <a:srgbClr val="0000FF"/>
                </a:solidFill>
                <a:ea typeface="ＭＳ Ｐゴシック" pitchFamily="34" charset="-128"/>
              </a:rPr>
              <a:t>caractères</a:t>
            </a:r>
            <a:r>
              <a:rPr lang="en-US" b="1" kern="0" dirty="0">
                <a:solidFill>
                  <a:srgbClr val="0000FF"/>
                </a:solidFill>
                <a:ea typeface="ＭＳ Ｐゴシック" pitchFamily="34" charset="-128"/>
              </a:rPr>
              <a:t> </a:t>
            </a:r>
            <a:r>
              <a:rPr lang="en-US" kern="0" dirty="0" err="1">
                <a:ea typeface="ＭＳ Ｐゴシック" pitchFamily="34" charset="-128"/>
              </a:rPr>
              <a:t>dont</a:t>
            </a:r>
            <a:r>
              <a:rPr lang="en-US" kern="0" dirty="0">
                <a:ea typeface="ＭＳ Ｐゴシック" pitchFamily="34" charset="-128"/>
              </a:rPr>
              <a:t> les </a:t>
            </a:r>
            <a:r>
              <a:rPr lang="en-US" kern="0" dirty="0" err="1">
                <a:ea typeface="ＭＳ Ｐゴシック" pitchFamily="34" charset="-128"/>
              </a:rPr>
              <a:t>éléments</a:t>
            </a:r>
            <a:r>
              <a:rPr lang="en-US" kern="0" dirty="0">
                <a:ea typeface="ＭＳ Ｐゴシック" pitchFamily="34" charset="-128"/>
              </a:rPr>
              <a:t> </a:t>
            </a:r>
            <a:r>
              <a:rPr lang="en-US" kern="0" dirty="0" err="1">
                <a:ea typeface="ＭＳ Ｐゴシック" pitchFamily="34" charset="-128"/>
              </a:rPr>
              <a:t>sont</a:t>
            </a:r>
            <a:r>
              <a:rPr lang="en-US" kern="0" dirty="0">
                <a:ea typeface="ＭＳ Ｐゴシック" pitchFamily="34" charset="-128"/>
              </a:rPr>
              <a:t> des </a:t>
            </a:r>
            <a:r>
              <a:rPr lang="en-US" kern="0" dirty="0" err="1">
                <a:ea typeface="ＭＳ Ｐゴシック" pitchFamily="34" charset="-128"/>
              </a:rPr>
              <a:t>caractères</a:t>
            </a:r>
            <a:r>
              <a:rPr lang="en-US" kern="0" dirty="0">
                <a:ea typeface="ＭＳ Ｐゴシック" pitchFamily="34" charset="-128"/>
              </a:rPr>
              <a:t> et ne </a:t>
            </a:r>
            <a:r>
              <a:rPr lang="en-US" kern="0" dirty="0" err="1">
                <a:ea typeface="ＭＳ Ｐゴシック" pitchFamily="34" charset="-128"/>
              </a:rPr>
              <a:t>sont</a:t>
            </a:r>
            <a:r>
              <a:rPr lang="en-US" kern="0" dirty="0">
                <a:ea typeface="ＭＳ Ｐゴシック" pitchFamily="34" charset="-128"/>
              </a:rPr>
              <a:t> pas </a:t>
            </a:r>
            <a:r>
              <a:rPr lang="en-US" kern="0" dirty="0" err="1">
                <a:ea typeface="ＭＳ Ｐゴシック" pitchFamily="34" charset="-128"/>
              </a:rPr>
              <a:t>modifiables</a:t>
            </a:r>
            <a:r>
              <a:rPr lang="en-US" kern="0" dirty="0">
                <a:ea typeface="ＭＳ Ｐゴシック" pitchFamily="34" charset="-128"/>
              </a:rPr>
              <a:t>.</a:t>
            </a:r>
          </a:p>
          <a:p>
            <a:endParaRPr lang="en-US" dirty="0"/>
          </a:p>
        </p:txBody>
      </p:sp>
      <p:sp>
        <p:nvSpPr>
          <p:cNvPr id="4" name="Rectangle à coins arrondis 3"/>
          <p:cNvSpPr/>
          <p:nvPr/>
        </p:nvSpPr>
        <p:spPr>
          <a:xfrm>
            <a:off x="1259632" y="2636912"/>
            <a:ext cx="6408737" cy="636609"/>
          </a:xfrm>
          <a:prstGeom prst="roundRect">
            <a:avLst/>
          </a:prstGeom>
        </p:spPr>
        <p:style>
          <a:lnRef idx="2">
            <a:schemeClr val="dk1"/>
          </a:lnRef>
          <a:fillRef idx="1">
            <a:schemeClr val="lt1"/>
          </a:fillRef>
          <a:effectRef idx="0">
            <a:schemeClr val="dk1"/>
          </a:effectRef>
          <a:fontRef idx="minor">
            <a:schemeClr val="dk1"/>
          </a:fontRef>
        </p:style>
        <p:txBody>
          <a:bodyPr anchor="ctr"/>
          <a:lstStyle>
            <a:defPPr>
              <a:defRPr lang="fr-FR"/>
            </a:defPPr>
            <a:lvl1pPr algn="l" rtl="0" eaLnBrk="0" fontAlgn="base" hangingPunct="0">
              <a:spcBef>
                <a:spcPct val="0"/>
              </a:spcBef>
              <a:spcAft>
                <a:spcPct val="0"/>
              </a:spcAft>
              <a:defRPr sz="2000" kern="1200">
                <a:solidFill>
                  <a:schemeClr val="dk1"/>
                </a:solidFill>
                <a:latin typeface="+mn-lt"/>
                <a:ea typeface="+mn-ea"/>
                <a:cs typeface="+mn-cs"/>
              </a:defRPr>
            </a:lvl1pPr>
            <a:lvl2pPr marL="457200" algn="l" rtl="0" eaLnBrk="0" fontAlgn="base" hangingPunct="0">
              <a:spcBef>
                <a:spcPct val="0"/>
              </a:spcBef>
              <a:spcAft>
                <a:spcPct val="0"/>
              </a:spcAft>
              <a:defRPr sz="2000" kern="1200">
                <a:solidFill>
                  <a:schemeClr val="dk1"/>
                </a:solidFill>
                <a:latin typeface="+mn-lt"/>
                <a:ea typeface="+mn-ea"/>
                <a:cs typeface="+mn-cs"/>
              </a:defRPr>
            </a:lvl2pPr>
            <a:lvl3pPr marL="914400" algn="l" rtl="0" eaLnBrk="0" fontAlgn="base" hangingPunct="0">
              <a:spcBef>
                <a:spcPct val="0"/>
              </a:spcBef>
              <a:spcAft>
                <a:spcPct val="0"/>
              </a:spcAft>
              <a:defRPr sz="2000" kern="1200">
                <a:solidFill>
                  <a:schemeClr val="dk1"/>
                </a:solidFill>
                <a:latin typeface="+mn-lt"/>
                <a:ea typeface="+mn-ea"/>
                <a:cs typeface="+mn-cs"/>
              </a:defRPr>
            </a:lvl3pPr>
            <a:lvl4pPr marL="1371600" algn="l" rtl="0" eaLnBrk="0" fontAlgn="base" hangingPunct="0">
              <a:spcBef>
                <a:spcPct val="0"/>
              </a:spcBef>
              <a:spcAft>
                <a:spcPct val="0"/>
              </a:spcAft>
              <a:defRPr sz="2000" kern="1200">
                <a:solidFill>
                  <a:schemeClr val="dk1"/>
                </a:solidFill>
                <a:latin typeface="+mn-lt"/>
                <a:ea typeface="+mn-ea"/>
                <a:cs typeface="+mn-cs"/>
              </a:defRPr>
            </a:lvl4pPr>
            <a:lvl5pPr marL="1828800" algn="l" rtl="0" eaLnBrk="0" fontAlgn="base" hangingPunct="0">
              <a:spcBef>
                <a:spcPct val="0"/>
              </a:spcBef>
              <a:spcAft>
                <a:spcPct val="0"/>
              </a:spcAft>
              <a:defRPr sz="2000" kern="1200">
                <a:solidFill>
                  <a:schemeClr val="dk1"/>
                </a:solidFill>
                <a:latin typeface="+mn-lt"/>
                <a:ea typeface="+mn-ea"/>
                <a:cs typeface="+mn-cs"/>
              </a:defRPr>
            </a:lvl5pPr>
            <a:lvl6pPr marL="2286000" algn="l" defTabSz="914400" rtl="0" eaLnBrk="1" latinLnBrk="0" hangingPunct="1">
              <a:defRPr sz="2000" kern="1200">
                <a:solidFill>
                  <a:schemeClr val="dk1"/>
                </a:solidFill>
                <a:latin typeface="+mn-lt"/>
                <a:ea typeface="+mn-ea"/>
                <a:cs typeface="+mn-cs"/>
              </a:defRPr>
            </a:lvl6pPr>
            <a:lvl7pPr marL="2743200" algn="l" defTabSz="914400" rtl="0" eaLnBrk="1" latinLnBrk="0" hangingPunct="1">
              <a:defRPr sz="2000" kern="1200">
                <a:solidFill>
                  <a:schemeClr val="dk1"/>
                </a:solidFill>
                <a:latin typeface="+mn-lt"/>
                <a:ea typeface="+mn-ea"/>
                <a:cs typeface="+mn-cs"/>
              </a:defRPr>
            </a:lvl7pPr>
            <a:lvl8pPr marL="3200400" algn="l" defTabSz="914400" rtl="0" eaLnBrk="1" latinLnBrk="0" hangingPunct="1">
              <a:defRPr sz="2000" kern="1200">
                <a:solidFill>
                  <a:schemeClr val="dk1"/>
                </a:solidFill>
                <a:latin typeface="+mn-lt"/>
                <a:ea typeface="+mn-ea"/>
                <a:cs typeface="+mn-cs"/>
              </a:defRPr>
            </a:lvl8pPr>
            <a:lvl9pPr marL="3657600" algn="l" defTabSz="914400" rtl="0" eaLnBrk="1" latinLnBrk="0" hangingPunct="1">
              <a:defRPr sz="2000" kern="1200">
                <a:solidFill>
                  <a:schemeClr val="dk1"/>
                </a:solidFill>
                <a:latin typeface="+mn-lt"/>
                <a:ea typeface="+mn-ea"/>
                <a:cs typeface="+mn-cs"/>
              </a:defRPr>
            </a:lvl9pPr>
          </a:lstStyle>
          <a:p>
            <a:pPr lvl="1" algn="ctr"/>
            <a:r>
              <a:rPr lang="fr-FR" sz="2000" b="1" i="1" dirty="0" err="1">
                <a:solidFill>
                  <a:schemeClr val="tx1"/>
                </a:solidFill>
                <a:latin typeface="Courier New" pitchFamily="49" charset="0"/>
                <a:ea typeface="ＭＳ Ｐゴシック" pitchFamily="34" charset="-128"/>
                <a:cs typeface="Courier New" pitchFamily="49" charset="0"/>
              </a:rPr>
              <a:t>maSéquence</a:t>
            </a:r>
            <a:r>
              <a:rPr lang="fr-FR" sz="2000" b="1" dirty="0">
                <a:solidFill>
                  <a:schemeClr val="tx1"/>
                </a:solidFill>
                <a:latin typeface="Courier New" pitchFamily="49" charset="0"/>
                <a:ea typeface="ＭＳ Ｐゴシック" pitchFamily="34" charset="-128"/>
                <a:cs typeface="Courier New" pitchFamily="49" charset="0"/>
              </a:rPr>
              <a:t>[</a:t>
            </a:r>
            <a:r>
              <a:rPr lang="fr-FR" sz="2000" b="1" i="1" dirty="0" err="1">
                <a:solidFill>
                  <a:srgbClr val="7F7F7F"/>
                </a:solidFill>
                <a:latin typeface="Courier New" pitchFamily="49" charset="0"/>
                <a:ea typeface="ＭＳ Ｐゴシック" pitchFamily="34" charset="-128"/>
                <a:cs typeface="Courier New" pitchFamily="49" charset="0"/>
              </a:rPr>
              <a:t>maPositionVoulue</a:t>
            </a:r>
            <a:r>
              <a:rPr lang="fr-FR" sz="2000" b="1" dirty="0">
                <a:solidFill>
                  <a:schemeClr val="tx1"/>
                </a:solidFill>
                <a:latin typeface="Courier New" pitchFamily="49" charset="0"/>
                <a:ea typeface="ＭＳ Ｐゴシック" pitchFamily="34" charset="-128"/>
                <a:cs typeface="Courier New" pitchFamily="49" charset="0"/>
              </a:rPr>
              <a:t>]</a:t>
            </a:r>
          </a:p>
        </p:txBody>
      </p:sp>
      <p:sp>
        <p:nvSpPr>
          <p:cNvPr id="5" name="Titre 1"/>
          <p:cNvSpPr>
            <a:spLocks noGrp="1"/>
          </p:cNvSpPr>
          <p:nvPr>
            <p:ph type="title"/>
          </p:nvPr>
        </p:nvSpPr>
        <p:spPr/>
        <p:txBody>
          <a:bodyPr>
            <a:normAutofit fontScale="90000"/>
          </a:bodyPr>
          <a:lstStyle/>
          <a:p>
            <a:r>
              <a:rPr lang="fr-FR" b="1" dirty="0" smtClean="0">
                <a:latin typeface="+mj-lt"/>
              </a:rPr>
              <a:t>Notion de séquence</a:t>
            </a:r>
            <a:br>
              <a:rPr lang="fr-FR" b="1" dirty="0" smtClean="0">
                <a:latin typeface="+mj-lt"/>
              </a:rPr>
            </a:br>
            <a:endParaRPr lang="en-US" dirty="0"/>
          </a:p>
        </p:txBody>
      </p:sp>
    </p:spTree>
    <p:extLst>
      <p:ext uri="{BB962C8B-B14F-4D97-AF65-F5344CB8AC3E}">
        <p14:creationId xmlns:p14="http://schemas.microsoft.com/office/powerpoint/2010/main" val="5479143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2493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2493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00063" y="1000125"/>
            <a:ext cx="8215312" cy="1016000"/>
          </a:xfrm>
          <a:prstGeom prst="rect">
            <a:avLst/>
          </a:prstGeom>
        </p:spPr>
        <p:txBody>
          <a:bodyPr>
            <a:spAutoFit/>
          </a:bodyPr>
          <a:lstStyle/>
          <a:p>
            <a:pPr algn="just" eaLnBrk="1" hangingPunct="1">
              <a:spcBef>
                <a:spcPct val="50000"/>
              </a:spcBef>
              <a:buClr>
                <a:srgbClr val="336666"/>
              </a:buClr>
              <a:buFont typeface="Wingdings" pitchFamily="2" charset="2"/>
              <a:buNone/>
              <a:defRPr/>
            </a:pPr>
            <a:r>
              <a:rPr lang="fr-FR" dirty="0">
                <a:latin typeface="+mj-lt"/>
              </a:rPr>
              <a:t>Une </a:t>
            </a:r>
            <a:r>
              <a:rPr lang="fr-FR" b="1" dirty="0">
                <a:solidFill>
                  <a:srgbClr val="0070C0"/>
                </a:solidFill>
                <a:latin typeface="+mj-lt"/>
              </a:rPr>
              <a:t>liste</a:t>
            </a:r>
            <a:r>
              <a:rPr lang="fr-FR" dirty="0">
                <a:latin typeface="+mj-lt"/>
              </a:rPr>
              <a:t> est une structure de données qui contient une série de valeurs. Python autorise la construction de liste contenant des valeurs de </a:t>
            </a:r>
            <a:r>
              <a:rPr lang="fr-FR" b="1" dirty="0">
                <a:solidFill>
                  <a:srgbClr val="0070C0"/>
                </a:solidFill>
                <a:latin typeface="+mj-lt"/>
              </a:rPr>
              <a:t>type différent</a:t>
            </a:r>
            <a:r>
              <a:rPr lang="fr-FR" dirty="0">
                <a:latin typeface="+mj-lt"/>
              </a:rPr>
              <a:t>. </a:t>
            </a:r>
            <a:endParaRPr lang="fr-FR" b="1" dirty="0">
              <a:latin typeface="+mj-lt"/>
            </a:endParaRPr>
          </a:p>
        </p:txBody>
      </p:sp>
      <p:sp>
        <p:nvSpPr>
          <p:cNvPr id="75784" name="Rectangle 1"/>
          <p:cNvSpPr>
            <a:spLocks noChangeArrowheads="1"/>
          </p:cNvSpPr>
          <p:nvPr/>
        </p:nvSpPr>
        <p:spPr bwMode="auto">
          <a:xfrm>
            <a:off x="1071563" y="4573592"/>
            <a:ext cx="7019925" cy="1755775"/>
          </a:xfrm>
          <a:prstGeom prst="rect">
            <a:avLst/>
          </a:prstGeom>
          <a:solidFill>
            <a:srgbClr val="DBE5F1"/>
          </a:solidFill>
          <a:ln w="9525" algn="ctr">
            <a:noFill/>
            <a:miter lim="800000"/>
            <a:headEnd/>
            <a:tailEnd/>
          </a:ln>
        </p:spPr>
        <p:txBody>
          <a:bodyPr lIns="215832" tIns="46800" rIns="90000" bIns="46800" anchor="ctr">
            <a:spAutoFit/>
          </a:bodyPr>
          <a:lstStyle/>
          <a:p>
            <a:pPr>
              <a:spcBef>
                <a:spcPct val="50000"/>
              </a:spcBef>
              <a:buClr>
                <a:srgbClr val="336666"/>
              </a:buClr>
              <a:buFont typeface="Wingdings" pitchFamily="2" charset="2"/>
              <a:buNone/>
            </a:pPr>
            <a:r>
              <a:rPr lang="fr-FR" sz="1800" b="1" dirty="0">
                <a:latin typeface="Courier New" pitchFamily="49" charset="0"/>
                <a:ea typeface="MS Mincho" pitchFamily="49" charset="-128"/>
                <a:cs typeface="Courier New" pitchFamily="49" charset="0"/>
              </a:rPr>
              <a:t>&gt;&gt;&gt; animaux = ['girafe','tigre','singe','souris']</a:t>
            </a:r>
            <a:endParaRPr lang="fr-FR" sz="1600" b="1" dirty="0">
              <a:latin typeface="Courier New" pitchFamily="49" charset="0"/>
              <a:ea typeface="MS Mincho" pitchFamily="49" charset="-128"/>
              <a:cs typeface="Courier New" pitchFamily="49" charset="0"/>
            </a:endParaRPr>
          </a:p>
          <a:p>
            <a:r>
              <a:rPr lang="fr-FR" sz="1800" b="1" dirty="0">
                <a:latin typeface="Courier New" pitchFamily="49" charset="0"/>
                <a:ea typeface="MS Mincho" pitchFamily="49" charset="-128"/>
                <a:cs typeface="Courier New" pitchFamily="49" charset="0"/>
              </a:rPr>
              <a:t>&gt;&gt;&gt; mixte = ['girafe', 5, 'souris', 0.15]</a:t>
            </a:r>
            <a:endParaRPr lang="fr-FR" sz="1600" b="1" dirty="0">
              <a:latin typeface="Courier New" pitchFamily="49" charset="0"/>
              <a:ea typeface="MS Mincho" pitchFamily="49" charset="-128"/>
              <a:cs typeface="Courier New" pitchFamily="49" charset="0"/>
            </a:endParaRPr>
          </a:p>
          <a:p>
            <a:r>
              <a:rPr lang="fr-FR" sz="1800" b="1" dirty="0">
                <a:latin typeface="Courier New" pitchFamily="49" charset="0"/>
                <a:ea typeface="MS Mincho" pitchFamily="49" charset="-128"/>
                <a:cs typeface="Courier New" pitchFamily="49" charset="0"/>
              </a:rPr>
              <a:t>&gt;&gt;&gt; animaux</a:t>
            </a:r>
            <a:endParaRPr lang="fr-FR" sz="1600" b="1" dirty="0">
              <a:latin typeface="Courier New" pitchFamily="49" charset="0"/>
              <a:ea typeface="MS Mincho" pitchFamily="49" charset="-128"/>
              <a:cs typeface="Courier New" pitchFamily="49" charset="0"/>
            </a:endParaRPr>
          </a:p>
          <a:p>
            <a:r>
              <a:rPr lang="fr-FR" sz="1800" b="1" dirty="0">
                <a:solidFill>
                  <a:srgbClr val="0000FF"/>
                </a:solidFill>
                <a:latin typeface="Courier New" pitchFamily="49" charset="0"/>
                <a:ea typeface="MS Mincho" pitchFamily="49" charset="-128"/>
                <a:cs typeface="Courier New" pitchFamily="49" charset="0"/>
              </a:rPr>
              <a:t>['girafe', 'tigre', 'singe', 'souris']</a:t>
            </a:r>
            <a:endParaRPr lang="fr-FR" sz="1600" b="1" dirty="0">
              <a:solidFill>
                <a:srgbClr val="0000FF"/>
              </a:solidFill>
              <a:latin typeface="Courier New" pitchFamily="49" charset="0"/>
              <a:ea typeface="MS Mincho" pitchFamily="49" charset="-128"/>
              <a:cs typeface="Courier New" pitchFamily="49" charset="0"/>
            </a:endParaRPr>
          </a:p>
          <a:p>
            <a:r>
              <a:rPr lang="fr-FR" sz="1800" b="1" dirty="0">
                <a:latin typeface="Courier New" pitchFamily="49" charset="0"/>
                <a:ea typeface="MS Mincho" pitchFamily="49" charset="-128"/>
                <a:cs typeface="Courier New" pitchFamily="49" charset="0"/>
              </a:rPr>
              <a:t>&gt;&gt;&gt; mixte</a:t>
            </a:r>
            <a:endParaRPr lang="fr-FR" sz="1600" b="1" dirty="0">
              <a:latin typeface="Courier New" pitchFamily="49" charset="0"/>
              <a:ea typeface="MS Mincho" pitchFamily="49" charset="-128"/>
              <a:cs typeface="Courier New" pitchFamily="49" charset="0"/>
            </a:endParaRPr>
          </a:p>
          <a:p>
            <a:r>
              <a:rPr lang="fr-FR" sz="1800" b="1" dirty="0">
                <a:solidFill>
                  <a:srgbClr val="0000FF"/>
                </a:solidFill>
                <a:latin typeface="Courier New" pitchFamily="49" charset="0"/>
                <a:ea typeface="MS Mincho" pitchFamily="49" charset="-128"/>
                <a:cs typeface="Courier New" pitchFamily="49" charset="0"/>
              </a:rPr>
              <a:t>['girafe', 5, 'souris', 0.15]</a:t>
            </a:r>
            <a:endParaRPr lang="fr-FR" sz="4400" b="1" dirty="0">
              <a:solidFill>
                <a:srgbClr val="0000FF"/>
              </a:solidFill>
              <a:latin typeface="Courier New" pitchFamily="49" charset="0"/>
              <a:ea typeface="MS Mincho" pitchFamily="49" charset="-128"/>
              <a:cs typeface="Courier New" pitchFamily="49" charset="0"/>
            </a:endParaRPr>
          </a:p>
        </p:txBody>
      </p:sp>
      <p:sp>
        <p:nvSpPr>
          <p:cNvPr id="11" name="Rectangle 10"/>
          <p:cNvSpPr/>
          <p:nvPr/>
        </p:nvSpPr>
        <p:spPr>
          <a:xfrm>
            <a:off x="760413" y="4143380"/>
            <a:ext cx="1382712" cy="400050"/>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fr-FR" b="1" dirty="0">
                <a:solidFill>
                  <a:srgbClr val="FF0000"/>
                </a:solidFill>
                <a:latin typeface="+mn-lt"/>
              </a:rPr>
              <a:t>Exemples</a:t>
            </a:r>
            <a:endParaRPr lang="fr-FR" dirty="0">
              <a:solidFill>
                <a:srgbClr val="FF0000"/>
              </a:solidFill>
              <a:latin typeface="+mn-lt"/>
            </a:endParaRPr>
          </a:p>
        </p:txBody>
      </p:sp>
      <p:sp>
        <p:nvSpPr>
          <p:cNvPr id="14" name="Rectangle à coins arrondis 13"/>
          <p:cNvSpPr/>
          <p:nvPr/>
        </p:nvSpPr>
        <p:spPr>
          <a:xfrm>
            <a:off x="1071563" y="2571754"/>
            <a:ext cx="6786562" cy="1357312"/>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6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maListeVide</a:t>
            </a:r>
            <a:r>
              <a:rPr lang="fr-FR" sz="1800" b="1" dirty="0">
                <a:solidFill>
                  <a:schemeClr val="tx1"/>
                </a:solidFill>
                <a:latin typeface="Courier New" pitchFamily="49" charset="0"/>
                <a:ea typeface="ＭＳ Ｐゴシック" pitchFamily="34" charset="-128"/>
                <a:cs typeface="Courier New" pitchFamily="49" charset="0"/>
              </a:rPr>
              <a:t> = []</a:t>
            </a:r>
          </a:p>
          <a:p>
            <a:pPr lvl="1" eaLnBrk="1" hangingPunct="1">
              <a:spcBef>
                <a:spcPts val="6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maListeAvecUnSeulElement</a:t>
            </a:r>
            <a:r>
              <a:rPr lang="fr-FR" sz="1800" b="1" dirty="0">
                <a:solidFill>
                  <a:schemeClr val="tx1"/>
                </a:solidFill>
                <a:latin typeface="Courier New" pitchFamily="49" charset="0"/>
                <a:ea typeface="ＭＳ Ｐゴシック" pitchFamily="34" charset="-128"/>
                <a:cs typeface="Courier New" pitchFamily="49" charset="0"/>
              </a:rPr>
              <a:t> = [</a:t>
            </a:r>
            <a:r>
              <a:rPr lang="fr-FR" sz="1800" b="1" i="1" dirty="0">
                <a:solidFill>
                  <a:srgbClr val="7F7F7F"/>
                </a:solidFill>
                <a:latin typeface="Courier New" pitchFamily="49" charset="0"/>
                <a:ea typeface="ＭＳ Ｐゴシック" pitchFamily="34" charset="-128"/>
                <a:cs typeface="Courier New" pitchFamily="49" charset="0"/>
              </a:rPr>
              <a:t>élément</a:t>
            </a:r>
            <a:r>
              <a:rPr lang="fr-FR" sz="1800" b="1" dirty="0">
                <a:solidFill>
                  <a:schemeClr val="tx1"/>
                </a:solidFill>
                <a:latin typeface="Courier New" pitchFamily="49" charset="0"/>
                <a:ea typeface="ＭＳ Ｐゴシック" pitchFamily="34" charset="-128"/>
                <a:cs typeface="Courier New" pitchFamily="49" charset="0"/>
              </a:rPr>
              <a:t>]</a:t>
            </a:r>
          </a:p>
          <a:p>
            <a:pPr lvl="1" eaLnBrk="1" hangingPunct="1">
              <a:spcBef>
                <a:spcPts val="6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maListe</a:t>
            </a:r>
            <a:r>
              <a:rPr lang="fr-FR" sz="1800" b="1" dirty="0">
                <a:solidFill>
                  <a:schemeClr val="tx1"/>
                </a:solidFill>
                <a:latin typeface="Courier New" pitchFamily="49" charset="0"/>
                <a:ea typeface="ＭＳ Ｐゴシック" pitchFamily="34" charset="-128"/>
                <a:cs typeface="Courier New" pitchFamily="49" charset="0"/>
              </a:rPr>
              <a:t> = [</a:t>
            </a:r>
            <a:r>
              <a:rPr lang="fr-FR" sz="1800" b="1" i="1" dirty="0">
                <a:solidFill>
                  <a:srgbClr val="7F7F7F"/>
                </a:solidFill>
                <a:latin typeface="Courier New" pitchFamily="49" charset="0"/>
                <a:ea typeface="ＭＳ Ｐゴシック" pitchFamily="34" charset="-128"/>
                <a:cs typeface="Courier New" pitchFamily="49" charset="0"/>
              </a:rPr>
              <a:t>élément1</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a:solidFill>
                  <a:srgbClr val="7F7F7F"/>
                </a:solidFill>
                <a:latin typeface="Courier New" pitchFamily="49" charset="0"/>
                <a:ea typeface="ＭＳ Ｐゴシック" pitchFamily="34" charset="-128"/>
                <a:cs typeface="Courier New" pitchFamily="49" charset="0"/>
              </a:rPr>
              <a:t>élément2</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err="1">
                <a:solidFill>
                  <a:srgbClr val="7F7F7F"/>
                </a:solidFill>
                <a:latin typeface="Courier New" pitchFamily="49" charset="0"/>
                <a:ea typeface="ＭＳ Ｐゴシック" pitchFamily="34" charset="-128"/>
                <a:cs typeface="Courier New" pitchFamily="49" charset="0"/>
              </a:rPr>
              <a:t>élémentN</a:t>
            </a:r>
            <a:r>
              <a:rPr lang="fr-FR" sz="1800" b="1" dirty="0">
                <a:solidFill>
                  <a:schemeClr val="tx1"/>
                </a:solidFill>
                <a:latin typeface="Courier New" pitchFamily="49" charset="0"/>
                <a:ea typeface="ＭＳ Ｐゴシック" pitchFamily="34" charset="-128"/>
                <a:cs typeface="Courier New" pitchFamily="49" charset="0"/>
              </a:rPr>
              <a:t>]</a:t>
            </a:r>
            <a:endParaRPr lang="fr-FR" b="1" dirty="0">
              <a:solidFill>
                <a:schemeClr val="tx1"/>
              </a:solidFill>
              <a:latin typeface="Courier New" pitchFamily="49" charset="0"/>
              <a:ea typeface="ＭＳ Ｐゴシック" pitchFamily="34" charset="-128"/>
              <a:cs typeface="Courier New" pitchFamily="49" charset="0"/>
            </a:endParaRPr>
          </a:p>
        </p:txBody>
      </p:sp>
      <p:sp>
        <p:nvSpPr>
          <p:cNvPr id="15" name="Rectangle 14"/>
          <p:cNvSpPr/>
          <p:nvPr/>
        </p:nvSpPr>
        <p:spPr>
          <a:xfrm>
            <a:off x="642938" y="2171704"/>
            <a:ext cx="7143750" cy="400050"/>
          </a:xfrm>
          <a:prstGeom prst="rect">
            <a:avLst/>
          </a:prstGeom>
        </p:spPr>
        <p:txBody>
          <a:bodyPr>
            <a:spAutoFit/>
          </a:bodyPr>
          <a:lstStyle/>
          <a:p>
            <a:pPr eaLnBrk="1" hangingPunct="1">
              <a:spcBef>
                <a:spcPct val="50000"/>
              </a:spcBef>
              <a:buClr>
                <a:srgbClr val="336666"/>
              </a:buClr>
              <a:buFont typeface="Arial" pitchFamily="34" charset="0"/>
              <a:buNone/>
              <a:defRPr/>
            </a:pPr>
            <a:r>
              <a:rPr lang="en-US" sz="1800" b="1" dirty="0">
                <a:solidFill>
                  <a:srgbClr val="FF0000"/>
                </a:solidFill>
                <a:latin typeface="+mn-lt"/>
                <a:ea typeface="ＭＳ Ｐゴシック" pitchFamily="34" charset="-128"/>
              </a:rPr>
              <a:t>Syntaxes de la </a:t>
            </a:r>
            <a:r>
              <a:rPr lang="en-US" sz="1800" b="1" dirty="0" err="1">
                <a:solidFill>
                  <a:srgbClr val="FF0000"/>
                </a:solidFill>
                <a:latin typeface="+mn-lt"/>
                <a:ea typeface="ＭＳ Ｐゴシック" pitchFamily="34" charset="-128"/>
              </a:rPr>
              <a:t>déclaration</a:t>
            </a:r>
            <a:r>
              <a:rPr lang="en-US" sz="1800" b="1" dirty="0">
                <a:solidFill>
                  <a:srgbClr val="FF0000"/>
                </a:solidFill>
                <a:latin typeface="+mn-lt"/>
                <a:ea typeface="ＭＳ Ｐゴシック" pitchFamily="34" charset="-128"/>
              </a:rPr>
              <a:t> </a:t>
            </a:r>
            <a:r>
              <a:rPr lang="en-US" sz="1800" b="1" dirty="0" err="1">
                <a:solidFill>
                  <a:srgbClr val="FF0000"/>
                </a:solidFill>
                <a:latin typeface="+mn-lt"/>
                <a:ea typeface="ＭＳ Ｐゴシック" pitchFamily="34" charset="-128"/>
              </a:rPr>
              <a:t>d</a:t>
            </a:r>
            <a:r>
              <a:rPr lang="en-US" altLang="fr-FR" sz="1800" b="1" dirty="0" err="1">
                <a:solidFill>
                  <a:srgbClr val="FF0000"/>
                </a:solidFill>
                <a:latin typeface="+mn-lt"/>
                <a:ea typeface="ＭＳ Ｐゴシック" pitchFamily="34" charset="-128"/>
              </a:rPr>
              <a:t>’</a:t>
            </a:r>
            <a:r>
              <a:rPr lang="en-US" sz="1800" b="1" dirty="0" err="1">
                <a:solidFill>
                  <a:srgbClr val="FF0000"/>
                </a:solidFill>
                <a:latin typeface="+mn-lt"/>
                <a:ea typeface="ＭＳ Ｐゴシック" pitchFamily="34" charset="-128"/>
              </a:rPr>
              <a:t>une</a:t>
            </a:r>
            <a:r>
              <a:rPr lang="en-US" sz="1800" b="1" dirty="0">
                <a:solidFill>
                  <a:srgbClr val="FF0000"/>
                </a:solidFill>
                <a:latin typeface="+mn-lt"/>
                <a:ea typeface="ＭＳ Ｐゴシック" pitchFamily="34" charset="-128"/>
              </a:rPr>
              <a:t> </a:t>
            </a:r>
            <a:r>
              <a:rPr lang="en-US" sz="1800" b="1" dirty="0" err="1">
                <a:solidFill>
                  <a:srgbClr val="FF0000"/>
                </a:solidFill>
                <a:latin typeface="+mn-lt"/>
                <a:ea typeface="ＭＳ Ｐゴシック" pitchFamily="34" charset="-128"/>
              </a:rPr>
              <a:t>liste</a:t>
            </a:r>
            <a:r>
              <a:rPr lang="en-US" sz="1800" b="1" dirty="0">
                <a:solidFill>
                  <a:srgbClr val="FF0000"/>
                </a:solidFill>
                <a:latin typeface="+mn-lt"/>
                <a:ea typeface="ＭＳ Ｐゴシック" pitchFamily="34" charset="-128"/>
              </a:rPr>
              <a:t> </a:t>
            </a:r>
            <a:r>
              <a:rPr lang="en-US" dirty="0">
                <a:latin typeface="+mn-lt"/>
                <a:ea typeface="ＭＳ Ｐゴシック" pitchFamily="34" charset="-128"/>
              </a:rPr>
              <a:t>:</a:t>
            </a:r>
          </a:p>
        </p:txBody>
      </p:sp>
    </p:spTree>
    <p:custDataLst>
      <p:tags r:id="rId1"/>
    </p:custDataLst>
    <p:extLst>
      <p:ext uri="{BB962C8B-B14F-4D97-AF65-F5344CB8AC3E}">
        <p14:creationId xmlns:p14="http://schemas.microsoft.com/office/powerpoint/2010/main" val="119301146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checkerboard(across)">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75784"/>
                                        </p:tgtEl>
                                        <p:attrNameLst>
                                          <p:attrName>style.visibility</p:attrName>
                                        </p:attrNameLst>
                                      </p:cBhvr>
                                      <p:to>
                                        <p:strVal val="visible"/>
                                      </p:to>
                                    </p:set>
                                    <p:animEffect transition="in" filter="checkerboard(across)">
                                      <p:cBhvr>
                                        <p:cTn id="15" dur="500"/>
                                        <p:tgtEl>
                                          <p:spTgt spid="75784"/>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checkerboard(across)">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4" grpId="0" animBg="1"/>
      <p:bldP spid="11" grpId="0"/>
      <p:bldP spid="14" grpId="0" animBg="1"/>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2595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2595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6807" name="Rectangle 6"/>
          <p:cNvSpPr>
            <a:spLocks noChangeArrowheads="1"/>
          </p:cNvSpPr>
          <p:nvPr/>
        </p:nvSpPr>
        <p:spPr bwMode="auto">
          <a:xfrm>
            <a:off x="571500" y="3743325"/>
            <a:ext cx="8215313"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defRPr/>
            </a:pPr>
            <a:r>
              <a:rPr lang="fr-FR" b="1" dirty="0">
                <a:latin typeface="+mj-lt"/>
              </a:rPr>
              <a:t>Exemple:</a:t>
            </a:r>
          </a:p>
        </p:txBody>
      </p:sp>
      <p:sp>
        <p:nvSpPr>
          <p:cNvPr id="9" name="Rectangle 8"/>
          <p:cNvSpPr/>
          <p:nvPr/>
        </p:nvSpPr>
        <p:spPr>
          <a:xfrm>
            <a:off x="500063" y="889000"/>
            <a:ext cx="1309687" cy="400050"/>
          </a:xfrm>
          <a:prstGeom prst="rect">
            <a:avLst/>
          </a:prstGeom>
        </p:spPr>
        <p:txBody>
          <a:bodyPr>
            <a:spAutoFit/>
          </a:bodyPr>
          <a:lstStyle/>
          <a:p>
            <a:pPr eaLnBrk="1" hangingPunct="1">
              <a:spcBef>
                <a:spcPct val="50000"/>
              </a:spcBef>
              <a:buClr>
                <a:srgbClr val="336666"/>
              </a:buClr>
              <a:buFont typeface="Wingdings" pitchFamily="2" charset="2"/>
              <a:buNone/>
              <a:defRPr/>
            </a:pPr>
            <a:r>
              <a:rPr lang="x-none" b="1" u="sng">
                <a:solidFill>
                  <a:srgbClr val="FF0000"/>
                </a:solidFill>
                <a:latin typeface="+mn-lt"/>
              </a:rPr>
              <a:t>Création</a:t>
            </a:r>
            <a:r>
              <a:rPr lang="fr-FR" b="1" u="sng" dirty="0">
                <a:solidFill>
                  <a:srgbClr val="FF0000"/>
                </a:solidFill>
                <a:latin typeface="+mn-lt"/>
              </a:rPr>
              <a:t>:</a:t>
            </a:r>
          </a:p>
        </p:txBody>
      </p:sp>
      <p:sp>
        <p:nvSpPr>
          <p:cNvPr id="10" name="Rectangle 2"/>
          <p:cNvSpPr>
            <a:spLocks noChangeArrowheads="1"/>
          </p:cNvSpPr>
          <p:nvPr/>
        </p:nvSpPr>
        <p:spPr bwMode="auto">
          <a:xfrm>
            <a:off x="857250" y="1285875"/>
            <a:ext cx="8215313" cy="2309813"/>
          </a:xfrm>
          <a:prstGeom prst="rect">
            <a:avLst/>
          </a:prstGeom>
          <a:solidFill>
            <a:schemeClr val="accent2">
              <a:lumMod val="40000"/>
              <a:lumOff val="60000"/>
            </a:schemeClr>
          </a:solidFill>
          <a:ln w="9525" cap="flat" cmpd="sng" algn="ctr">
            <a:noFill/>
            <a:prstDash val="solid"/>
            <a:miter lim="800000"/>
            <a:headEnd/>
            <a:tailEnd/>
          </a:ln>
          <a:effectLst/>
        </p:spPr>
        <p:txBody>
          <a:bodyPr lIns="215832" tIns="46800" rIns="90000" bIns="46800" anchor="ctr">
            <a:spAutoFit/>
          </a:bodyPr>
          <a:lstStyle/>
          <a:p>
            <a:pPr indent="215900">
              <a:spcBef>
                <a:spcPct val="50000"/>
              </a:spcBef>
              <a:buClr>
                <a:srgbClr val="336666"/>
              </a:buClr>
              <a:buFont typeface="Wingdings" pitchFamily="2" charset="2"/>
              <a:buNone/>
              <a:defRPr/>
            </a:pPr>
            <a:r>
              <a:rPr lang="fr-FR" sz="1800" b="1" dirty="0">
                <a:latin typeface="Courier New" pitchFamily="49" charset="0"/>
                <a:ea typeface="MS Mincho" pitchFamily="49" charset="-128"/>
              </a:rPr>
              <a:t>x = [ ]               </a:t>
            </a:r>
            <a:r>
              <a:rPr lang="fr-FR" sz="1800" dirty="0">
                <a:latin typeface="Courier New" pitchFamily="49" charset="0"/>
                <a:ea typeface="MS Mincho" pitchFamily="49" charset="-128"/>
              </a:rPr>
              <a:t># cr</a:t>
            </a:r>
            <a:r>
              <a:rPr lang="fr-FR" sz="1800" dirty="0">
                <a:latin typeface="Verdana"/>
                <a:ea typeface="MS Mincho" pitchFamily="49" charset="-128"/>
              </a:rPr>
              <a:t>é</a:t>
            </a:r>
            <a:r>
              <a:rPr lang="fr-FR" sz="1800" dirty="0">
                <a:latin typeface="Courier New" pitchFamily="49" charset="0"/>
                <a:ea typeface="MS Mincho" pitchFamily="49" charset="-128"/>
              </a:rPr>
              <a:t>e une liste vide</a:t>
            </a:r>
            <a:endParaRPr lang="fr-FR" sz="1800" dirty="0"/>
          </a:p>
          <a:p>
            <a:pPr indent="215900">
              <a:defRPr/>
            </a:pPr>
            <a:r>
              <a:rPr lang="fr-FR" sz="1800" b="1" dirty="0">
                <a:latin typeface="Courier New" pitchFamily="49" charset="0"/>
                <a:ea typeface="MS Mincho" pitchFamily="49" charset="-128"/>
              </a:rPr>
              <a:t>x = </a:t>
            </a:r>
            <a:r>
              <a:rPr lang="fr-FR" sz="1800" b="1" dirty="0" err="1">
                <a:latin typeface="Courier New" pitchFamily="49" charset="0"/>
                <a:ea typeface="MS Mincho" pitchFamily="49" charset="-128"/>
              </a:rPr>
              <a:t>list</a:t>
            </a:r>
            <a:r>
              <a:rPr lang="fr-FR" sz="1800" b="1" dirty="0">
                <a:latin typeface="Courier New" pitchFamily="49" charset="0"/>
                <a:ea typeface="MS Mincho" pitchFamily="49" charset="-128"/>
              </a:rPr>
              <a:t>()            </a:t>
            </a:r>
            <a:r>
              <a:rPr lang="fr-FR" sz="1800" dirty="0">
                <a:latin typeface="Courier New" pitchFamily="49" charset="0"/>
                <a:ea typeface="MS Mincho" pitchFamily="49" charset="-128"/>
              </a:rPr>
              <a:t># cr</a:t>
            </a:r>
            <a:r>
              <a:rPr lang="fr-FR" sz="1800" dirty="0">
                <a:latin typeface="Verdana"/>
                <a:ea typeface="MS Mincho" pitchFamily="49" charset="-128"/>
              </a:rPr>
              <a:t>é</a:t>
            </a:r>
            <a:r>
              <a:rPr lang="fr-FR" sz="1800" dirty="0">
                <a:latin typeface="Courier New" pitchFamily="49" charset="0"/>
                <a:ea typeface="MS Mincho" pitchFamily="49" charset="-128"/>
              </a:rPr>
              <a:t>e une liste vide</a:t>
            </a:r>
            <a:endParaRPr lang="fr-FR" sz="1800" dirty="0"/>
          </a:p>
          <a:p>
            <a:pPr marL="3411538" indent="-3195638">
              <a:defRPr/>
            </a:pPr>
            <a:r>
              <a:rPr lang="fr-FR" sz="1800" b="1" dirty="0">
                <a:latin typeface="Courier New" pitchFamily="49" charset="0"/>
                <a:ea typeface="MS Mincho" pitchFamily="49" charset="-128"/>
              </a:rPr>
              <a:t>x = [4,5]             </a:t>
            </a:r>
            <a:r>
              <a:rPr lang="fr-FR" sz="1800" dirty="0">
                <a:latin typeface="Courier New" pitchFamily="49" charset="0"/>
                <a:ea typeface="MS Mincho" pitchFamily="49" charset="-128"/>
              </a:rPr>
              <a:t># cr</a:t>
            </a:r>
            <a:r>
              <a:rPr lang="fr-FR" sz="1800" dirty="0">
                <a:latin typeface="Verdana"/>
                <a:ea typeface="MS Mincho" pitchFamily="49" charset="-128"/>
              </a:rPr>
              <a:t>é</a:t>
            </a:r>
            <a:r>
              <a:rPr lang="fr-FR" sz="1800" dirty="0">
                <a:latin typeface="Courier New" pitchFamily="49" charset="0"/>
                <a:ea typeface="MS Mincho" pitchFamily="49" charset="-128"/>
              </a:rPr>
              <a:t>ation d</a:t>
            </a:r>
            <a:r>
              <a:rPr lang="fr-FR" sz="1800" dirty="0">
                <a:latin typeface="Verdana"/>
                <a:ea typeface="MS Mincho" pitchFamily="49" charset="-128"/>
              </a:rPr>
              <a:t>’</a:t>
            </a:r>
            <a:r>
              <a:rPr lang="fr-FR" sz="1800" dirty="0">
                <a:latin typeface="Courier New" pitchFamily="49" charset="0"/>
                <a:ea typeface="MS Mincho" pitchFamily="49" charset="-128"/>
              </a:rPr>
              <a:t>une liste compos</a:t>
            </a:r>
            <a:r>
              <a:rPr lang="fr-FR" sz="1800" dirty="0">
                <a:latin typeface="Verdana"/>
                <a:ea typeface="MS Mincho" pitchFamily="49" charset="-128"/>
              </a:rPr>
              <a:t>é</a:t>
            </a:r>
            <a:r>
              <a:rPr lang="fr-FR" sz="1800" dirty="0">
                <a:latin typeface="Courier New" pitchFamily="49" charset="0"/>
                <a:ea typeface="MS Mincho" pitchFamily="49" charset="-128"/>
              </a:rPr>
              <a:t>e de deux entiers</a:t>
            </a:r>
            <a:endParaRPr lang="fr-FR" sz="1800" dirty="0"/>
          </a:p>
          <a:p>
            <a:pPr marL="3494088" indent="-3278188">
              <a:buFont typeface="Wingdings" pitchFamily="2" charset="2"/>
              <a:buNone/>
              <a:defRPr/>
            </a:pPr>
            <a:r>
              <a:rPr lang="fr-FR" sz="1800" b="1" dirty="0">
                <a:latin typeface="Courier New" pitchFamily="49" charset="0"/>
                <a:ea typeface="MS Mincho" pitchFamily="49" charset="-128"/>
              </a:rPr>
              <a:t>x = ["un",1,"deux",2] </a:t>
            </a:r>
            <a:r>
              <a:rPr lang="fr-FR" sz="1800" dirty="0">
                <a:latin typeface="Courier New" pitchFamily="49" charset="0"/>
                <a:ea typeface="MS Mincho" pitchFamily="49" charset="-128"/>
              </a:rPr>
              <a:t># cr</a:t>
            </a:r>
            <a:r>
              <a:rPr lang="fr-FR" sz="1800" dirty="0">
                <a:latin typeface="Verdana"/>
                <a:ea typeface="MS Mincho" pitchFamily="49" charset="-128"/>
              </a:rPr>
              <a:t>é</a:t>
            </a:r>
            <a:r>
              <a:rPr lang="fr-FR" sz="1800" dirty="0">
                <a:latin typeface="Courier New" pitchFamily="49" charset="0"/>
                <a:ea typeface="MS Mincho" pitchFamily="49" charset="-128"/>
              </a:rPr>
              <a:t>ation d</a:t>
            </a:r>
            <a:r>
              <a:rPr lang="fr-FR" sz="1800" dirty="0">
                <a:latin typeface="Verdana"/>
                <a:ea typeface="MS Mincho" pitchFamily="49" charset="-128"/>
              </a:rPr>
              <a:t>’</a:t>
            </a:r>
            <a:r>
              <a:rPr lang="fr-FR" sz="1800" dirty="0">
                <a:latin typeface="Courier New" pitchFamily="49" charset="0"/>
                <a:ea typeface="MS Mincho" pitchFamily="49" charset="-128"/>
              </a:rPr>
              <a:t>une liste compos</a:t>
            </a:r>
            <a:r>
              <a:rPr lang="fr-FR" sz="1800" dirty="0">
                <a:latin typeface="Verdana"/>
                <a:ea typeface="MS Mincho" pitchFamily="49" charset="-128"/>
              </a:rPr>
              <a:t>é</a:t>
            </a:r>
            <a:r>
              <a:rPr lang="fr-FR" sz="1800" dirty="0">
                <a:latin typeface="Courier New" pitchFamily="49" charset="0"/>
                <a:ea typeface="MS Mincho" pitchFamily="49" charset="-128"/>
              </a:rPr>
              <a:t>e de 2 cha</a:t>
            </a:r>
            <a:r>
              <a:rPr lang="fr-FR" sz="1800" dirty="0">
                <a:latin typeface="Verdana"/>
                <a:ea typeface="MS Mincho" pitchFamily="49" charset="-128"/>
              </a:rPr>
              <a:t>î</a:t>
            </a:r>
            <a:r>
              <a:rPr lang="fr-FR" sz="1800" dirty="0">
                <a:latin typeface="Courier New" pitchFamily="49" charset="0"/>
                <a:ea typeface="MS Mincho" pitchFamily="49" charset="-128"/>
              </a:rPr>
              <a:t>nes de caract</a:t>
            </a:r>
            <a:r>
              <a:rPr lang="fr-FR" sz="1800" dirty="0">
                <a:latin typeface="Verdana"/>
                <a:ea typeface="MS Mincho" pitchFamily="49" charset="-128"/>
              </a:rPr>
              <a:t>è</a:t>
            </a:r>
            <a:r>
              <a:rPr lang="fr-FR" sz="1800" dirty="0">
                <a:latin typeface="Courier New" pitchFamily="49" charset="0"/>
                <a:ea typeface="MS Mincho" pitchFamily="49" charset="-128"/>
              </a:rPr>
              <a:t>res et de deux entiers, l’ordre d’écriture est important</a:t>
            </a:r>
          </a:p>
        </p:txBody>
      </p:sp>
      <p:sp>
        <p:nvSpPr>
          <p:cNvPr id="11" name="Rectangle à coins arrondis 10"/>
          <p:cNvSpPr/>
          <p:nvPr/>
        </p:nvSpPr>
        <p:spPr>
          <a:xfrm>
            <a:off x="1000125" y="4071938"/>
            <a:ext cx="7786688" cy="2671762"/>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chemeClr val="tx1"/>
                </a:solidFill>
                <a:latin typeface="Courier New" pitchFamily="49" charset="0"/>
                <a:cs typeface="Courier New" pitchFamily="49" charset="0"/>
              </a:rPr>
              <a:t> maListe = [</a:t>
            </a:r>
            <a:r>
              <a:rPr lang="fr-FR" sz="1800" b="1" dirty="0">
                <a:solidFill>
                  <a:srgbClr val="3366FF"/>
                </a:solidFill>
                <a:latin typeface="Courier New" pitchFamily="49" charset="0"/>
                <a:cs typeface="Courier New" pitchFamily="49" charset="0"/>
              </a:rPr>
              <a:t>2</a:t>
            </a:r>
            <a:r>
              <a:rPr lang="fr-FR" sz="1800" b="1" dirty="0">
                <a:solidFill>
                  <a:schemeClr val="tx1"/>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3</a:t>
            </a:r>
            <a:r>
              <a:rPr lang="fr-FR" sz="1800" b="1" dirty="0">
                <a:solidFill>
                  <a:schemeClr val="tx1"/>
                </a:solidFill>
                <a:latin typeface="Courier New" pitchFamily="49" charset="0"/>
                <a:cs typeface="Courier New" pitchFamily="49" charset="0"/>
              </a:rPr>
              <a:t>, [</a:t>
            </a:r>
            <a:r>
              <a:rPr lang="fr-FR" sz="1800" b="1" dirty="0">
                <a:solidFill>
                  <a:srgbClr val="008000"/>
                </a:solidFill>
                <a:latin typeface="Courier New" pitchFamily="49" charset="0"/>
                <a:cs typeface="Courier New" pitchFamily="49" charset="0"/>
              </a:rPr>
              <a:t>'xox'</a:t>
            </a:r>
            <a:r>
              <a:rPr lang="fr-FR" sz="1800" b="1" dirty="0">
                <a:solidFill>
                  <a:schemeClr val="tx1"/>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69</a:t>
            </a:r>
            <a:r>
              <a:rPr lang="fr-FR" sz="1800" b="1" dirty="0">
                <a:solidFill>
                  <a:schemeClr val="tx1"/>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11</a:t>
            </a:r>
            <a:r>
              <a:rPr lang="fr-FR" sz="1800" b="1" dirty="0">
                <a:solidFill>
                  <a:schemeClr val="tx1"/>
                </a:solidFill>
                <a:latin typeface="Courier New" pitchFamily="49" charset="0"/>
                <a:cs typeface="Courier New" pitchFamily="49" charset="0"/>
              </a:rPr>
              <a:t>]</a:t>
            </a:r>
          </a:p>
          <a:p>
            <a:pPr lvl="1" eaLnBrk="1" hangingPunct="1">
              <a:spcBef>
                <a:spcPct val="5000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 </a:t>
            </a:r>
            <a:r>
              <a:rPr lang="fr-FR" sz="1800" b="1" dirty="0" err="1">
                <a:solidFill>
                  <a:srgbClr val="3366FF"/>
                </a:solidFill>
                <a:latin typeface="Courier New" pitchFamily="49" charset="0"/>
                <a:cs typeface="Courier New" pitchFamily="49" charset="0"/>
              </a:rPr>
              <a:t>print</a:t>
            </a:r>
            <a:r>
              <a:rPr lang="fr-FR" sz="1800" b="1" dirty="0">
                <a:solidFill>
                  <a:schemeClr val="tx1"/>
                </a:solidFill>
                <a:latin typeface="Courier New" pitchFamily="49" charset="0"/>
                <a:cs typeface="Courier New" pitchFamily="49" charset="0"/>
              </a:rPr>
              <a:t>(</a:t>
            </a:r>
            <a:r>
              <a:rPr lang="fr-FR" sz="1800" b="1" dirty="0" err="1">
                <a:solidFill>
                  <a:schemeClr val="tx1"/>
                </a:solidFill>
                <a:latin typeface="Courier New" pitchFamily="49" charset="0"/>
                <a:cs typeface="Courier New" pitchFamily="49" charset="0"/>
              </a:rPr>
              <a:t>maListe</a:t>
            </a:r>
            <a:r>
              <a:rPr lang="fr-FR" sz="1800" b="1" dirty="0">
                <a:solidFill>
                  <a:schemeClr val="tx1"/>
                </a:solidFill>
                <a:latin typeface="Courier New" pitchFamily="49" charset="0"/>
                <a:cs typeface="Courier New" pitchFamily="49" charset="0"/>
              </a:rPr>
              <a:t>)     </a:t>
            </a:r>
            <a:r>
              <a:rPr lang="fr-FR" sz="1800" b="1" dirty="0">
                <a:solidFill>
                  <a:schemeClr val="tx1"/>
                </a:solidFill>
                <a:latin typeface="Courier New" pitchFamily="49" charset="0"/>
                <a:cs typeface="Courier New" pitchFamily="49" charset="0"/>
                <a:sym typeface="Wingdings" pitchFamily="2" charset="2"/>
              </a:rPr>
              <a:t> </a:t>
            </a:r>
            <a:r>
              <a:rPr lang="fr-FR" sz="1800" b="1" dirty="0">
                <a:solidFill>
                  <a:srgbClr val="000000"/>
                </a:solidFill>
                <a:latin typeface="Courier New" pitchFamily="49" charset="0"/>
                <a:cs typeface="Courier New" pitchFamily="49" charset="0"/>
              </a:rPr>
              <a:t>[2, -3, ['xox', 69], 11]</a:t>
            </a:r>
          </a:p>
          <a:p>
            <a:pPr lvl="1" eaLnBrk="1" hangingPunct="1">
              <a:spcBef>
                <a:spcPct val="5000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chemeClr val="tx1"/>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print</a:t>
            </a:r>
            <a:r>
              <a:rPr lang="fr-FR" sz="1800" b="1" dirty="0">
                <a:solidFill>
                  <a:schemeClr val="tx1"/>
                </a:solidFill>
                <a:latin typeface="Courier New" pitchFamily="49" charset="0"/>
                <a:cs typeface="Courier New" pitchFamily="49" charset="0"/>
              </a:rPr>
              <a:t>(maListe[-</a:t>
            </a:r>
            <a:r>
              <a:rPr lang="fr-FR" sz="1800" b="1" dirty="0">
                <a:solidFill>
                  <a:srgbClr val="3366FF"/>
                </a:solidFill>
                <a:latin typeface="Courier New" pitchFamily="49" charset="0"/>
                <a:cs typeface="Courier New" pitchFamily="49" charset="0"/>
              </a:rPr>
              <a:t>1</a:t>
            </a:r>
            <a:r>
              <a:rPr lang="fr-FR" sz="1800" b="1" dirty="0">
                <a:solidFill>
                  <a:schemeClr val="tx1"/>
                </a:solidFill>
                <a:latin typeface="Courier New" pitchFamily="49" charset="0"/>
                <a:cs typeface="Courier New" pitchFamily="49" charset="0"/>
              </a:rPr>
              <a:t>])     </a:t>
            </a:r>
            <a:r>
              <a:rPr lang="fr-FR" sz="1800" b="1" dirty="0">
                <a:solidFill>
                  <a:schemeClr val="tx1"/>
                </a:solidFill>
                <a:latin typeface="Courier New" pitchFamily="49" charset="0"/>
                <a:cs typeface="Courier New" pitchFamily="49" charset="0"/>
                <a:sym typeface="Wingdings" pitchFamily="2" charset="2"/>
              </a:rPr>
              <a:t>    </a:t>
            </a:r>
            <a:r>
              <a:rPr lang="fr-FR" sz="1800" b="1" dirty="0">
                <a:solidFill>
                  <a:srgbClr val="000000"/>
                </a:solidFill>
                <a:latin typeface="Courier New" pitchFamily="49" charset="0"/>
                <a:cs typeface="Courier New" pitchFamily="49" charset="0"/>
              </a:rPr>
              <a:t>11</a:t>
            </a:r>
          </a:p>
          <a:p>
            <a:pPr lvl="1" eaLnBrk="1" hangingPunct="1">
              <a:spcBef>
                <a:spcPct val="5000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chemeClr val="tx1"/>
                </a:solidFill>
                <a:latin typeface="Courier New" pitchFamily="49" charset="0"/>
                <a:cs typeface="Courier New" pitchFamily="49" charset="0"/>
              </a:rPr>
              <a:t> maListe[</a:t>
            </a:r>
            <a:r>
              <a:rPr lang="fr-FR" sz="1800" b="1" dirty="0">
                <a:solidFill>
                  <a:srgbClr val="3366FF"/>
                </a:solidFill>
                <a:latin typeface="Courier New" pitchFamily="49" charset="0"/>
                <a:cs typeface="Courier New" pitchFamily="49" charset="0"/>
              </a:rPr>
              <a:t>1</a:t>
            </a:r>
            <a:r>
              <a:rPr lang="fr-FR" sz="1800" b="1" dirty="0">
                <a:solidFill>
                  <a:schemeClr val="tx1"/>
                </a:solidFill>
                <a:latin typeface="Courier New" pitchFamily="49" charset="0"/>
                <a:cs typeface="Courier New" pitchFamily="49" charset="0"/>
              </a:rPr>
              <a:t>] = </a:t>
            </a:r>
            <a:r>
              <a:rPr lang="fr-FR" sz="1800" b="1" dirty="0">
                <a:solidFill>
                  <a:srgbClr val="3366FF"/>
                </a:solidFill>
                <a:latin typeface="Courier New" pitchFamily="49" charset="0"/>
                <a:cs typeface="Courier New" pitchFamily="49" charset="0"/>
              </a:rPr>
              <a:t>666</a:t>
            </a:r>
          </a:p>
          <a:p>
            <a:pPr lvl="1" eaLnBrk="1" hangingPunct="1">
              <a:spcBef>
                <a:spcPct val="5000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chemeClr val="tx1"/>
                </a:solidFill>
                <a:latin typeface="Courier New" pitchFamily="49" charset="0"/>
                <a:cs typeface="Courier New" pitchFamily="49" charset="0"/>
              </a:rPr>
              <a:t> </a:t>
            </a:r>
            <a:r>
              <a:rPr lang="fr-FR" sz="1800" b="1" dirty="0" err="1">
                <a:solidFill>
                  <a:srgbClr val="3366FF"/>
                </a:solidFill>
                <a:latin typeface="Courier New" pitchFamily="49" charset="0"/>
                <a:cs typeface="Courier New" pitchFamily="49" charset="0"/>
              </a:rPr>
              <a:t>print</a:t>
            </a:r>
            <a:r>
              <a:rPr lang="fr-FR" sz="1800" b="1" dirty="0">
                <a:solidFill>
                  <a:schemeClr val="tx1"/>
                </a:solidFill>
                <a:latin typeface="Courier New" pitchFamily="49" charset="0"/>
                <a:cs typeface="Courier New" pitchFamily="49" charset="0"/>
              </a:rPr>
              <a:t>(</a:t>
            </a:r>
            <a:r>
              <a:rPr lang="fr-FR" sz="1800" b="1" dirty="0" err="1">
                <a:solidFill>
                  <a:schemeClr val="tx1"/>
                </a:solidFill>
                <a:latin typeface="Courier New" pitchFamily="49" charset="0"/>
                <a:cs typeface="Courier New" pitchFamily="49" charset="0"/>
              </a:rPr>
              <a:t>maListe</a:t>
            </a:r>
            <a:r>
              <a:rPr lang="fr-FR" sz="1800" b="1" dirty="0">
                <a:solidFill>
                  <a:schemeClr val="tx1"/>
                </a:solidFill>
                <a:latin typeface="Courier New" pitchFamily="49" charset="0"/>
                <a:cs typeface="Courier New" pitchFamily="49" charset="0"/>
              </a:rPr>
              <a:t>[</a:t>
            </a:r>
            <a:r>
              <a:rPr lang="fr-FR" sz="1800" b="1" dirty="0">
                <a:solidFill>
                  <a:srgbClr val="3366FF"/>
                </a:solidFill>
                <a:latin typeface="Courier New" pitchFamily="49" charset="0"/>
                <a:cs typeface="Courier New" pitchFamily="49" charset="0"/>
              </a:rPr>
              <a:t>1</a:t>
            </a:r>
            <a:r>
              <a:rPr lang="fr-FR" sz="1800" b="1" dirty="0">
                <a:solidFill>
                  <a:schemeClr val="tx1"/>
                </a:solidFill>
                <a:latin typeface="Courier New" pitchFamily="49" charset="0"/>
                <a:cs typeface="Courier New" pitchFamily="49" charset="0"/>
              </a:rPr>
              <a:t>])       </a:t>
            </a:r>
            <a:r>
              <a:rPr lang="fr-FR" sz="1800" b="1" dirty="0">
                <a:solidFill>
                  <a:schemeClr val="tx1"/>
                </a:solidFill>
                <a:latin typeface="Courier New" pitchFamily="49" charset="0"/>
                <a:cs typeface="Courier New" pitchFamily="49" charset="0"/>
                <a:sym typeface="Wingdings" pitchFamily="2" charset="2"/>
              </a:rPr>
              <a:t>    </a:t>
            </a:r>
            <a:r>
              <a:rPr lang="fr-FR" sz="1800" b="1" dirty="0">
                <a:solidFill>
                  <a:srgbClr val="000000"/>
                </a:solidFill>
                <a:latin typeface="Courier New" pitchFamily="49" charset="0"/>
                <a:cs typeface="Courier New" pitchFamily="49" charset="0"/>
              </a:rPr>
              <a:t>666</a:t>
            </a:r>
          </a:p>
          <a:p>
            <a:pPr lvl="1" eaLnBrk="1" hangingPunct="1">
              <a:spcBef>
                <a:spcPct val="50000"/>
              </a:spcBef>
              <a:buClr>
                <a:srgbClr val="336666"/>
              </a:buClr>
              <a:buFont typeface="Wingdings" pitchFamily="2" charset="2"/>
              <a:buNone/>
              <a:defRPr/>
            </a:pPr>
            <a:r>
              <a:rPr lang="en-US" sz="1800" b="1" dirty="0">
                <a:solidFill>
                  <a:srgbClr val="008000"/>
                </a:solidFill>
                <a:latin typeface="Courier New" pitchFamily="49" charset="0"/>
                <a:cs typeface="Courier New" pitchFamily="49" charset="0"/>
              </a:rPr>
              <a:t>&gt;&gt;&gt;</a:t>
            </a:r>
            <a:r>
              <a:rPr lang="en-US" sz="1800" b="1" dirty="0">
                <a:solidFill>
                  <a:srgbClr val="3366FF"/>
                </a:solidFill>
                <a:latin typeface="Courier New" pitchFamily="49" charset="0"/>
                <a:cs typeface="Courier New" pitchFamily="49" charset="0"/>
              </a:rPr>
              <a:t> print</a:t>
            </a:r>
            <a:r>
              <a:rPr lang="en-US" sz="1800" b="1" dirty="0">
                <a:solidFill>
                  <a:schemeClr val="tx1"/>
                </a:solidFill>
                <a:latin typeface="Courier New" pitchFamily="49" charset="0"/>
                <a:cs typeface="Courier New" pitchFamily="49" charset="0"/>
              </a:rPr>
              <a:t>(maListe[</a:t>
            </a:r>
            <a:r>
              <a:rPr lang="en-US" sz="1800" b="1" dirty="0">
                <a:solidFill>
                  <a:srgbClr val="3366FF"/>
                </a:solidFill>
                <a:latin typeface="Courier New" pitchFamily="49" charset="0"/>
                <a:cs typeface="Courier New" pitchFamily="49" charset="0"/>
              </a:rPr>
              <a:t>2</a:t>
            </a:r>
            <a:r>
              <a:rPr lang="en-US" sz="1800" b="1" dirty="0">
                <a:solidFill>
                  <a:schemeClr val="tx1"/>
                </a:solidFill>
                <a:latin typeface="Courier New" pitchFamily="49" charset="0"/>
                <a:cs typeface="Courier New" pitchFamily="49" charset="0"/>
              </a:rPr>
              <a:t>][</a:t>
            </a:r>
            <a:r>
              <a:rPr lang="en-US" sz="1800" b="1" dirty="0">
                <a:solidFill>
                  <a:srgbClr val="3366FF"/>
                </a:solidFill>
                <a:latin typeface="Courier New" pitchFamily="49" charset="0"/>
                <a:cs typeface="Courier New" pitchFamily="49" charset="0"/>
              </a:rPr>
              <a:t>0</a:t>
            </a:r>
            <a:r>
              <a:rPr lang="en-US" sz="1800" b="1" dirty="0">
                <a:solidFill>
                  <a:schemeClr val="tx1"/>
                </a:solidFill>
                <a:latin typeface="Courier New" pitchFamily="49" charset="0"/>
                <a:cs typeface="Courier New" pitchFamily="49" charset="0"/>
              </a:rPr>
              <a:t>][</a:t>
            </a:r>
            <a:r>
              <a:rPr lang="en-US" sz="1800" b="1" dirty="0">
                <a:solidFill>
                  <a:srgbClr val="3366FF"/>
                </a:solidFill>
                <a:latin typeface="Courier New" pitchFamily="49" charset="0"/>
                <a:cs typeface="Courier New" pitchFamily="49" charset="0"/>
              </a:rPr>
              <a:t>1</a:t>
            </a:r>
            <a:r>
              <a:rPr lang="en-US" sz="1800" b="1" dirty="0">
                <a:solidFill>
                  <a:schemeClr val="tx1"/>
                </a:solidFill>
                <a:latin typeface="Courier New" pitchFamily="49" charset="0"/>
                <a:cs typeface="Courier New" pitchFamily="49" charset="0"/>
              </a:rPr>
              <a:t>])   </a:t>
            </a:r>
            <a:r>
              <a:rPr lang="en-US" sz="1800" b="1" dirty="0">
                <a:solidFill>
                  <a:schemeClr val="tx1"/>
                </a:solidFill>
                <a:latin typeface="Courier New" pitchFamily="49" charset="0"/>
                <a:cs typeface="Courier New" pitchFamily="49" charset="0"/>
                <a:sym typeface="Wingdings" pitchFamily="2" charset="2"/>
              </a:rPr>
              <a:t>    </a:t>
            </a:r>
            <a:r>
              <a:rPr lang="en-US" sz="1800" b="1" dirty="0">
                <a:solidFill>
                  <a:schemeClr val="tx1"/>
                </a:solidFill>
                <a:latin typeface="Courier New" pitchFamily="49" charset="0"/>
                <a:cs typeface="Courier New" pitchFamily="49" charset="0"/>
              </a:rPr>
              <a:t>o</a:t>
            </a:r>
            <a:endParaRPr lang="fr-FR" sz="1800" b="1" dirty="0">
              <a:solidFill>
                <a:schemeClr val="tx1"/>
              </a:solidFill>
              <a:latin typeface="Courier New" pitchFamily="49" charset="0"/>
              <a:cs typeface="Courier New" pitchFamily="49" charset="0"/>
            </a:endParaRPr>
          </a:p>
        </p:txBody>
      </p:sp>
    </p:spTree>
    <p:custDataLst>
      <p:tags r:id="rId1"/>
    </p:custDataLst>
    <p:extLst>
      <p:ext uri="{BB962C8B-B14F-4D97-AF65-F5344CB8AC3E}">
        <p14:creationId xmlns:p14="http://schemas.microsoft.com/office/powerpoint/2010/main" val="240284509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heckerboard(across)">
                                      <p:cBhvr>
                                        <p:cTn id="10" dur="500"/>
                                        <p:tgtEl>
                                          <p:spTgt spid="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checkerboard(across)">
                                      <p:cBhvr>
                                        <p:cTn id="15" dur="500"/>
                                        <p:tgtEl>
                                          <p:spTgt spid="11"/>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76807"/>
                                        </p:tgtEl>
                                        <p:attrNameLst>
                                          <p:attrName>style.visibility</p:attrName>
                                        </p:attrNameLst>
                                      </p:cBhvr>
                                      <p:to>
                                        <p:strVal val="visible"/>
                                      </p:to>
                                    </p:set>
                                    <p:animEffect transition="in" filter="checkerboard(across)">
                                      <p:cBhvr>
                                        <p:cTn id="18" dur="500"/>
                                        <p:tgtEl>
                                          <p:spTgt spid="76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7" grpId="0"/>
      <p:bldP spid="9" grpId="0"/>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269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269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2" name="Rectangle 11"/>
          <p:cNvSpPr/>
          <p:nvPr/>
        </p:nvSpPr>
        <p:spPr>
          <a:xfrm>
            <a:off x="642938" y="1214438"/>
            <a:ext cx="7429500" cy="400050"/>
          </a:xfrm>
          <a:prstGeom prst="rect">
            <a:avLst/>
          </a:prstGeom>
        </p:spPr>
        <p:txBody>
          <a:bodyPr>
            <a:spAutoFit/>
          </a:bodyPr>
          <a:lstStyle/>
          <a:p>
            <a:pPr eaLnBrk="1" hangingPunct="1">
              <a:spcBef>
                <a:spcPct val="50000"/>
              </a:spcBef>
              <a:buClr>
                <a:srgbClr val="336666"/>
              </a:buClr>
              <a:buFont typeface="Arial" pitchFamily="34" charset="0"/>
              <a:buNone/>
              <a:defRPr/>
            </a:pPr>
            <a:r>
              <a:rPr lang="en-US" b="1" dirty="0">
                <a:solidFill>
                  <a:srgbClr val="FF0000"/>
                </a:solidFill>
                <a:latin typeface="+mn-lt"/>
                <a:ea typeface="ＭＳ Ｐゴシック" pitchFamily="34" charset="-128"/>
              </a:rPr>
              <a:t>Un petit </a:t>
            </a:r>
            <a:r>
              <a:rPr lang="en-US" b="1" dirty="0" err="1">
                <a:solidFill>
                  <a:srgbClr val="FF0000"/>
                </a:solidFill>
                <a:latin typeface="+mn-lt"/>
                <a:ea typeface="ＭＳ Ｐゴシック" pitchFamily="34" charset="-128"/>
              </a:rPr>
              <a:t>dessin</a:t>
            </a:r>
            <a:r>
              <a:rPr lang="en-US" b="1" dirty="0">
                <a:solidFill>
                  <a:srgbClr val="FF0000"/>
                </a:solidFill>
                <a:latin typeface="+mn-lt"/>
                <a:ea typeface="ＭＳ Ｐゴシック" pitchFamily="34" charset="-128"/>
              </a:rPr>
              <a:t> de la </a:t>
            </a:r>
            <a:r>
              <a:rPr lang="en-US" b="1" dirty="0" err="1">
                <a:solidFill>
                  <a:srgbClr val="FF0000"/>
                </a:solidFill>
                <a:latin typeface="+mn-lt"/>
                <a:ea typeface="ＭＳ Ｐゴシック" pitchFamily="34" charset="-128"/>
              </a:rPr>
              <a:t>liste</a:t>
            </a:r>
            <a:r>
              <a:rPr lang="en-US" b="1" dirty="0">
                <a:solidFill>
                  <a:srgbClr val="FF0000"/>
                </a:solidFill>
                <a:latin typeface="+mn-lt"/>
                <a:ea typeface="ＭＳ Ｐゴシック" pitchFamily="34" charset="-128"/>
              </a:rPr>
              <a:t> </a:t>
            </a:r>
            <a:r>
              <a:rPr lang="en-US" b="1" dirty="0" err="1">
                <a:solidFill>
                  <a:srgbClr val="FF0000"/>
                </a:solidFill>
                <a:latin typeface="+mn-lt"/>
                <a:ea typeface="ＭＳ Ｐゴシック" pitchFamily="34" charset="-128"/>
              </a:rPr>
              <a:t>précédente</a:t>
            </a:r>
            <a:r>
              <a:rPr lang="en-US" b="1" dirty="0">
                <a:solidFill>
                  <a:srgbClr val="FF0000"/>
                </a:solidFill>
                <a:latin typeface="+mn-lt"/>
                <a:ea typeface="ＭＳ Ｐゴシック" pitchFamily="34" charset="-128"/>
              </a:rPr>
              <a:t> pour fixer les </a:t>
            </a:r>
            <a:r>
              <a:rPr lang="en-US" b="1" dirty="0" err="1">
                <a:solidFill>
                  <a:srgbClr val="FF0000"/>
                </a:solidFill>
                <a:latin typeface="+mn-lt"/>
                <a:ea typeface="ＭＳ Ｐゴシック" pitchFamily="34" charset="-128"/>
              </a:rPr>
              <a:t>idées</a:t>
            </a:r>
            <a:r>
              <a:rPr lang="en-US" b="1" dirty="0">
                <a:solidFill>
                  <a:srgbClr val="FF0000"/>
                </a:solidFill>
                <a:latin typeface="+mn-lt"/>
                <a:ea typeface="ＭＳ Ｐゴシック" pitchFamily="34" charset="-128"/>
              </a:rPr>
              <a:t> </a:t>
            </a:r>
            <a:r>
              <a:rPr lang="en-US" b="1" dirty="0">
                <a:solidFill>
                  <a:srgbClr val="0000FF"/>
                </a:solidFill>
                <a:latin typeface="+mn-lt"/>
                <a:ea typeface="ＭＳ Ｐゴシック" pitchFamily="34" charset="-128"/>
              </a:rPr>
              <a:t>:</a:t>
            </a:r>
          </a:p>
        </p:txBody>
      </p:sp>
      <p:graphicFrame>
        <p:nvGraphicFramePr>
          <p:cNvPr id="45" name="Tableau 44"/>
          <p:cNvGraphicFramePr>
            <a:graphicFrameLocks noGrp="1"/>
          </p:cNvGraphicFramePr>
          <p:nvPr/>
        </p:nvGraphicFramePr>
        <p:xfrm>
          <a:off x="523875" y="2259013"/>
          <a:ext cx="719138" cy="720725"/>
        </p:xfrm>
        <a:graphic>
          <a:graphicData uri="http://schemas.openxmlformats.org/drawingml/2006/table">
            <a:tbl>
              <a:tblPr firstRow="1" bandRow="1">
                <a:tableStyleId>{69012ECD-51FC-41F1-AA8D-1B2483CD663E}</a:tableStyleId>
              </a:tblPr>
              <a:tblGrid>
                <a:gridCol w="719138"/>
              </a:tblGrid>
              <a:tr h="720725">
                <a:tc>
                  <a:txBody>
                    <a:bodyPr/>
                    <a:lstStyle/>
                    <a:p>
                      <a:pPr algn="ctr">
                        <a:lnSpc>
                          <a:spcPct val="150000"/>
                        </a:lnSpc>
                      </a:pPr>
                      <a:r>
                        <a:rPr lang="fr-FR" sz="1800" dirty="0"/>
                        <a:t>2</a:t>
                      </a:r>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75000"/>
                      </a:schemeClr>
                    </a:solidFill>
                  </a:tcPr>
                </a:tc>
              </a:tr>
            </a:tbl>
          </a:graphicData>
        </a:graphic>
      </p:graphicFrame>
      <p:graphicFrame>
        <p:nvGraphicFramePr>
          <p:cNvPr id="46" name="Tableau 45"/>
          <p:cNvGraphicFramePr>
            <a:graphicFrameLocks noGrp="1"/>
          </p:cNvGraphicFramePr>
          <p:nvPr/>
        </p:nvGraphicFramePr>
        <p:xfrm>
          <a:off x="1700213" y="2276475"/>
          <a:ext cx="719137" cy="720725"/>
        </p:xfrm>
        <a:graphic>
          <a:graphicData uri="http://schemas.openxmlformats.org/drawingml/2006/table">
            <a:tbl>
              <a:tblPr firstRow="1" bandRow="1">
                <a:tableStyleId>{69012ECD-51FC-41F1-AA8D-1B2483CD663E}</a:tableStyleId>
              </a:tblPr>
              <a:tblGrid>
                <a:gridCol w="719137"/>
              </a:tblGrid>
              <a:tr h="720725">
                <a:tc>
                  <a:txBody>
                    <a:bodyPr/>
                    <a:lstStyle/>
                    <a:p>
                      <a:pPr algn="ctr">
                        <a:lnSpc>
                          <a:spcPct val="150000"/>
                        </a:lnSpc>
                      </a:pPr>
                      <a:r>
                        <a:rPr lang="fr-FR" sz="1800" dirty="0"/>
                        <a:t>-3</a:t>
                      </a:r>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75000"/>
                      </a:schemeClr>
                    </a:solidFill>
                  </a:tcPr>
                </a:tc>
              </a:tr>
            </a:tbl>
          </a:graphicData>
        </a:graphic>
      </p:graphicFrame>
      <p:graphicFrame>
        <p:nvGraphicFramePr>
          <p:cNvPr id="47" name="Tableau 46"/>
          <p:cNvGraphicFramePr>
            <a:graphicFrameLocks noGrp="1"/>
          </p:cNvGraphicFramePr>
          <p:nvPr/>
        </p:nvGraphicFramePr>
        <p:xfrm>
          <a:off x="2851150" y="2276475"/>
          <a:ext cx="1368425" cy="720725"/>
        </p:xfrm>
        <a:graphic>
          <a:graphicData uri="http://schemas.openxmlformats.org/drawingml/2006/table">
            <a:tbl>
              <a:tblPr/>
              <a:tblGrid>
                <a:gridCol w="1368425"/>
              </a:tblGrid>
              <a:tr h="720725">
                <a:tc>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1800" b="1" i="0" u="none" strike="noStrike" cap="none" normalizeH="0" baseline="0" dirty="0" smtClean="0">
                          <a:ln>
                            <a:noFill/>
                          </a:ln>
                          <a:solidFill>
                            <a:schemeClr val="bg1"/>
                          </a:solidFill>
                          <a:effectLst/>
                          <a:latin typeface="Calibri" pitchFamily="34" charset="0"/>
                          <a:ea typeface="ＭＳ Ｐゴシック" pitchFamily="34" charset="-128"/>
                        </a:rPr>
                        <a:t>[</a:t>
                      </a:r>
                      <a:r>
                        <a:rPr kumimoji="0" lang="fr-FR" altLang="fr-FR" sz="1800" b="1" i="0" u="none" strike="noStrike" cap="none" normalizeH="0" baseline="0" dirty="0" smtClean="0">
                          <a:ln>
                            <a:noFill/>
                          </a:ln>
                          <a:solidFill>
                            <a:schemeClr val="bg1"/>
                          </a:solidFill>
                          <a:effectLst/>
                          <a:latin typeface="Calibri" pitchFamily="34" charset="0"/>
                          <a:ea typeface="ＭＳ Ｐゴシック" pitchFamily="34" charset="-128"/>
                        </a:rPr>
                        <a:t>‘</a:t>
                      </a:r>
                      <a:r>
                        <a:rPr kumimoji="0" lang="fr-FR" sz="1800" b="1" i="0" u="none" strike="noStrike" cap="none" normalizeH="0" baseline="0" dirty="0" err="1" smtClean="0">
                          <a:ln>
                            <a:noFill/>
                          </a:ln>
                          <a:solidFill>
                            <a:schemeClr val="bg1"/>
                          </a:solidFill>
                          <a:effectLst/>
                          <a:latin typeface="Calibri" pitchFamily="34" charset="0"/>
                          <a:ea typeface="ＭＳ Ｐゴシック" pitchFamily="34" charset="-128"/>
                        </a:rPr>
                        <a:t>xox</a:t>
                      </a:r>
                      <a:r>
                        <a:rPr kumimoji="0" lang="fr-FR" altLang="fr-FR" sz="1800" b="1" i="0" u="none" strike="noStrike" cap="none" normalizeH="0" baseline="0" dirty="0" smtClean="0">
                          <a:ln>
                            <a:noFill/>
                          </a:ln>
                          <a:solidFill>
                            <a:schemeClr val="bg1"/>
                          </a:solidFill>
                          <a:effectLst/>
                          <a:latin typeface="Calibri" pitchFamily="34" charset="0"/>
                          <a:ea typeface="ＭＳ Ｐゴシック" pitchFamily="34" charset="-128"/>
                        </a:rPr>
                        <a:t>’</a:t>
                      </a:r>
                      <a:r>
                        <a:rPr kumimoji="0" lang="fr-FR" sz="1800" b="1" i="0" u="none" strike="noStrike" cap="none" normalizeH="0" baseline="0" dirty="0" smtClean="0">
                          <a:ln>
                            <a:noFill/>
                          </a:ln>
                          <a:solidFill>
                            <a:schemeClr val="bg1"/>
                          </a:solidFill>
                          <a:effectLst/>
                          <a:latin typeface="Calibri" pitchFamily="34" charset="0"/>
                          <a:ea typeface="ＭＳ Ｐゴシック" pitchFamily="34" charset="-128"/>
                        </a:rPr>
                        <a:t>, 69]</a:t>
                      </a:r>
                    </a:p>
                  </a:txBody>
                  <a:tcPr marL="91562" marR="91562" marT="45737" marB="4573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75000"/>
                      </a:schemeClr>
                    </a:solidFill>
                  </a:tcPr>
                </a:tc>
              </a:tr>
            </a:tbl>
          </a:graphicData>
        </a:graphic>
      </p:graphicFrame>
      <p:graphicFrame>
        <p:nvGraphicFramePr>
          <p:cNvPr id="48" name="Tableau 47"/>
          <p:cNvGraphicFramePr>
            <a:graphicFrameLocks noGrp="1"/>
          </p:cNvGraphicFramePr>
          <p:nvPr/>
        </p:nvGraphicFramePr>
        <p:xfrm>
          <a:off x="4651375" y="2276475"/>
          <a:ext cx="720725" cy="720725"/>
        </p:xfrm>
        <a:graphic>
          <a:graphicData uri="http://schemas.openxmlformats.org/drawingml/2006/table">
            <a:tbl>
              <a:tblPr firstRow="1" bandRow="1">
                <a:tableStyleId>{69012ECD-51FC-41F1-AA8D-1B2483CD663E}</a:tableStyleId>
              </a:tblPr>
              <a:tblGrid>
                <a:gridCol w="720725"/>
              </a:tblGrid>
              <a:tr h="720725">
                <a:tc>
                  <a:txBody>
                    <a:bodyPr/>
                    <a:lstStyle/>
                    <a:p>
                      <a:pPr algn="ctr">
                        <a:lnSpc>
                          <a:spcPct val="150000"/>
                        </a:lnSpc>
                      </a:pPr>
                      <a:r>
                        <a:rPr lang="fr-FR" sz="1800" dirty="0"/>
                        <a:t>11</a:t>
                      </a:r>
                    </a:p>
                  </a:txBody>
                  <a:tcPr marL="91579" marR="91579"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75000"/>
                      </a:schemeClr>
                    </a:solidFill>
                  </a:tcPr>
                </a:tc>
              </a:tr>
            </a:tbl>
          </a:graphicData>
        </a:graphic>
      </p:graphicFrame>
      <p:sp>
        <p:nvSpPr>
          <p:cNvPr id="127008" name="ZoneTexte 1"/>
          <p:cNvSpPr txBox="1">
            <a:spLocks noChangeArrowheads="1"/>
          </p:cNvSpPr>
          <p:nvPr/>
        </p:nvSpPr>
        <p:spPr bwMode="auto">
          <a:xfrm>
            <a:off x="692150" y="1773238"/>
            <a:ext cx="287338"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0</a:t>
            </a:r>
          </a:p>
        </p:txBody>
      </p:sp>
      <p:sp>
        <p:nvSpPr>
          <p:cNvPr id="127009" name="ZoneTexte 11"/>
          <p:cNvSpPr txBox="1">
            <a:spLocks noChangeArrowheads="1"/>
          </p:cNvSpPr>
          <p:nvPr/>
        </p:nvSpPr>
        <p:spPr bwMode="auto">
          <a:xfrm>
            <a:off x="690563" y="3078163"/>
            <a:ext cx="504825" cy="369887"/>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-4</a:t>
            </a:r>
          </a:p>
        </p:txBody>
      </p:sp>
      <p:sp>
        <p:nvSpPr>
          <p:cNvPr id="127010" name="ZoneTexte 12"/>
          <p:cNvSpPr txBox="1">
            <a:spLocks noChangeArrowheads="1"/>
          </p:cNvSpPr>
          <p:nvPr/>
        </p:nvSpPr>
        <p:spPr bwMode="auto">
          <a:xfrm>
            <a:off x="1916113" y="1773238"/>
            <a:ext cx="287337"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sp>
        <p:nvSpPr>
          <p:cNvPr id="127011" name="ZoneTexte 13"/>
          <p:cNvSpPr txBox="1">
            <a:spLocks noChangeArrowheads="1"/>
          </p:cNvSpPr>
          <p:nvPr/>
        </p:nvSpPr>
        <p:spPr bwMode="auto">
          <a:xfrm>
            <a:off x="1914525" y="3078163"/>
            <a:ext cx="585788"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-3</a:t>
            </a:r>
          </a:p>
        </p:txBody>
      </p:sp>
      <p:sp>
        <p:nvSpPr>
          <p:cNvPr id="127012" name="ZoneTexte 14"/>
          <p:cNvSpPr txBox="1">
            <a:spLocks noChangeArrowheads="1"/>
          </p:cNvSpPr>
          <p:nvPr/>
        </p:nvSpPr>
        <p:spPr bwMode="auto">
          <a:xfrm>
            <a:off x="3355975" y="1781175"/>
            <a:ext cx="288925"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2</a:t>
            </a:r>
          </a:p>
        </p:txBody>
      </p:sp>
      <p:sp>
        <p:nvSpPr>
          <p:cNvPr id="127013" name="ZoneTexte 15"/>
          <p:cNvSpPr txBox="1">
            <a:spLocks noChangeArrowheads="1"/>
          </p:cNvSpPr>
          <p:nvPr/>
        </p:nvSpPr>
        <p:spPr bwMode="auto">
          <a:xfrm>
            <a:off x="3355975" y="3078163"/>
            <a:ext cx="503238" cy="369887"/>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-2</a:t>
            </a:r>
          </a:p>
        </p:txBody>
      </p:sp>
      <p:sp>
        <p:nvSpPr>
          <p:cNvPr id="127014" name="ZoneTexte 16"/>
          <p:cNvSpPr txBox="1">
            <a:spLocks noChangeArrowheads="1"/>
          </p:cNvSpPr>
          <p:nvPr/>
        </p:nvSpPr>
        <p:spPr bwMode="auto">
          <a:xfrm>
            <a:off x="4867275" y="1781175"/>
            <a:ext cx="431800" cy="369888"/>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3</a:t>
            </a:r>
          </a:p>
        </p:txBody>
      </p:sp>
      <p:sp>
        <p:nvSpPr>
          <p:cNvPr id="127015" name="ZoneTexte 17"/>
          <p:cNvSpPr txBox="1">
            <a:spLocks noChangeArrowheads="1"/>
          </p:cNvSpPr>
          <p:nvPr/>
        </p:nvSpPr>
        <p:spPr bwMode="auto">
          <a:xfrm>
            <a:off x="4867275" y="3078163"/>
            <a:ext cx="504825" cy="369887"/>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graphicFrame>
        <p:nvGraphicFramePr>
          <p:cNvPr id="57" name="Tableau 56"/>
          <p:cNvGraphicFramePr>
            <a:graphicFrameLocks noGrp="1"/>
          </p:cNvGraphicFramePr>
          <p:nvPr/>
        </p:nvGraphicFramePr>
        <p:xfrm>
          <a:off x="3763963" y="4059238"/>
          <a:ext cx="719137" cy="720725"/>
        </p:xfrm>
        <a:graphic>
          <a:graphicData uri="http://schemas.openxmlformats.org/drawingml/2006/table">
            <a:tbl>
              <a:tblPr/>
              <a:tblGrid>
                <a:gridCol w="719137"/>
              </a:tblGrid>
              <a:tr h="720725">
                <a:tc>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altLang="fr-FR" sz="1800" b="1" i="0" u="none" strike="noStrike" cap="none" normalizeH="0" baseline="0" dirty="0" smtClean="0">
                          <a:ln>
                            <a:noFill/>
                          </a:ln>
                          <a:solidFill>
                            <a:schemeClr val="bg1"/>
                          </a:solidFill>
                          <a:effectLst/>
                          <a:latin typeface="Calibri" pitchFamily="34" charset="0"/>
                          <a:ea typeface="ＭＳ Ｐゴシック" pitchFamily="34" charset="-128"/>
                        </a:rPr>
                        <a:t>‘</a:t>
                      </a:r>
                      <a:r>
                        <a:rPr kumimoji="0" lang="fr-FR" sz="1800" b="1" i="0" u="none" strike="noStrike" cap="none" normalizeH="0" baseline="0" dirty="0" err="1" smtClean="0">
                          <a:ln>
                            <a:noFill/>
                          </a:ln>
                          <a:solidFill>
                            <a:schemeClr val="bg1"/>
                          </a:solidFill>
                          <a:effectLst/>
                          <a:latin typeface="Calibri" pitchFamily="34" charset="0"/>
                          <a:ea typeface="ＭＳ Ｐゴシック" pitchFamily="34" charset="-128"/>
                        </a:rPr>
                        <a:t>xox</a:t>
                      </a:r>
                      <a:r>
                        <a:rPr kumimoji="0" lang="fr-FR" altLang="fr-FR" sz="1800" b="1" i="0" u="none" strike="noStrike" cap="none" normalizeH="0" baseline="0" dirty="0" smtClean="0">
                          <a:ln>
                            <a:noFill/>
                          </a:ln>
                          <a:solidFill>
                            <a:schemeClr val="bg1"/>
                          </a:solidFill>
                          <a:effectLst/>
                          <a:latin typeface="Calibri" pitchFamily="34" charset="0"/>
                          <a:ea typeface="ＭＳ Ｐゴシック" pitchFamily="34" charset="-128"/>
                        </a:rPr>
                        <a:t>’</a:t>
                      </a:r>
                      <a:endParaRPr kumimoji="0" lang="fr-FR" sz="1800" b="1" i="0" u="none" strike="noStrike" cap="none" normalizeH="0" baseline="0" dirty="0" smtClean="0">
                        <a:ln>
                          <a:noFill/>
                        </a:ln>
                        <a:solidFill>
                          <a:schemeClr val="bg1"/>
                        </a:solidFill>
                        <a:effectLst/>
                        <a:latin typeface="Calibri" pitchFamily="34" charset="0"/>
                        <a:ea typeface="ＭＳ Ｐゴシック" pitchFamily="34" charset="-128"/>
                      </a:endParaRPr>
                    </a:p>
                  </a:txBody>
                  <a:tcPr marL="91377" marR="91377" marT="45737" marB="4573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75000"/>
                      </a:schemeClr>
                    </a:solidFill>
                  </a:tcPr>
                </a:tc>
              </a:tr>
            </a:tbl>
          </a:graphicData>
        </a:graphic>
      </p:graphicFrame>
      <p:graphicFrame>
        <p:nvGraphicFramePr>
          <p:cNvPr id="58" name="Tableau 57"/>
          <p:cNvGraphicFramePr>
            <a:graphicFrameLocks noGrp="1"/>
          </p:cNvGraphicFramePr>
          <p:nvPr/>
        </p:nvGraphicFramePr>
        <p:xfrm>
          <a:off x="4940300" y="4076700"/>
          <a:ext cx="719138" cy="720725"/>
        </p:xfrm>
        <a:graphic>
          <a:graphicData uri="http://schemas.openxmlformats.org/drawingml/2006/table">
            <a:tbl>
              <a:tblPr firstRow="1" bandRow="1">
                <a:tableStyleId>{69012ECD-51FC-41F1-AA8D-1B2483CD663E}</a:tableStyleId>
              </a:tblPr>
              <a:tblGrid>
                <a:gridCol w="719138"/>
              </a:tblGrid>
              <a:tr h="720725">
                <a:tc>
                  <a:txBody>
                    <a:bodyPr/>
                    <a:lstStyle/>
                    <a:p>
                      <a:pPr algn="ctr">
                        <a:lnSpc>
                          <a:spcPct val="150000"/>
                        </a:lnSpc>
                      </a:pPr>
                      <a:r>
                        <a:rPr lang="fr-FR" sz="1800" dirty="0"/>
                        <a:t>69</a:t>
                      </a:r>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75000"/>
                      </a:schemeClr>
                    </a:solidFill>
                  </a:tcPr>
                </a:tc>
              </a:tr>
            </a:tbl>
          </a:graphicData>
        </a:graphic>
      </p:graphicFrame>
      <p:sp>
        <p:nvSpPr>
          <p:cNvPr id="59" name="ZoneTexte 1"/>
          <p:cNvSpPr txBox="1">
            <a:spLocks noChangeArrowheads="1"/>
          </p:cNvSpPr>
          <p:nvPr/>
        </p:nvSpPr>
        <p:spPr bwMode="auto">
          <a:xfrm>
            <a:off x="3932238" y="3573463"/>
            <a:ext cx="287337"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0</a:t>
            </a:r>
          </a:p>
        </p:txBody>
      </p:sp>
      <p:sp>
        <p:nvSpPr>
          <p:cNvPr id="60" name="ZoneTexte 11"/>
          <p:cNvSpPr txBox="1">
            <a:spLocks noChangeArrowheads="1"/>
          </p:cNvSpPr>
          <p:nvPr/>
        </p:nvSpPr>
        <p:spPr bwMode="auto">
          <a:xfrm>
            <a:off x="3692525" y="4797425"/>
            <a:ext cx="504825" cy="369888"/>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-2</a:t>
            </a:r>
          </a:p>
        </p:txBody>
      </p:sp>
      <p:sp>
        <p:nvSpPr>
          <p:cNvPr id="61" name="ZoneTexte 12"/>
          <p:cNvSpPr txBox="1">
            <a:spLocks noChangeArrowheads="1"/>
          </p:cNvSpPr>
          <p:nvPr/>
        </p:nvSpPr>
        <p:spPr bwMode="auto">
          <a:xfrm>
            <a:off x="5156200" y="3573463"/>
            <a:ext cx="287338"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sp>
        <p:nvSpPr>
          <p:cNvPr id="62" name="ZoneTexte 13"/>
          <p:cNvSpPr txBox="1">
            <a:spLocks noChangeArrowheads="1"/>
          </p:cNvSpPr>
          <p:nvPr/>
        </p:nvSpPr>
        <p:spPr bwMode="auto">
          <a:xfrm>
            <a:off x="5132388" y="4868863"/>
            <a:ext cx="695325" cy="369887"/>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graphicFrame>
        <p:nvGraphicFramePr>
          <p:cNvPr id="63" name="Tableau 62"/>
          <p:cNvGraphicFramePr>
            <a:graphicFrameLocks noGrp="1"/>
          </p:cNvGraphicFramePr>
          <p:nvPr/>
        </p:nvGraphicFramePr>
        <p:xfrm>
          <a:off x="5953125" y="5210175"/>
          <a:ext cx="719138" cy="720725"/>
        </p:xfrm>
        <a:graphic>
          <a:graphicData uri="http://schemas.openxmlformats.org/drawingml/2006/table">
            <a:tbl>
              <a:tblPr firstRow="1" bandRow="1">
                <a:tableStyleId>{69012ECD-51FC-41F1-AA8D-1B2483CD663E}</a:tableStyleId>
              </a:tblPr>
              <a:tblGrid>
                <a:gridCol w="719138"/>
              </a:tblGrid>
              <a:tr h="720725">
                <a:tc>
                  <a:txBody>
                    <a:bodyPr/>
                    <a:lstStyle/>
                    <a:p>
                      <a:pPr algn="ctr">
                        <a:lnSpc>
                          <a:spcPct val="150000"/>
                        </a:lnSpc>
                      </a:pPr>
                      <a:r>
                        <a:rPr lang="fr-FR" sz="1800" dirty="0"/>
                        <a:t>x</a:t>
                      </a:r>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75000"/>
                      </a:schemeClr>
                    </a:solidFill>
                  </a:tcPr>
                </a:tc>
              </a:tr>
            </a:tbl>
          </a:graphicData>
        </a:graphic>
      </p:graphicFrame>
      <p:graphicFrame>
        <p:nvGraphicFramePr>
          <p:cNvPr id="64" name="Tableau 63"/>
          <p:cNvGraphicFramePr>
            <a:graphicFrameLocks noGrp="1"/>
          </p:cNvGraphicFramePr>
          <p:nvPr/>
        </p:nvGraphicFramePr>
        <p:xfrm>
          <a:off x="7129463" y="5227638"/>
          <a:ext cx="719137" cy="720725"/>
        </p:xfrm>
        <a:graphic>
          <a:graphicData uri="http://schemas.openxmlformats.org/drawingml/2006/table">
            <a:tbl>
              <a:tblPr firstRow="1" bandRow="1">
                <a:tableStyleId>{69012ECD-51FC-41F1-AA8D-1B2483CD663E}</a:tableStyleId>
              </a:tblPr>
              <a:tblGrid>
                <a:gridCol w="719137"/>
              </a:tblGrid>
              <a:tr h="720725">
                <a:tc>
                  <a:txBody>
                    <a:bodyPr/>
                    <a:lstStyle/>
                    <a:p>
                      <a:pPr algn="ctr">
                        <a:lnSpc>
                          <a:spcPct val="150000"/>
                        </a:lnSpc>
                      </a:pPr>
                      <a:r>
                        <a:rPr lang="fr-FR" sz="1800" dirty="0"/>
                        <a:t>o</a:t>
                      </a:r>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75000"/>
                      </a:schemeClr>
                    </a:solidFill>
                  </a:tcPr>
                </a:tc>
              </a:tr>
            </a:tbl>
          </a:graphicData>
        </a:graphic>
      </p:graphicFrame>
      <p:graphicFrame>
        <p:nvGraphicFramePr>
          <p:cNvPr id="65" name="Tableau 64"/>
          <p:cNvGraphicFramePr>
            <a:graphicFrameLocks noGrp="1"/>
          </p:cNvGraphicFramePr>
          <p:nvPr/>
        </p:nvGraphicFramePr>
        <p:xfrm>
          <a:off x="8280400" y="5227638"/>
          <a:ext cx="720725" cy="720725"/>
        </p:xfrm>
        <a:graphic>
          <a:graphicData uri="http://schemas.openxmlformats.org/drawingml/2006/table">
            <a:tbl>
              <a:tblPr firstRow="1" bandRow="1">
                <a:tableStyleId>{69012ECD-51FC-41F1-AA8D-1B2483CD663E}</a:tableStyleId>
              </a:tblPr>
              <a:tblGrid>
                <a:gridCol w="720725"/>
              </a:tblGrid>
              <a:tr h="720725">
                <a:tc>
                  <a:txBody>
                    <a:bodyPr/>
                    <a:lstStyle/>
                    <a:p>
                      <a:pPr algn="ctr">
                        <a:lnSpc>
                          <a:spcPct val="150000"/>
                        </a:lnSpc>
                      </a:pPr>
                      <a:r>
                        <a:rPr lang="fr-FR" sz="1800" dirty="0"/>
                        <a:t>x</a:t>
                      </a:r>
                    </a:p>
                  </a:txBody>
                  <a:tcPr marL="91579" marR="91579"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75000"/>
                      </a:schemeClr>
                    </a:solidFill>
                  </a:tcPr>
                </a:tc>
              </a:tr>
            </a:tbl>
          </a:graphicData>
        </a:graphic>
      </p:graphicFrame>
      <p:sp>
        <p:nvSpPr>
          <p:cNvPr id="66" name="ZoneTexte 1"/>
          <p:cNvSpPr txBox="1">
            <a:spLocks noChangeArrowheads="1"/>
          </p:cNvSpPr>
          <p:nvPr/>
        </p:nvSpPr>
        <p:spPr bwMode="auto">
          <a:xfrm>
            <a:off x="6121400" y="4724400"/>
            <a:ext cx="287338"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0</a:t>
            </a:r>
          </a:p>
        </p:txBody>
      </p:sp>
      <p:sp>
        <p:nvSpPr>
          <p:cNvPr id="67" name="ZoneTexte 11"/>
          <p:cNvSpPr txBox="1">
            <a:spLocks noChangeArrowheads="1"/>
          </p:cNvSpPr>
          <p:nvPr/>
        </p:nvSpPr>
        <p:spPr bwMode="auto">
          <a:xfrm>
            <a:off x="6096000" y="6029325"/>
            <a:ext cx="504825" cy="369888"/>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-3</a:t>
            </a:r>
          </a:p>
        </p:txBody>
      </p:sp>
      <p:sp>
        <p:nvSpPr>
          <p:cNvPr id="68" name="ZoneTexte 12"/>
          <p:cNvSpPr txBox="1">
            <a:spLocks noChangeArrowheads="1"/>
          </p:cNvSpPr>
          <p:nvPr/>
        </p:nvSpPr>
        <p:spPr bwMode="auto">
          <a:xfrm>
            <a:off x="7345363" y="4724400"/>
            <a:ext cx="287337"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sp>
        <p:nvSpPr>
          <p:cNvPr id="69" name="ZoneTexte 13"/>
          <p:cNvSpPr txBox="1">
            <a:spLocks noChangeArrowheads="1"/>
          </p:cNvSpPr>
          <p:nvPr/>
        </p:nvSpPr>
        <p:spPr bwMode="auto">
          <a:xfrm>
            <a:off x="7345363" y="6029325"/>
            <a:ext cx="552450" cy="369888"/>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-2</a:t>
            </a:r>
          </a:p>
        </p:txBody>
      </p:sp>
      <p:sp>
        <p:nvSpPr>
          <p:cNvPr id="70" name="ZoneTexte 14"/>
          <p:cNvSpPr txBox="1">
            <a:spLocks noChangeArrowheads="1"/>
          </p:cNvSpPr>
          <p:nvPr/>
        </p:nvSpPr>
        <p:spPr bwMode="auto">
          <a:xfrm>
            <a:off x="8496300" y="4724400"/>
            <a:ext cx="288925"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2</a:t>
            </a:r>
          </a:p>
        </p:txBody>
      </p:sp>
      <p:sp>
        <p:nvSpPr>
          <p:cNvPr id="71" name="ZoneTexte 15"/>
          <p:cNvSpPr txBox="1">
            <a:spLocks noChangeArrowheads="1"/>
          </p:cNvSpPr>
          <p:nvPr/>
        </p:nvSpPr>
        <p:spPr bwMode="auto">
          <a:xfrm>
            <a:off x="8429625" y="6029325"/>
            <a:ext cx="696913" cy="369888"/>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cxnSp>
        <p:nvCxnSpPr>
          <p:cNvPr id="72" name="Connecteur en angle 71"/>
          <p:cNvCxnSpPr>
            <a:cxnSpLocks noChangeShapeType="1"/>
          </p:cNvCxnSpPr>
          <p:nvPr/>
        </p:nvCxnSpPr>
        <p:spPr bwMode="auto">
          <a:xfrm rot="16200000" flipH="1">
            <a:off x="2647951" y="3536950"/>
            <a:ext cx="1295400" cy="504825"/>
          </a:xfrm>
          <a:prstGeom prst="bentConnector3">
            <a:avLst>
              <a:gd name="adj1" fmla="val 100079"/>
            </a:avLst>
          </a:prstGeom>
          <a:noFill/>
          <a:ln w="28575">
            <a:solidFill>
              <a:schemeClr val="tx1"/>
            </a:solidFill>
            <a:miter lim="800000"/>
            <a:headEnd/>
            <a:tailEnd type="arrow" w="med" len="med"/>
          </a:ln>
          <a:effectLst>
            <a:outerShdw dist="20000" dir="5400000" rotWithShape="0">
              <a:srgbClr val="808080">
                <a:alpha val="37999"/>
              </a:srgbClr>
            </a:outerShdw>
          </a:effectLst>
        </p:spPr>
      </p:cxnSp>
      <p:cxnSp>
        <p:nvCxnSpPr>
          <p:cNvPr id="73" name="Connecteur en angle 72"/>
          <p:cNvCxnSpPr>
            <a:cxnSpLocks noChangeShapeType="1"/>
          </p:cNvCxnSpPr>
          <p:nvPr/>
        </p:nvCxnSpPr>
        <p:spPr bwMode="auto">
          <a:xfrm>
            <a:off x="4267200" y="4941888"/>
            <a:ext cx="1655763" cy="647700"/>
          </a:xfrm>
          <a:prstGeom prst="bentConnector3">
            <a:avLst>
              <a:gd name="adj1" fmla="val 255"/>
            </a:avLst>
          </a:prstGeom>
          <a:noFill/>
          <a:ln w="28575">
            <a:solidFill>
              <a:srgbClr val="000000"/>
            </a:solidFill>
            <a:miter lim="800000"/>
            <a:headEnd/>
            <a:tailEnd type="arrow" w="med" len="med"/>
          </a:ln>
          <a:effectLst>
            <a:outerShdw dist="20000" dir="5400000" rotWithShape="0">
              <a:srgbClr val="808080">
                <a:alpha val="37999"/>
              </a:srgbClr>
            </a:outerShdw>
          </a:effectLst>
        </p:spPr>
      </p:cxnSp>
      <p:cxnSp>
        <p:nvCxnSpPr>
          <p:cNvPr id="178258" name="Connecteur droit 73"/>
          <p:cNvCxnSpPr>
            <a:cxnSpLocks noChangeShapeType="1"/>
          </p:cNvCxnSpPr>
          <p:nvPr/>
        </p:nvCxnSpPr>
        <p:spPr bwMode="auto">
          <a:xfrm>
            <a:off x="1243013" y="2636838"/>
            <a:ext cx="431800"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178259" name="Connecteur droit 74"/>
          <p:cNvCxnSpPr>
            <a:cxnSpLocks noChangeShapeType="1"/>
          </p:cNvCxnSpPr>
          <p:nvPr/>
        </p:nvCxnSpPr>
        <p:spPr bwMode="auto">
          <a:xfrm>
            <a:off x="2395538" y="2636838"/>
            <a:ext cx="431800"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178260" name="Connecteur droit 75"/>
          <p:cNvCxnSpPr>
            <a:cxnSpLocks noChangeShapeType="1"/>
          </p:cNvCxnSpPr>
          <p:nvPr/>
        </p:nvCxnSpPr>
        <p:spPr bwMode="auto">
          <a:xfrm>
            <a:off x="4195763" y="2636838"/>
            <a:ext cx="431800"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77" name="Connecteur droit 76"/>
          <p:cNvCxnSpPr>
            <a:cxnSpLocks noChangeShapeType="1"/>
          </p:cNvCxnSpPr>
          <p:nvPr/>
        </p:nvCxnSpPr>
        <p:spPr bwMode="auto">
          <a:xfrm>
            <a:off x="4483100" y="4437063"/>
            <a:ext cx="433388"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78" name="Connecteur droit 77"/>
          <p:cNvCxnSpPr>
            <a:cxnSpLocks noChangeShapeType="1"/>
          </p:cNvCxnSpPr>
          <p:nvPr/>
        </p:nvCxnSpPr>
        <p:spPr bwMode="auto">
          <a:xfrm>
            <a:off x="6672263" y="5589588"/>
            <a:ext cx="433387"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79" name="Connecteur droit 78"/>
          <p:cNvCxnSpPr>
            <a:cxnSpLocks noChangeShapeType="1"/>
          </p:cNvCxnSpPr>
          <p:nvPr/>
        </p:nvCxnSpPr>
        <p:spPr bwMode="auto">
          <a:xfrm>
            <a:off x="7824788" y="5589588"/>
            <a:ext cx="431800"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spTree>
    <p:custDataLst>
      <p:tags r:id="rId1"/>
    </p:custDataLst>
    <p:extLst>
      <p:ext uri="{BB962C8B-B14F-4D97-AF65-F5344CB8AC3E}">
        <p14:creationId xmlns:p14="http://schemas.microsoft.com/office/powerpoint/2010/main" val="40818945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checkerboard(across)">
                                      <p:cBhvr>
                                        <p:cTn id="7" dur="500"/>
                                        <p:tgtEl>
                                          <p:spTgt spid="62"/>
                                        </p:tgtEl>
                                      </p:cBhvr>
                                    </p:animEffect>
                                  </p:childTnLst>
                                </p:cTn>
                              </p:par>
                              <p:par>
                                <p:cTn id="8" presetID="5" presetClass="entr" presetSubtype="1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checkerboard(across)">
                                      <p:cBhvr>
                                        <p:cTn id="10" dur="500"/>
                                        <p:tgtEl>
                                          <p:spTgt spid="58"/>
                                        </p:tgtEl>
                                      </p:cBhvr>
                                    </p:animEffect>
                                  </p:childTnLst>
                                </p:cTn>
                              </p:par>
                              <p:par>
                                <p:cTn id="11" presetID="5" presetClass="entr" presetSubtype="10"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checkerboard(across)">
                                      <p:cBhvr>
                                        <p:cTn id="13" dur="500"/>
                                        <p:tgtEl>
                                          <p:spTgt spid="77"/>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checkerboard(across)">
                                      <p:cBhvr>
                                        <p:cTn id="16" dur="500"/>
                                        <p:tgtEl>
                                          <p:spTgt spid="60"/>
                                        </p:tgtEl>
                                      </p:cBhvr>
                                    </p:animEffect>
                                  </p:childTnLst>
                                </p:cTn>
                              </p:par>
                              <p:par>
                                <p:cTn id="17" presetID="5" presetClass="entr" presetSubtype="1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checkerboard(across)">
                                      <p:cBhvr>
                                        <p:cTn id="19" dur="500"/>
                                        <p:tgtEl>
                                          <p:spTgt spid="57"/>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checkerboard(across)">
                                      <p:cBhvr>
                                        <p:cTn id="22" dur="500"/>
                                        <p:tgtEl>
                                          <p:spTgt spid="59"/>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checkerboard(across)">
                                      <p:cBhvr>
                                        <p:cTn id="25" dur="500"/>
                                        <p:tgtEl>
                                          <p:spTgt spid="61"/>
                                        </p:tgtEl>
                                      </p:cBhvr>
                                    </p:animEffect>
                                  </p:childTnLst>
                                </p:cTn>
                              </p:par>
                              <p:par>
                                <p:cTn id="26" presetID="5" presetClass="entr" presetSubtype="10" fill="hold" nodeType="with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checkerboard(across)">
                                      <p:cBhvr>
                                        <p:cTn id="28" dur="500"/>
                                        <p:tgtEl>
                                          <p:spTgt spid="7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checkerboard(across)">
                                      <p:cBhvr>
                                        <p:cTn id="33" dur="500"/>
                                        <p:tgtEl>
                                          <p:spTgt spid="73"/>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checkerboard(across)">
                                      <p:cBhvr>
                                        <p:cTn id="36" dur="500"/>
                                        <p:tgtEl>
                                          <p:spTgt spid="66"/>
                                        </p:tgtEl>
                                      </p:cBhvr>
                                    </p:animEffect>
                                  </p:childTnLst>
                                </p:cTn>
                              </p:par>
                              <p:par>
                                <p:cTn id="37" presetID="5" presetClass="entr" presetSubtype="10" fill="hold" nodeType="with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checkerboard(across)">
                                      <p:cBhvr>
                                        <p:cTn id="39" dur="500"/>
                                        <p:tgtEl>
                                          <p:spTgt spid="63"/>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checkerboard(across)">
                                      <p:cBhvr>
                                        <p:cTn id="42" dur="500"/>
                                        <p:tgtEl>
                                          <p:spTgt spid="67"/>
                                        </p:tgtEl>
                                      </p:cBhvr>
                                    </p:animEffect>
                                  </p:childTnLst>
                                </p:cTn>
                              </p:par>
                              <p:par>
                                <p:cTn id="43" presetID="5" presetClass="entr" presetSubtype="10" fill="hold" nodeType="withEffect">
                                  <p:stCondLst>
                                    <p:cond delay="0"/>
                                  </p:stCondLst>
                                  <p:childTnLst>
                                    <p:set>
                                      <p:cBhvr>
                                        <p:cTn id="44" dur="1" fill="hold">
                                          <p:stCondLst>
                                            <p:cond delay="0"/>
                                          </p:stCondLst>
                                        </p:cTn>
                                        <p:tgtEl>
                                          <p:spTgt spid="78"/>
                                        </p:tgtEl>
                                        <p:attrNameLst>
                                          <p:attrName>style.visibility</p:attrName>
                                        </p:attrNameLst>
                                      </p:cBhvr>
                                      <p:to>
                                        <p:strVal val="visible"/>
                                      </p:to>
                                    </p:set>
                                    <p:animEffect transition="in" filter="checkerboard(across)">
                                      <p:cBhvr>
                                        <p:cTn id="45" dur="500"/>
                                        <p:tgtEl>
                                          <p:spTgt spid="78"/>
                                        </p:tgtEl>
                                      </p:cBhvr>
                                    </p:animEffect>
                                  </p:childTnLst>
                                </p:cTn>
                              </p:par>
                              <p:par>
                                <p:cTn id="46" presetID="5" presetClass="entr" presetSubtype="10" fill="hold" nodeType="with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checkerboard(across)">
                                      <p:cBhvr>
                                        <p:cTn id="48" dur="500"/>
                                        <p:tgtEl>
                                          <p:spTgt spid="64"/>
                                        </p:tgtEl>
                                      </p:cBhvr>
                                    </p:animEffect>
                                  </p:childTnLst>
                                </p:cTn>
                              </p:par>
                              <p:par>
                                <p:cTn id="49" presetID="5" presetClass="entr" presetSubtype="1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animEffect transition="in" filter="checkerboard(across)">
                                      <p:cBhvr>
                                        <p:cTn id="51" dur="500"/>
                                        <p:tgtEl>
                                          <p:spTgt spid="69"/>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68"/>
                                        </p:tgtEl>
                                        <p:attrNameLst>
                                          <p:attrName>style.visibility</p:attrName>
                                        </p:attrNameLst>
                                      </p:cBhvr>
                                      <p:to>
                                        <p:strVal val="visible"/>
                                      </p:to>
                                    </p:set>
                                    <p:animEffect transition="in" filter="checkerboard(across)">
                                      <p:cBhvr>
                                        <p:cTn id="54" dur="500"/>
                                        <p:tgtEl>
                                          <p:spTgt spid="68"/>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70"/>
                                        </p:tgtEl>
                                        <p:attrNameLst>
                                          <p:attrName>style.visibility</p:attrName>
                                        </p:attrNameLst>
                                      </p:cBhvr>
                                      <p:to>
                                        <p:strVal val="visible"/>
                                      </p:to>
                                    </p:set>
                                    <p:animEffect transition="in" filter="checkerboard(across)">
                                      <p:cBhvr>
                                        <p:cTn id="57" dur="500"/>
                                        <p:tgtEl>
                                          <p:spTgt spid="70"/>
                                        </p:tgtEl>
                                      </p:cBhvr>
                                    </p:animEffect>
                                  </p:childTnLst>
                                </p:cTn>
                              </p:par>
                              <p:par>
                                <p:cTn id="58" presetID="5" presetClass="entr" presetSubtype="10" fill="hold" nodeType="withEffect">
                                  <p:stCondLst>
                                    <p:cond delay="0"/>
                                  </p:stCondLst>
                                  <p:childTnLst>
                                    <p:set>
                                      <p:cBhvr>
                                        <p:cTn id="59" dur="1" fill="hold">
                                          <p:stCondLst>
                                            <p:cond delay="0"/>
                                          </p:stCondLst>
                                        </p:cTn>
                                        <p:tgtEl>
                                          <p:spTgt spid="65"/>
                                        </p:tgtEl>
                                        <p:attrNameLst>
                                          <p:attrName>style.visibility</p:attrName>
                                        </p:attrNameLst>
                                      </p:cBhvr>
                                      <p:to>
                                        <p:strVal val="visible"/>
                                      </p:to>
                                    </p:set>
                                    <p:animEffect transition="in" filter="checkerboard(across)">
                                      <p:cBhvr>
                                        <p:cTn id="60" dur="500"/>
                                        <p:tgtEl>
                                          <p:spTgt spid="65"/>
                                        </p:tgtEl>
                                      </p:cBhvr>
                                    </p:animEffect>
                                  </p:childTnLst>
                                </p:cTn>
                              </p:par>
                              <p:par>
                                <p:cTn id="61" presetID="5" presetClass="entr" presetSubtype="10" fill="hold" grpId="0" nodeType="withEffect">
                                  <p:stCondLst>
                                    <p:cond delay="0"/>
                                  </p:stCondLst>
                                  <p:childTnLst>
                                    <p:set>
                                      <p:cBhvr>
                                        <p:cTn id="62" dur="1" fill="hold">
                                          <p:stCondLst>
                                            <p:cond delay="0"/>
                                          </p:stCondLst>
                                        </p:cTn>
                                        <p:tgtEl>
                                          <p:spTgt spid="71"/>
                                        </p:tgtEl>
                                        <p:attrNameLst>
                                          <p:attrName>style.visibility</p:attrName>
                                        </p:attrNameLst>
                                      </p:cBhvr>
                                      <p:to>
                                        <p:strVal val="visible"/>
                                      </p:to>
                                    </p:set>
                                    <p:animEffect transition="in" filter="checkerboard(across)">
                                      <p:cBhvr>
                                        <p:cTn id="63" dur="500"/>
                                        <p:tgtEl>
                                          <p:spTgt spid="71"/>
                                        </p:tgtEl>
                                      </p:cBhvr>
                                    </p:animEffect>
                                  </p:childTnLst>
                                </p:cTn>
                              </p:par>
                              <p:par>
                                <p:cTn id="64" presetID="5" presetClass="entr" presetSubtype="10" fill="hold" nodeType="withEffect">
                                  <p:stCondLst>
                                    <p:cond delay="0"/>
                                  </p:stCondLst>
                                  <p:childTnLst>
                                    <p:set>
                                      <p:cBhvr>
                                        <p:cTn id="65" dur="1" fill="hold">
                                          <p:stCondLst>
                                            <p:cond delay="0"/>
                                          </p:stCondLst>
                                        </p:cTn>
                                        <p:tgtEl>
                                          <p:spTgt spid="79"/>
                                        </p:tgtEl>
                                        <p:attrNameLst>
                                          <p:attrName>style.visibility</p:attrName>
                                        </p:attrNameLst>
                                      </p:cBhvr>
                                      <p:to>
                                        <p:strVal val="visible"/>
                                      </p:to>
                                    </p:set>
                                    <p:animEffect transition="in" filter="checkerboard(across)">
                                      <p:cBhvr>
                                        <p:cTn id="66"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1" grpId="0"/>
      <p:bldP spid="62" grpId="0"/>
      <p:bldP spid="66" grpId="0"/>
      <p:bldP spid="67" grpId="0"/>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2800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2800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6807" name="Rectangle 6"/>
          <p:cNvSpPr>
            <a:spLocks noChangeArrowheads="1"/>
          </p:cNvSpPr>
          <p:nvPr/>
        </p:nvSpPr>
        <p:spPr bwMode="auto">
          <a:xfrm>
            <a:off x="500063" y="1143000"/>
            <a:ext cx="8215312"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defRPr/>
            </a:pPr>
            <a:r>
              <a:rPr lang="fr-FR" dirty="0">
                <a:latin typeface="+mj-lt"/>
              </a:rPr>
              <a:t>Avec la boucle for on peut aussi créer des listes :</a:t>
            </a:r>
          </a:p>
        </p:txBody>
      </p:sp>
      <p:sp>
        <p:nvSpPr>
          <p:cNvPr id="150529" name="Rectangle 1"/>
          <p:cNvSpPr>
            <a:spLocks noChangeArrowheads="1"/>
          </p:cNvSpPr>
          <p:nvPr/>
        </p:nvSpPr>
        <p:spPr bwMode="auto">
          <a:xfrm>
            <a:off x="714375" y="2753221"/>
            <a:ext cx="8215313" cy="2895281"/>
          </a:xfrm>
          <a:prstGeom prst="rect">
            <a:avLst/>
          </a:prstGeom>
          <a:solidFill>
            <a:schemeClr val="bg1"/>
          </a:solidFill>
          <a:ln w="9525" cap="flat" cmpd="sng" algn="ctr">
            <a:noFill/>
            <a:prstDash val="solid"/>
            <a:miter lim="800000"/>
            <a:headEnd/>
            <a:tailEnd/>
          </a:ln>
          <a:effectLst/>
        </p:spPr>
        <p:txBody>
          <a:bodyPr lIns="215832" tIns="46800" rIns="90000" bIns="46800" anchor="ctr">
            <a:spAutoFit/>
          </a:bodyPr>
          <a:lstStyle/>
          <a:p>
            <a:pPr indent="215900">
              <a:lnSpc>
                <a:spcPct val="150000"/>
              </a:lnSpc>
              <a:spcBef>
                <a:spcPts val="0"/>
              </a:spcBef>
              <a:spcAft>
                <a:spcPts val="0"/>
              </a:spcAft>
              <a:buClr>
                <a:srgbClr val="336666"/>
              </a:buClr>
              <a:buFont typeface="Wingdings" pitchFamily="2" charset="2"/>
              <a:buNone/>
              <a:defRPr/>
            </a:pPr>
            <a:r>
              <a:rPr lang="en-US" b="1" dirty="0">
                <a:latin typeface="Courier New" pitchFamily="49" charset="0"/>
                <a:ea typeface="MS Mincho" pitchFamily="49" charset="-128"/>
                <a:cs typeface="Courier New" pitchFamily="49" charset="0"/>
              </a:rPr>
              <a:t>x = [</a:t>
            </a:r>
            <a:r>
              <a:rPr lang="en-US" b="1" dirty="0" err="1">
                <a:latin typeface="Courier New" pitchFamily="49" charset="0"/>
                <a:ea typeface="MS Mincho" pitchFamily="49" charset="-128"/>
                <a:cs typeface="Courier New" pitchFamily="49" charset="0"/>
              </a:rPr>
              <a:t>i</a:t>
            </a:r>
            <a:r>
              <a:rPr lang="en-US" b="1" dirty="0">
                <a:latin typeface="Courier New" pitchFamily="49" charset="0"/>
                <a:ea typeface="MS Mincho" pitchFamily="49" charset="-128"/>
                <a:cs typeface="Courier New" pitchFamily="49" charset="0"/>
              </a:rPr>
              <a:t> for </a:t>
            </a:r>
            <a:r>
              <a:rPr lang="en-US" b="1" dirty="0" err="1">
                <a:latin typeface="Courier New" pitchFamily="49" charset="0"/>
                <a:ea typeface="MS Mincho" pitchFamily="49" charset="-128"/>
                <a:cs typeface="Courier New" pitchFamily="49" charset="0"/>
              </a:rPr>
              <a:t>i</a:t>
            </a:r>
            <a:r>
              <a:rPr lang="en-US" b="1" dirty="0">
                <a:latin typeface="Courier New" pitchFamily="49" charset="0"/>
                <a:ea typeface="MS Mincho" pitchFamily="49" charset="-128"/>
                <a:cs typeface="Courier New" pitchFamily="49" charset="0"/>
              </a:rPr>
              <a:t> in range(0,5)]</a:t>
            </a:r>
          </a:p>
          <a:p>
            <a:pPr indent="215900">
              <a:lnSpc>
                <a:spcPct val="150000"/>
              </a:lnSpc>
              <a:spcBef>
                <a:spcPts val="0"/>
              </a:spcBef>
              <a:spcAft>
                <a:spcPts val="0"/>
              </a:spcAft>
              <a:buFont typeface="Wingdings" pitchFamily="2" charset="2"/>
              <a:buNone/>
              <a:defRPr/>
            </a:pPr>
            <a:r>
              <a:rPr lang="fr-FR" b="1" dirty="0" err="1">
                <a:latin typeface="Courier New" pitchFamily="49" charset="0"/>
                <a:ea typeface="MS Mincho" pitchFamily="49" charset="-128"/>
                <a:cs typeface="Courier New" pitchFamily="49" charset="0"/>
              </a:rPr>
              <a:t>print</a:t>
            </a:r>
            <a:r>
              <a:rPr lang="fr-FR" b="1" dirty="0">
                <a:latin typeface="Courier New" pitchFamily="49" charset="0"/>
                <a:ea typeface="MS Mincho" pitchFamily="49" charset="-128"/>
                <a:cs typeface="Courier New" pitchFamily="49" charset="0"/>
              </a:rPr>
              <a:t> (x)</a:t>
            </a:r>
            <a:r>
              <a:rPr lang="en-US" b="1" dirty="0">
                <a:latin typeface="Courier New" pitchFamily="49" charset="0"/>
                <a:ea typeface="MS Mincho" pitchFamily="49" charset="-128"/>
                <a:cs typeface="Courier New" pitchFamily="49" charset="0"/>
              </a:rPr>
              <a:t>     </a:t>
            </a:r>
          </a:p>
          <a:p>
            <a:pPr indent="215900">
              <a:lnSpc>
                <a:spcPct val="150000"/>
              </a:lnSpc>
              <a:spcBef>
                <a:spcPts val="0"/>
              </a:spcBef>
              <a:spcAft>
                <a:spcPts val="0"/>
              </a:spcAft>
              <a:buClr>
                <a:srgbClr val="336666"/>
              </a:buClr>
              <a:buFont typeface="Wingdings" pitchFamily="2" charset="2"/>
              <a:buNone/>
              <a:defRPr/>
            </a:pPr>
            <a:r>
              <a:rPr lang="en-US" b="1" dirty="0">
                <a:solidFill>
                  <a:srgbClr val="0000FF"/>
                </a:solidFill>
                <a:latin typeface="Courier New" pitchFamily="49" charset="0"/>
                <a:ea typeface="MS Mincho" pitchFamily="49" charset="-128"/>
                <a:cs typeface="Courier New" pitchFamily="49" charset="0"/>
              </a:rPr>
              <a:t>   [0,1,2,3,4]</a:t>
            </a:r>
            <a:endParaRPr lang="fr-FR" b="1" dirty="0">
              <a:solidFill>
                <a:srgbClr val="0000FF"/>
              </a:solidFill>
              <a:latin typeface="Courier New" pitchFamily="49" charset="0"/>
              <a:cs typeface="Courier New" pitchFamily="49" charset="0"/>
            </a:endParaRPr>
          </a:p>
          <a:p>
            <a:pPr indent="215900">
              <a:lnSpc>
                <a:spcPct val="150000"/>
              </a:lnSpc>
              <a:spcBef>
                <a:spcPts val="2400"/>
              </a:spcBef>
              <a:spcAft>
                <a:spcPts val="0"/>
              </a:spcAft>
              <a:buFont typeface="Wingdings" pitchFamily="2" charset="2"/>
              <a:buNone/>
              <a:defRPr/>
            </a:pPr>
            <a:r>
              <a:rPr lang="en-US" b="1" dirty="0">
                <a:latin typeface="Courier New" pitchFamily="49" charset="0"/>
                <a:ea typeface="MS Mincho" pitchFamily="49" charset="-128"/>
                <a:cs typeface="Courier New" pitchFamily="49" charset="0"/>
              </a:rPr>
              <a:t>y = [ </a:t>
            </a:r>
            <a:r>
              <a:rPr lang="en-US" b="1" dirty="0" err="1">
                <a:latin typeface="Courier New" pitchFamily="49" charset="0"/>
                <a:ea typeface="MS Mincho" pitchFamily="49" charset="-128"/>
                <a:cs typeface="Courier New" pitchFamily="49" charset="0"/>
              </a:rPr>
              <a:t>i</a:t>
            </a:r>
            <a:r>
              <a:rPr lang="en-US" b="1" dirty="0">
                <a:latin typeface="Courier New" pitchFamily="49" charset="0"/>
                <a:ea typeface="MS Mincho" pitchFamily="49" charset="-128"/>
                <a:cs typeface="Courier New" pitchFamily="49" charset="0"/>
              </a:rPr>
              <a:t> for </a:t>
            </a:r>
            <a:r>
              <a:rPr lang="en-US" b="1" dirty="0" err="1">
                <a:latin typeface="Courier New" pitchFamily="49" charset="0"/>
                <a:ea typeface="MS Mincho" pitchFamily="49" charset="-128"/>
                <a:cs typeface="Courier New" pitchFamily="49" charset="0"/>
              </a:rPr>
              <a:t>i</a:t>
            </a:r>
            <a:r>
              <a:rPr lang="en-US" b="1" dirty="0">
                <a:latin typeface="Courier New" pitchFamily="49" charset="0"/>
                <a:ea typeface="MS Mincho" pitchFamily="49" charset="-128"/>
                <a:cs typeface="Courier New" pitchFamily="49" charset="0"/>
              </a:rPr>
              <a:t> in x if </a:t>
            </a:r>
            <a:r>
              <a:rPr lang="en-US" b="1" dirty="0" err="1">
                <a:latin typeface="Courier New" pitchFamily="49" charset="0"/>
                <a:ea typeface="MS Mincho" pitchFamily="49" charset="-128"/>
                <a:cs typeface="Courier New" pitchFamily="49" charset="0"/>
              </a:rPr>
              <a:t>i</a:t>
            </a:r>
            <a:r>
              <a:rPr lang="en-US" b="1" dirty="0">
                <a:latin typeface="Courier New" pitchFamily="49" charset="0"/>
                <a:ea typeface="MS Mincho" pitchFamily="49" charset="-128"/>
                <a:cs typeface="Courier New" pitchFamily="49" charset="0"/>
              </a:rPr>
              <a:t> % 2 == 0] </a:t>
            </a:r>
          </a:p>
          <a:p>
            <a:pPr indent="215900">
              <a:lnSpc>
                <a:spcPct val="150000"/>
              </a:lnSpc>
              <a:spcBef>
                <a:spcPts val="0"/>
              </a:spcBef>
              <a:spcAft>
                <a:spcPts val="0"/>
              </a:spcAft>
              <a:buFont typeface="Wingdings" pitchFamily="2" charset="2"/>
              <a:buNone/>
              <a:defRPr/>
            </a:pPr>
            <a:r>
              <a:rPr lang="fr-FR" b="1" dirty="0" err="1">
                <a:latin typeface="Courier New" pitchFamily="49" charset="0"/>
                <a:ea typeface="MS Mincho" pitchFamily="49" charset="-128"/>
                <a:cs typeface="Courier New" pitchFamily="49" charset="0"/>
              </a:rPr>
              <a:t>Print</a:t>
            </a:r>
            <a:r>
              <a:rPr lang="fr-FR" b="1" dirty="0">
                <a:latin typeface="Courier New" pitchFamily="49" charset="0"/>
                <a:ea typeface="MS Mincho" pitchFamily="49" charset="-128"/>
                <a:cs typeface="Courier New" pitchFamily="49" charset="0"/>
              </a:rPr>
              <a:t>(y)</a:t>
            </a:r>
          </a:p>
          <a:p>
            <a:pPr indent="215900">
              <a:lnSpc>
                <a:spcPct val="150000"/>
              </a:lnSpc>
              <a:spcBef>
                <a:spcPts val="0"/>
              </a:spcBef>
              <a:spcAft>
                <a:spcPts val="0"/>
              </a:spcAft>
              <a:buFont typeface="Wingdings" pitchFamily="2" charset="2"/>
              <a:buNone/>
              <a:defRPr/>
            </a:pPr>
            <a:r>
              <a:rPr lang="fr-FR" b="1" dirty="0">
                <a:solidFill>
                  <a:srgbClr val="0000FF"/>
                </a:solidFill>
                <a:latin typeface="Courier New" pitchFamily="49" charset="0"/>
                <a:ea typeface="MS Mincho" pitchFamily="49" charset="-128"/>
                <a:cs typeface="Courier New" pitchFamily="49" charset="0"/>
              </a:rPr>
              <a:t>    [0,2,4</a:t>
            </a:r>
            <a:r>
              <a:rPr lang="fr-FR" b="1" dirty="0" smtClean="0">
                <a:solidFill>
                  <a:srgbClr val="0000FF"/>
                </a:solidFill>
                <a:latin typeface="Courier New" pitchFamily="49" charset="0"/>
                <a:ea typeface="MS Mincho" pitchFamily="49" charset="-128"/>
                <a:cs typeface="Courier New" pitchFamily="49" charset="0"/>
              </a:rPr>
              <a:t>]</a:t>
            </a:r>
            <a:endParaRPr lang="fr-FR" b="1" dirty="0">
              <a:solidFill>
                <a:srgbClr val="0000FF"/>
              </a:solidFill>
              <a:latin typeface="Courier New" pitchFamily="49" charset="0"/>
              <a:cs typeface="Courier New" pitchFamily="49" charset="0"/>
            </a:endParaRPr>
          </a:p>
        </p:txBody>
      </p:sp>
    </p:spTree>
    <p:custDataLst>
      <p:tags r:id="rId1"/>
    </p:custDataLst>
    <p:extLst>
      <p:ext uri="{BB962C8B-B14F-4D97-AF65-F5344CB8AC3E}">
        <p14:creationId xmlns:p14="http://schemas.microsoft.com/office/powerpoint/2010/main" val="316811708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0529">
                                            <p:txEl>
                                              <p:pRg st="3" end="3"/>
                                            </p:txEl>
                                          </p:spTgt>
                                        </p:tgtEl>
                                        <p:attrNameLst>
                                          <p:attrName>style.visibility</p:attrName>
                                        </p:attrNameLst>
                                      </p:cBhvr>
                                      <p:to>
                                        <p:strVal val="visible"/>
                                      </p:to>
                                    </p:set>
                                    <p:animEffect transition="in" filter="checkerboard(across)">
                                      <p:cBhvr>
                                        <p:cTn id="7" dur="500"/>
                                        <p:tgtEl>
                                          <p:spTgt spid="150529">
                                            <p:txEl>
                                              <p:pRg st="3" end="3"/>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50529">
                                            <p:txEl>
                                              <p:pRg st="4" end="4"/>
                                            </p:txEl>
                                          </p:spTgt>
                                        </p:tgtEl>
                                        <p:attrNameLst>
                                          <p:attrName>style.visibility</p:attrName>
                                        </p:attrNameLst>
                                      </p:cBhvr>
                                      <p:to>
                                        <p:strVal val="visible"/>
                                      </p:to>
                                    </p:set>
                                    <p:animEffect transition="in" filter="checkerboard(across)">
                                      <p:cBhvr>
                                        <p:cTn id="10" dur="500"/>
                                        <p:tgtEl>
                                          <p:spTgt spid="150529">
                                            <p:txEl>
                                              <p:pRg st="4" end="4"/>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50529">
                                            <p:txEl>
                                              <p:pRg st="5" end="5"/>
                                            </p:txEl>
                                          </p:spTgt>
                                        </p:tgtEl>
                                        <p:attrNameLst>
                                          <p:attrName>style.visibility</p:attrName>
                                        </p:attrNameLst>
                                      </p:cBhvr>
                                      <p:to>
                                        <p:strVal val="visible"/>
                                      </p:to>
                                    </p:set>
                                    <p:animEffect transition="in" filter="checkerboard(across)">
                                      <p:cBhvr>
                                        <p:cTn id="13" dur="500"/>
                                        <p:tgtEl>
                                          <p:spTgt spid="1505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2902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2903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00063" y="885825"/>
            <a:ext cx="8215312" cy="400050"/>
          </a:xfrm>
          <a:prstGeom prst="rect">
            <a:avLst/>
          </a:prstGeom>
        </p:spPr>
        <p:txBody>
          <a:bodyPr>
            <a:spAutoFit/>
          </a:bodyPr>
          <a:lstStyle/>
          <a:p>
            <a:pPr eaLnBrk="1" hangingPunct="1">
              <a:spcBef>
                <a:spcPct val="50000"/>
              </a:spcBef>
              <a:buClr>
                <a:srgbClr val="336666"/>
              </a:buClr>
              <a:buFont typeface="Wingdings" pitchFamily="2" charset="2"/>
              <a:buNone/>
              <a:defRPr/>
            </a:pPr>
            <a:r>
              <a:rPr lang="fr-FR" b="1" dirty="0">
                <a:solidFill>
                  <a:srgbClr val="FF0000"/>
                </a:solidFill>
                <a:latin typeface="+mj-lt"/>
              </a:rPr>
              <a:t>Les opérations sur les listes</a:t>
            </a:r>
            <a:r>
              <a:rPr lang="fr-FR" b="1" dirty="0">
                <a:solidFill>
                  <a:srgbClr val="FF0000"/>
                </a:solidFill>
              </a:rPr>
              <a:t>:</a:t>
            </a:r>
          </a:p>
        </p:txBody>
      </p:sp>
      <p:graphicFrame>
        <p:nvGraphicFramePr>
          <p:cNvPr id="10" name="Tableau 9"/>
          <p:cNvGraphicFramePr>
            <a:graphicFrameLocks noGrp="1"/>
          </p:cNvGraphicFramePr>
          <p:nvPr/>
        </p:nvGraphicFramePr>
        <p:xfrm>
          <a:off x="571500" y="1312863"/>
          <a:ext cx="8210550" cy="3462335"/>
        </p:xfrm>
        <a:graphic>
          <a:graphicData uri="http://schemas.openxmlformats.org/drawingml/2006/table">
            <a:tbl>
              <a:tblPr/>
              <a:tblGrid>
                <a:gridCol w="2815089"/>
                <a:gridCol w="5395461"/>
              </a:tblGrid>
              <a:tr h="396287">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rgbClr val="FFFFFF"/>
                          </a:solidFill>
                          <a:effectLst/>
                          <a:latin typeface="+mn-lt"/>
                          <a:ea typeface="ＭＳ Ｐゴシック" pitchFamily="34" charset="-128"/>
                        </a:rPr>
                        <a:t>Opération</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rgbClr val="FFFFFF"/>
                          </a:solidFill>
                          <a:effectLst/>
                          <a:latin typeface="+mn-lt"/>
                          <a:ea typeface="ＭＳ Ｐゴシック" pitchFamily="34" charset="-128"/>
                        </a:rPr>
                        <a:t>Résultat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x in 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Teste si </a:t>
                      </a:r>
                      <a:r>
                        <a:rPr kumimoji="0" lang="fr-FR" sz="1600" b="1" i="0" u="none" strike="noStrike" cap="none" normalizeH="0" baseline="0" dirty="0" smtClean="0">
                          <a:ln>
                            <a:noFill/>
                          </a:ln>
                          <a:solidFill>
                            <a:srgbClr val="000000"/>
                          </a:solidFill>
                          <a:effectLst/>
                          <a:latin typeface="+mn-lt"/>
                          <a:ea typeface="ＭＳ Ｐゴシック" pitchFamily="34" charset="-128"/>
                        </a:rPr>
                        <a:t>x</a:t>
                      </a:r>
                      <a:r>
                        <a:rPr kumimoji="0" lang="fr-FR" sz="1600" b="0" i="0" u="none" strike="noStrike" cap="none" normalizeH="0" baseline="0" dirty="0" smtClean="0">
                          <a:ln>
                            <a:noFill/>
                          </a:ln>
                          <a:solidFill>
                            <a:srgbClr val="000000"/>
                          </a:solidFill>
                          <a:effectLst/>
                          <a:latin typeface="+mn-lt"/>
                          <a:ea typeface="ＭＳ Ｐゴシック" pitchFamily="34" charset="-128"/>
                        </a:rPr>
                        <a:t> appartient à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x not in 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Teste si </a:t>
                      </a:r>
                      <a:r>
                        <a:rPr kumimoji="0" lang="fr-FR" sz="1600" b="1" i="0" u="none" strike="noStrike" cap="none" normalizeH="0" baseline="0" dirty="0" smtClean="0">
                          <a:ln>
                            <a:noFill/>
                          </a:ln>
                          <a:solidFill>
                            <a:srgbClr val="000000"/>
                          </a:solidFill>
                          <a:effectLst/>
                          <a:latin typeface="+mn-lt"/>
                          <a:ea typeface="ＭＳ Ｐゴシック" pitchFamily="34" charset="-128"/>
                        </a:rPr>
                        <a:t>x</a:t>
                      </a:r>
                      <a:r>
                        <a:rPr kumimoji="0" lang="fr-FR" sz="1600" b="0" i="0" u="none" strike="noStrike" cap="none" normalizeH="0" baseline="0" dirty="0" smtClean="0">
                          <a:ln>
                            <a:noFill/>
                          </a:ln>
                          <a:solidFill>
                            <a:srgbClr val="000000"/>
                          </a:solidFill>
                          <a:effectLst/>
                          <a:latin typeface="+mn-lt"/>
                          <a:ea typeface="ＭＳ Ｐゴシック" pitchFamily="34" charset="-128"/>
                        </a:rPr>
                        <a:t> n</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appartient pas à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 +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Concaténation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et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 * n   ou   n * 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Concaténation de </a:t>
                      </a:r>
                      <a:r>
                        <a:rPr kumimoji="0" lang="fr-FR" sz="1600" b="1" i="0" u="none" strike="noStrike" cap="none" normalizeH="0" baseline="0" dirty="0" smtClean="0">
                          <a:ln>
                            <a:noFill/>
                          </a:ln>
                          <a:solidFill>
                            <a:srgbClr val="000000"/>
                          </a:solidFill>
                          <a:effectLst/>
                          <a:latin typeface="+mn-lt"/>
                          <a:ea typeface="ＭＳ Ｐゴシック" pitchFamily="34" charset="-128"/>
                        </a:rPr>
                        <a:t>n</a:t>
                      </a:r>
                      <a:r>
                        <a:rPr kumimoji="0" lang="fr-FR" sz="1600" b="0" i="0" u="none" strike="noStrike" cap="none" normalizeH="0" baseline="0" dirty="0" smtClean="0">
                          <a:ln>
                            <a:noFill/>
                          </a:ln>
                          <a:solidFill>
                            <a:srgbClr val="000000"/>
                          </a:solidFill>
                          <a:effectLst/>
                          <a:latin typeface="+mn-lt"/>
                          <a:ea typeface="ＭＳ Ｐゴシック" pitchFamily="34" charset="-128"/>
                        </a:rPr>
                        <a:t> copies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len</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Nombre d</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éléments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min(s)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Plus petit élément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max(s)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Plus grand élément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s.count</a:t>
                      </a:r>
                      <a:r>
                        <a:rPr kumimoji="0" lang="fr-FR" sz="1600" b="1" i="0" u="none" strike="noStrike" cap="none" normalizeH="0" baseline="0" dirty="0" smtClean="0">
                          <a:ln>
                            <a:noFill/>
                          </a:ln>
                          <a:solidFill>
                            <a:srgbClr val="000000"/>
                          </a:solidFill>
                          <a:effectLst/>
                          <a:latin typeface="+mn-lt"/>
                          <a:ea typeface="ＭＳ Ｐゴシック" pitchFamily="34" charset="-128"/>
                        </a:rPr>
                        <a:t>(x)</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Nombre d</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err="1" smtClean="0">
                          <a:ln>
                            <a:noFill/>
                          </a:ln>
                          <a:solidFill>
                            <a:srgbClr val="000000"/>
                          </a:solidFill>
                          <a:effectLst/>
                          <a:latin typeface="+mn-lt"/>
                          <a:ea typeface="ＭＳ Ｐゴシック" pitchFamily="34" charset="-128"/>
                        </a:rPr>
                        <a:t>occurences</a:t>
                      </a:r>
                      <a:r>
                        <a:rPr kumimoji="0" lang="fr-FR" sz="1600" b="0" i="0" u="none" strike="noStrike" cap="none" normalizeH="0" baseline="0" dirty="0" smtClean="0">
                          <a:ln>
                            <a:noFill/>
                          </a:ln>
                          <a:solidFill>
                            <a:srgbClr val="000000"/>
                          </a:solidFill>
                          <a:effectLst/>
                          <a:latin typeface="+mn-lt"/>
                          <a:ea typeface="ＭＳ Ｐゴシック" pitchFamily="34" charset="-128"/>
                        </a:rPr>
                        <a:t> de </a:t>
                      </a:r>
                      <a:r>
                        <a:rPr kumimoji="0" lang="fr-FR" sz="1600" b="1" i="0" u="none" strike="noStrike" cap="none" normalizeH="0" baseline="0" dirty="0" smtClean="0">
                          <a:ln>
                            <a:noFill/>
                          </a:ln>
                          <a:solidFill>
                            <a:srgbClr val="000000"/>
                          </a:solidFill>
                          <a:effectLst/>
                          <a:latin typeface="+mn-lt"/>
                          <a:ea typeface="ＭＳ Ｐゴシック" pitchFamily="34" charset="-128"/>
                        </a:rPr>
                        <a:t>x</a:t>
                      </a:r>
                      <a:r>
                        <a:rPr kumimoji="0" lang="fr-FR" sz="1600" b="0" i="0" u="none" strike="noStrike" cap="none" normalizeH="0" baseline="0" dirty="0" smtClean="0">
                          <a:ln>
                            <a:noFill/>
                          </a:ln>
                          <a:solidFill>
                            <a:srgbClr val="000000"/>
                          </a:solidFill>
                          <a:effectLst/>
                          <a:latin typeface="+mn-lt"/>
                          <a:ea typeface="ＭＳ Ｐゴシック" pitchFamily="34" charset="-128"/>
                        </a:rPr>
                        <a:t> dans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4067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s.index</a:t>
                      </a:r>
                      <a:r>
                        <a:rPr kumimoji="0" lang="fr-FR" sz="1600" b="1" i="0" u="none" strike="noStrike" cap="none" normalizeH="0" baseline="0" dirty="0" smtClean="0">
                          <a:ln>
                            <a:noFill/>
                          </a:ln>
                          <a:solidFill>
                            <a:srgbClr val="000000"/>
                          </a:solidFill>
                          <a:effectLst/>
                          <a:latin typeface="+mn-lt"/>
                          <a:ea typeface="ＭＳ Ｐゴシック" pitchFamily="34" charset="-128"/>
                        </a:rPr>
                        <a:t>(x)</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Indice de </a:t>
                      </a:r>
                      <a:r>
                        <a:rPr kumimoji="0" lang="fr-FR" sz="1600" b="1" i="0" u="none" strike="noStrike" cap="none" normalizeH="0" baseline="0" dirty="0" smtClean="0">
                          <a:ln>
                            <a:noFill/>
                          </a:ln>
                          <a:solidFill>
                            <a:srgbClr val="000000"/>
                          </a:solidFill>
                          <a:effectLst/>
                          <a:latin typeface="+mn-lt"/>
                          <a:ea typeface="ＭＳ Ｐゴシック" pitchFamily="34" charset="-128"/>
                        </a:rPr>
                        <a:t>x</a:t>
                      </a:r>
                      <a:r>
                        <a:rPr kumimoji="0" lang="fr-FR" sz="1600" b="0" i="0" u="none" strike="noStrike" cap="none" normalizeH="0" baseline="0" dirty="0" smtClean="0">
                          <a:ln>
                            <a:noFill/>
                          </a:ln>
                          <a:solidFill>
                            <a:srgbClr val="000000"/>
                          </a:solidFill>
                          <a:effectLst/>
                          <a:latin typeface="+mn-lt"/>
                          <a:ea typeface="ＭＳ Ｐゴシック" pitchFamily="34" charset="-128"/>
                        </a:rPr>
                        <a:t> dans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graphicFrame>
        <p:nvGraphicFramePr>
          <p:cNvPr id="11" name="Tableau 10"/>
          <p:cNvGraphicFramePr>
            <a:graphicFrameLocks noGrp="1"/>
          </p:cNvGraphicFramePr>
          <p:nvPr/>
        </p:nvGraphicFramePr>
        <p:xfrm>
          <a:off x="576263" y="4786313"/>
          <a:ext cx="8210550" cy="1737024"/>
        </p:xfrm>
        <a:graphic>
          <a:graphicData uri="http://schemas.openxmlformats.org/drawingml/2006/table">
            <a:tbl>
              <a:tblPr/>
              <a:tblGrid>
                <a:gridCol w="2857510"/>
                <a:gridCol w="5353040"/>
              </a:tblGrid>
              <a:tr h="33511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s[i]</a:t>
                      </a:r>
                    </a:p>
                  </a:txBody>
                  <a:tcPr marL="91448" marR="91448"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i</a:t>
                      </a:r>
                      <a:r>
                        <a:rPr kumimoji="0" 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err="1" smtClean="0">
                          <a:ln>
                            <a:noFill/>
                          </a:ln>
                          <a:solidFill>
                            <a:srgbClr val="000000"/>
                          </a:solidFill>
                          <a:effectLst/>
                          <a:latin typeface="+mn-lt"/>
                          <a:ea typeface="ＭＳ Ｐゴシック" pitchFamily="34" charset="-128"/>
                        </a:rPr>
                        <a:t>ème</a:t>
                      </a:r>
                      <a:r>
                        <a:rPr kumimoji="0" lang="fr-FR" sz="1600" b="0" i="0" u="none" strike="noStrike" cap="none" normalizeH="0" baseline="0" dirty="0" smtClean="0">
                          <a:ln>
                            <a:noFill/>
                          </a:ln>
                          <a:solidFill>
                            <a:srgbClr val="000000"/>
                          </a:solidFill>
                          <a:effectLst/>
                          <a:latin typeface="+mn-lt"/>
                          <a:ea typeface="ＭＳ Ｐゴシック" pitchFamily="34" charset="-128"/>
                        </a:rPr>
                        <a:t> élément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8" marR="91448"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57890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1" i="0" u="none" strike="noStrike" cap="none" normalizeH="0" baseline="0" dirty="0" err="1" smtClean="0">
                          <a:ln>
                            <a:noFill/>
                          </a:ln>
                          <a:solidFill>
                            <a:srgbClr val="000000"/>
                          </a:solidFill>
                          <a:effectLst/>
                          <a:latin typeface="+mn-lt"/>
                          <a:ea typeface="ＭＳ Ｐゴシック" pitchFamily="34" charset="-128"/>
                        </a:rPr>
                        <a:t>i:j</a:t>
                      </a:r>
                      <a:r>
                        <a:rPr kumimoji="0" lang="fr-FR" sz="1600" b="1" i="0" u="none" strike="noStrike" cap="none" normalizeH="0" baseline="0" dirty="0" smtClean="0">
                          <a:ln>
                            <a:noFill/>
                          </a:ln>
                          <a:solidFill>
                            <a:srgbClr val="000000"/>
                          </a:solidFill>
                          <a:effectLst/>
                          <a:latin typeface="+mn-lt"/>
                          <a:ea typeface="ＭＳ Ｐゴシック" pitchFamily="34" charset="-128"/>
                        </a:rPr>
                        <a:t>]</a:t>
                      </a:r>
                    </a:p>
                  </a:txBody>
                  <a:tcPr marL="91448" marR="91448"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Sous-séquence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constituée des éléments entre le </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i</a:t>
                      </a:r>
                      <a:r>
                        <a:rPr kumimoji="0" 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err="1" smtClean="0">
                          <a:ln>
                            <a:noFill/>
                          </a:ln>
                          <a:solidFill>
                            <a:srgbClr val="000000"/>
                          </a:solidFill>
                          <a:effectLst/>
                          <a:latin typeface="+mn-lt"/>
                          <a:ea typeface="ＭＳ Ｐゴシック" pitchFamily="34" charset="-128"/>
                        </a:rPr>
                        <a:t>ème</a:t>
                      </a:r>
                      <a:r>
                        <a:rPr kumimoji="0" lang="fr-FR" sz="1600" b="0" i="0" u="none" strike="noStrike" cap="none" normalizeH="0" baseline="0" dirty="0" smtClean="0">
                          <a:ln>
                            <a:noFill/>
                          </a:ln>
                          <a:solidFill>
                            <a:srgbClr val="000000"/>
                          </a:solidFill>
                          <a:effectLst/>
                          <a:latin typeface="+mn-lt"/>
                          <a:ea typeface="ＭＳ Ｐゴシック" pitchFamily="34" charset="-128"/>
                        </a:rPr>
                        <a:t> (inclus) et le </a:t>
                      </a:r>
                      <a:r>
                        <a:rPr kumimoji="0" lang="fr-FR" sz="1600" b="1" i="0" u="none" strike="noStrike" cap="none" normalizeH="0" baseline="0" dirty="0" smtClean="0">
                          <a:ln>
                            <a:noFill/>
                          </a:ln>
                          <a:solidFill>
                            <a:srgbClr val="000000"/>
                          </a:solidFill>
                          <a:effectLst/>
                          <a:latin typeface="+mn-lt"/>
                          <a:ea typeface="ＭＳ Ｐゴシック" pitchFamily="34" charset="-128"/>
                        </a:rPr>
                        <a:t>j</a:t>
                      </a:r>
                      <a:r>
                        <a:rPr kumimoji="0" 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err="1" smtClean="0">
                          <a:ln>
                            <a:noFill/>
                          </a:ln>
                          <a:solidFill>
                            <a:srgbClr val="000000"/>
                          </a:solidFill>
                          <a:effectLst/>
                          <a:latin typeface="+mn-lt"/>
                          <a:ea typeface="ＭＳ Ｐゴシック" pitchFamily="34" charset="-128"/>
                        </a:rPr>
                        <a:t>ème</a:t>
                      </a:r>
                      <a:r>
                        <a:rPr kumimoji="0" lang="fr-FR" sz="1600" b="0" i="0" u="none" strike="noStrike" cap="none" normalizeH="0" baseline="0" dirty="0" smtClean="0">
                          <a:ln>
                            <a:noFill/>
                          </a:ln>
                          <a:solidFill>
                            <a:srgbClr val="000000"/>
                          </a:solidFill>
                          <a:effectLst/>
                          <a:latin typeface="+mn-lt"/>
                          <a:ea typeface="ＭＳ Ｐゴシック" pitchFamily="34" charset="-128"/>
                        </a:rPr>
                        <a:t> (exclus)</a:t>
                      </a:r>
                    </a:p>
                  </a:txBody>
                  <a:tcPr marL="91448" marR="91448"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8226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1" i="0" u="none" strike="noStrike" cap="none" normalizeH="0" baseline="0" dirty="0" err="1" smtClean="0">
                          <a:ln>
                            <a:noFill/>
                          </a:ln>
                          <a:solidFill>
                            <a:srgbClr val="000000"/>
                          </a:solidFill>
                          <a:effectLst/>
                          <a:latin typeface="+mn-lt"/>
                          <a:ea typeface="ＭＳ Ｐゴシック" pitchFamily="34" charset="-128"/>
                        </a:rPr>
                        <a:t>i:j:k</a:t>
                      </a:r>
                      <a:r>
                        <a:rPr kumimoji="0" lang="fr-FR" sz="1600" b="1" i="0" u="none" strike="noStrike" cap="none" normalizeH="0" baseline="0" dirty="0" smtClean="0">
                          <a:ln>
                            <a:noFill/>
                          </a:ln>
                          <a:solidFill>
                            <a:srgbClr val="000000"/>
                          </a:solidFill>
                          <a:effectLst/>
                          <a:latin typeface="+mn-lt"/>
                          <a:ea typeface="ＭＳ Ｐゴシック" pitchFamily="34" charset="-128"/>
                        </a:rPr>
                        <a:t>]</a:t>
                      </a:r>
                    </a:p>
                  </a:txBody>
                  <a:tcPr marL="91448" marR="91448"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Sous-séquence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constituée des éléments entre le</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 </a:t>
                      </a:r>
                      <a:r>
                        <a:rPr kumimoji="0" lang="fr-FR" sz="1600" b="1" i="0" u="none" strike="noStrike" cap="none" normalizeH="0" baseline="0" dirty="0" smtClean="0">
                          <a:ln>
                            <a:noFill/>
                          </a:ln>
                          <a:solidFill>
                            <a:srgbClr val="000000"/>
                          </a:solidFill>
                          <a:effectLst/>
                          <a:latin typeface="+mn-lt"/>
                          <a:ea typeface="ＭＳ Ｐゴシック" pitchFamily="34" charset="-128"/>
                        </a:rPr>
                        <a:t>i</a:t>
                      </a:r>
                      <a:r>
                        <a:rPr kumimoji="0" 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err="1" smtClean="0">
                          <a:ln>
                            <a:noFill/>
                          </a:ln>
                          <a:solidFill>
                            <a:srgbClr val="000000"/>
                          </a:solidFill>
                          <a:effectLst/>
                          <a:latin typeface="+mn-lt"/>
                          <a:ea typeface="ＭＳ Ｐゴシック" pitchFamily="34" charset="-128"/>
                        </a:rPr>
                        <a:t>ème</a:t>
                      </a:r>
                      <a:r>
                        <a:rPr kumimoji="0" lang="fr-FR" sz="1600" b="0" i="0" u="none" strike="noStrike" cap="none" normalizeH="0" baseline="0" dirty="0" smtClean="0">
                          <a:ln>
                            <a:noFill/>
                          </a:ln>
                          <a:solidFill>
                            <a:srgbClr val="000000"/>
                          </a:solidFill>
                          <a:effectLst/>
                          <a:latin typeface="+mn-lt"/>
                          <a:ea typeface="ＭＳ Ｐゴシック" pitchFamily="34" charset="-128"/>
                        </a:rPr>
                        <a:t> (inclus) et le </a:t>
                      </a:r>
                      <a:r>
                        <a:rPr kumimoji="0" lang="fr-FR" sz="1600" b="1" i="0" u="none" strike="noStrike" cap="none" normalizeH="0" baseline="0" dirty="0" smtClean="0">
                          <a:ln>
                            <a:noFill/>
                          </a:ln>
                          <a:solidFill>
                            <a:srgbClr val="000000"/>
                          </a:solidFill>
                          <a:effectLst/>
                          <a:latin typeface="+mn-lt"/>
                          <a:ea typeface="ＭＳ Ｐゴシック" pitchFamily="34" charset="-128"/>
                        </a:rPr>
                        <a:t>j</a:t>
                      </a:r>
                      <a:r>
                        <a:rPr kumimoji="0" 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err="1" smtClean="0">
                          <a:ln>
                            <a:noFill/>
                          </a:ln>
                          <a:solidFill>
                            <a:srgbClr val="000000"/>
                          </a:solidFill>
                          <a:effectLst/>
                          <a:latin typeface="+mn-lt"/>
                          <a:ea typeface="ＭＳ Ｐゴシック" pitchFamily="34" charset="-128"/>
                        </a:rPr>
                        <a:t>ème</a:t>
                      </a:r>
                      <a:r>
                        <a:rPr kumimoji="0" lang="fr-FR" sz="1600" b="0" i="0" u="none" strike="noStrike" cap="none" normalizeH="0" baseline="0" dirty="0" smtClean="0">
                          <a:ln>
                            <a:noFill/>
                          </a:ln>
                          <a:solidFill>
                            <a:srgbClr val="000000"/>
                          </a:solidFill>
                          <a:effectLst/>
                          <a:latin typeface="+mn-lt"/>
                          <a:ea typeface="ＭＳ Ｐゴシック" pitchFamily="34" charset="-128"/>
                        </a:rPr>
                        <a:t> (exclus) </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pris avec un pas de </a:t>
                      </a:r>
                      <a:r>
                        <a:rPr kumimoji="0" lang="fr-FR" sz="1600" b="1" i="0" u="none" strike="noStrike" cap="none" normalizeH="0" baseline="0" dirty="0" smtClean="0">
                          <a:ln>
                            <a:noFill/>
                          </a:ln>
                          <a:solidFill>
                            <a:srgbClr val="000000"/>
                          </a:solidFill>
                          <a:effectLst/>
                          <a:latin typeface="+mn-lt"/>
                          <a:ea typeface="ＭＳ Ｐゴシック" pitchFamily="34" charset="-128"/>
                        </a:rPr>
                        <a:t>k</a:t>
                      </a:r>
                    </a:p>
                  </a:txBody>
                  <a:tcPr marL="91448" marR="91448" marT="45664" marB="4566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Tree>
    <p:custDataLst>
      <p:tags r:id="rId1"/>
    </p:custDataLst>
    <p:extLst>
      <p:ext uri="{BB962C8B-B14F-4D97-AF65-F5344CB8AC3E}">
        <p14:creationId xmlns:p14="http://schemas.microsoft.com/office/powerpoint/2010/main" val="771356506"/>
      </p:ext>
    </p:extLst>
  </p:cSld>
  <p:clrMapOvr>
    <a:masterClrMapping/>
  </p:clrMapOvr>
  <p:transition>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3005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005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00063" y="885825"/>
            <a:ext cx="8215312" cy="369888"/>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j-lt"/>
              </a:rPr>
              <a:t>Exemple 1</a:t>
            </a:r>
            <a:r>
              <a:rPr lang="fr-FR" sz="1800" b="1" dirty="0">
                <a:solidFill>
                  <a:srgbClr val="FF0000"/>
                </a:solidFill>
              </a:rPr>
              <a:t>:</a:t>
            </a:r>
          </a:p>
        </p:txBody>
      </p:sp>
      <p:sp>
        <p:nvSpPr>
          <p:cNvPr id="12" name="Rectangle à coins arrondis 11"/>
          <p:cNvSpPr/>
          <p:nvPr/>
        </p:nvSpPr>
        <p:spPr>
          <a:xfrm>
            <a:off x="928688" y="1214438"/>
            <a:ext cx="7893050" cy="3009900"/>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0"/>
              </a:spcBef>
              <a:buClr>
                <a:srgbClr val="336666"/>
              </a:buClr>
              <a:buFont typeface="Wingdings" pitchFamily="2" charset="2"/>
              <a:buNone/>
              <a:defRPr/>
            </a:pPr>
            <a:r>
              <a:rPr lang="en-US" sz="1800" b="1" dirty="0">
                <a:solidFill>
                  <a:srgbClr val="008000"/>
                </a:solidFill>
                <a:latin typeface="Courier New" charset="0"/>
                <a:ea typeface="ＭＳ Ｐゴシック" charset="0"/>
                <a:cs typeface="Courier New" charset="0"/>
              </a:rPr>
              <a:t>&gt;&gt;&gt;</a:t>
            </a:r>
            <a:r>
              <a:rPr lang="en-US" sz="1800" b="1" dirty="0">
                <a:solidFill>
                  <a:srgbClr val="0000FF"/>
                </a:solidFill>
                <a:latin typeface="Courier New" charset="0"/>
                <a:ea typeface="ＭＳ Ｐゴシック" charset="0"/>
                <a:cs typeface="Courier New" charset="0"/>
              </a:rPr>
              <a:t> </a:t>
            </a:r>
            <a:r>
              <a:rPr lang="en-US" sz="1800" b="1" dirty="0">
                <a:solidFill>
                  <a:schemeClr val="tx1"/>
                </a:solidFill>
                <a:latin typeface="Courier New" charset="0"/>
                <a:ea typeface="ＭＳ Ｐゴシック" charset="0"/>
                <a:cs typeface="Courier New" charset="0"/>
              </a:rPr>
              <a:t>t = [</a:t>
            </a:r>
            <a:r>
              <a:rPr lang="en-US" sz="1800" b="1" dirty="0">
                <a:solidFill>
                  <a:srgbClr val="3366FF"/>
                </a:solidFill>
                <a:latin typeface="Courier New" charset="0"/>
                <a:ea typeface="ＭＳ Ｐゴシック" charset="0"/>
                <a:cs typeface="Courier New" charset="0"/>
              </a:rPr>
              <a:t>7</a:t>
            </a:r>
            <a:r>
              <a:rPr lang="en-US" sz="1800" b="1" dirty="0">
                <a:solidFill>
                  <a:srgbClr val="000000"/>
                </a:solidFill>
                <a:latin typeface="Courier New" charset="0"/>
                <a:ea typeface="ＭＳ Ｐゴシック" charset="0"/>
                <a:cs typeface="Courier New" charset="0"/>
              </a:rPr>
              <a:t>,</a:t>
            </a:r>
            <a:r>
              <a:rPr lang="en-US" sz="1800" b="1" dirty="0">
                <a:solidFill>
                  <a:srgbClr val="0000FF"/>
                </a:solidFill>
                <a:latin typeface="Courier New" charset="0"/>
                <a:ea typeface="ＭＳ Ｐゴシック" charset="0"/>
                <a:cs typeface="Courier New" charset="0"/>
              </a:rPr>
              <a:t> </a:t>
            </a:r>
            <a:r>
              <a:rPr lang="en-US" sz="1800" b="1" dirty="0">
                <a:solidFill>
                  <a:schemeClr val="tx1"/>
                </a:solidFill>
                <a:latin typeface="Courier New" charset="0"/>
                <a:ea typeface="ＭＳ Ｐゴシック" charset="0"/>
                <a:cs typeface="Courier New" charset="0"/>
              </a:rPr>
              <a:t>-</a:t>
            </a:r>
            <a:r>
              <a:rPr lang="en-US" sz="1800" b="1" dirty="0">
                <a:solidFill>
                  <a:srgbClr val="3366FF"/>
                </a:solidFill>
                <a:latin typeface="Courier New" charset="0"/>
                <a:ea typeface="ＭＳ Ｐゴシック" charset="0"/>
                <a:cs typeface="Courier New" charset="0"/>
              </a:rPr>
              <a:t>3</a:t>
            </a:r>
            <a:r>
              <a:rPr lang="en-US" sz="1800" b="1" dirty="0">
                <a:solidFill>
                  <a:srgbClr val="000000"/>
                </a:solidFill>
                <a:latin typeface="Courier New" charset="0"/>
                <a:ea typeface="ＭＳ Ｐゴシック" charset="0"/>
                <a:cs typeface="Courier New" charset="0"/>
              </a:rPr>
              <a:t>,</a:t>
            </a:r>
            <a:r>
              <a:rPr lang="en-US" sz="1800" b="1" dirty="0">
                <a:solidFill>
                  <a:srgbClr val="0000FF"/>
                </a:solidFill>
                <a:latin typeface="Courier New" charset="0"/>
                <a:ea typeface="ＭＳ Ｐゴシック" charset="0"/>
                <a:cs typeface="Courier New" charset="0"/>
              </a:rPr>
              <a:t> </a:t>
            </a:r>
            <a:r>
              <a:rPr lang="en-US" sz="1800" b="1" dirty="0">
                <a:solidFill>
                  <a:srgbClr val="3366FF"/>
                </a:solidFill>
                <a:latin typeface="Courier New" charset="0"/>
                <a:ea typeface="ＭＳ Ｐゴシック" charset="0"/>
                <a:cs typeface="Courier New" charset="0"/>
              </a:rPr>
              <a:t>2</a:t>
            </a:r>
            <a:r>
              <a:rPr lang="en-US" sz="1800" b="1" dirty="0">
                <a:solidFill>
                  <a:srgbClr val="0000FF"/>
                </a:solidFill>
                <a:latin typeface="Courier New" charset="0"/>
                <a:ea typeface="ＭＳ Ｐゴシック" charset="0"/>
                <a:cs typeface="Courier New" charset="0"/>
              </a:rPr>
              <a:t>, </a:t>
            </a:r>
            <a:r>
              <a:rPr lang="en-US" sz="1800" b="1" dirty="0">
                <a:solidFill>
                  <a:srgbClr val="3366FF"/>
                </a:solidFill>
                <a:latin typeface="Courier New" charset="0"/>
                <a:ea typeface="ＭＳ Ｐゴシック" charset="0"/>
                <a:cs typeface="Courier New" charset="0"/>
              </a:rPr>
              <a:t>11</a:t>
            </a:r>
            <a:r>
              <a:rPr lang="en-US" sz="1800" b="1" dirty="0">
                <a:solidFill>
                  <a:srgbClr val="000000"/>
                </a:solidFill>
                <a:latin typeface="Courier New" charset="0"/>
                <a:ea typeface="ＭＳ Ｐゴシック" charset="0"/>
                <a:cs typeface="Courier New" charset="0"/>
              </a:rPr>
              <a:t>,</a:t>
            </a:r>
            <a:r>
              <a:rPr lang="en-US" sz="1800" b="1" dirty="0">
                <a:solidFill>
                  <a:srgbClr val="0000FF"/>
                </a:solidFill>
                <a:latin typeface="Courier New" charset="0"/>
                <a:ea typeface="ＭＳ Ｐゴシック" charset="0"/>
                <a:cs typeface="Courier New" charset="0"/>
              </a:rPr>
              <a:t> </a:t>
            </a:r>
            <a:r>
              <a:rPr lang="en-US" sz="1800" b="1" dirty="0">
                <a:solidFill>
                  <a:srgbClr val="3366FF"/>
                </a:solidFill>
                <a:latin typeface="Courier New" charset="0"/>
                <a:ea typeface="ＭＳ Ｐゴシック" charset="0"/>
                <a:cs typeface="Courier New" charset="0"/>
              </a:rPr>
              <a:t>666</a:t>
            </a:r>
            <a:r>
              <a:rPr lang="en-US" sz="1800" b="1" dirty="0">
                <a:solidFill>
                  <a:srgbClr val="000000"/>
                </a:solidFill>
                <a:latin typeface="Courier New" charset="0"/>
                <a:ea typeface="ＭＳ Ｐゴシック" charset="0"/>
                <a:cs typeface="Courier New" charset="0"/>
              </a:rPr>
              <a:t>,</a:t>
            </a:r>
            <a:r>
              <a:rPr lang="en-US" sz="1800" b="1" dirty="0">
                <a:solidFill>
                  <a:srgbClr val="0000FF"/>
                </a:solidFill>
                <a:latin typeface="Courier New" charset="0"/>
                <a:ea typeface="ＭＳ Ｐゴシック" charset="0"/>
                <a:cs typeface="Courier New" charset="0"/>
              </a:rPr>
              <a:t> </a:t>
            </a:r>
            <a:r>
              <a:rPr lang="en-US" sz="1800" b="1" dirty="0">
                <a:solidFill>
                  <a:srgbClr val="000000"/>
                </a:solidFill>
                <a:latin typeface="Courier New" charset="0"/>
                <a:ea typeface="ＭＳ Ｐゴシック" charset="0"/>
                <a:cs typeface="Courier New" charset="0"/>
              </a:rPr>
              <a:t>-</a:t>
            </a:r>
            <a:r>
              <a:rPr lang="en-US" sz="1800" b="1" dirty="0">
                <a:solidFill>
                  <a:srgbClr val="3366FF"/>
                </a:solidFill>
                <a:latin typeface="Courier New" charset="0"/>
                <a:ea typeface="ＭＳ Ｐゴシック" charset="0"/>
                <a:cs typeface="Courier New" charset="0"/>
              </a:rPr>
              <a:t>1975</a:t>
            </a:r>
            <a:r>
              <a:rPr lang="en-US" sz="1800" b="1" dirty="0">
                <a:solidFill>
                  <a:srgbClr val="000000"/>
                </a:solidFill>
                <a:latin typeface="Courier New" charset="0"/>
                <a:ea typeface="ＭＳ Ｐゴシック" charset="0"/>
                <a:cs typeface="Courier New" charset="0"/>
              </a:rPr>
              <a:t>]</a:t>
            </a:r>
          </a:p>
          <a:p>
            <a:pPr lvl="1" eaLnBrk="1" hangingPunct="1">
              <a:spcBef>
                <a:spcPts val="0"/>
              </a:spcBef>
              <a:buClr>
                <a:srgbClr val="336666"/>
              </a:buClr>
              <a:buFont typeface="Wingdings" pitchFamily="2" charset="2"/>
              <a:buNone/>
              <a:defRPr/>
            </a:pPr>
            <a:r>
              <a:rPr lang="en-US" sz="1800" b="1" dirty="0">
                <a:solidFill>
                  <a:srgbClr val="008000"/>
                </a:solidFill>
                <a:latin typeface="Courier New" charset="0"/>
                <a:ea typeface="ＭＳ Ｐゴシック" charset="0"/>
                <a:cs typeface="Courier New" charset="0"/>
              </a:rPr>
              <a:t>&gt;&gt;&gt;</a:t>
            </a:r>
            <a:r>
              <a:rPr lang="en-US" sz="1800" b="1" dirty="0">
                <a:solidFill>
                  <a:srgbClr val="0000FF"/>
                </a:solidFill>
                <a:latin typeface="Courier New" charset="0"/>
                <a:ea typeface="ＭＳ Ｐゴシック" charset="0"/>
                <a:cs typeface="Courier New" charset="0"/>
              </a:rPr>
              <a:t> </a:t>
            </a:r>
            <a:r>
              <a:rPr lang="en-US" sz="1800" b="1" dirty="0">
                <a:solidFill>
                  <a:srgbClr val="000000"/>
                </a:solidFill>
                <a:latin typeface="Courier New" charset="0"/>
                <a:ea typeface="ＭＳ Ｐゴシック" charset="0"/>
                <a:cs typeface="Courier New" charset="0"/>
              </a:rPr>
              <a:t>t[</a:t>
            </a:r>
            <a:r>
              <a:rPr lang="en-US" sz="1800" b="1" dirty="0">
                <a:solidFill>
                  <a:srgbClr val="3366FF"/>
                </a:solidFill>
                <a:latin typeface="Courier New" charset="0"/>
                <a:ea typeface="ＭＳ Ｐゴシック" charset="0"/>
                <a:cs typeface="Courier New" charset="0"/>
              </a:rPr>
              <a:t>3</a:t>
            </a:r>
            <a:r>
              <a:rPr lang="en-US" sz="1800" b="1" dirty="0">
                <a:solidFill>
                  <a:srgbClr val="000000"/>
                </a:solidFill>
                <a:latin typeface="Courier New" charset="0"/>
                <a:ea typeface="ＭＳ Ｐゴシック" charset="0"/>
                <a:cs typeface="Courier New" charset="0"/>
              </a:rPr>
              <a:t>:]</a:t>
            </a:r>
          </a:p>
          <a:p>
            <a:pPr lvl="1" eaLnBrk="1" hangingPunct="1">
              <a:spcBef>
                <a:spcPts val="0"/>
              </a:spcBef>
              <a:buClr>
                <a:srgbClr val="336666"/>
              </a:buClr>
              <a:buFont typeface="Wingdings" pitchFamily="2" charset="2"/>
              <a:buNone/>
              <a:defRPr/>
            </a:pPr>
            <a:r>
              <a:rPr lang="en-US" sz="1800" b="1" dirty="0">
                <a:solidFill>
                  <a:srgbClr val="000000"/>
                </a:solidFill>
                <a:latin typeface="Courier New" charset="0"/>
                <a:ea typeface="ＭＳ Ｐゴシック" charset="0"/>
                <a:cs typeface="Courier New" charset="0"/>
              </a:rPr>
              <a:t>[11, 666, -1975]</a:t>
            </a:r>
          </a:p>
          <a:p>
            <a:pPr lvl="1" eaLnBrk="1" hangingPunct="1">
              <a:spcBef>
                <a:spcPts val="0"/>
              </a:spcBef>
              <a:buClr>
                <a:srgbClr val="336666"/>
              </a:buClr>
              <a:buFont typeface="Wingdings" pitchFamily="2" charset="2"/>
              <a:buNone/>
              <a:defRPr/>
            </a:pPr>
            <a:r>
              <a:rPr lang="en-US" sz="1800" b="1" dirty="0">
                <a:solidFill>
                  <a:srgbClr val="008000"/>
                </a:solidFill>
                <a:latin typeface="Courier New" charset="0"/>
                <a:ea typeface="ＭＳ Ｐゴシック" charset="0"/>
                <a:cs typeface="Courier New" charset="0"/>
              </a:rPr>
              <a:t>&gt;&gt;&gt;</a:t>
            </a:r>
            <a:r>
              <a:rPr lang="en-US" sz="1800" b="1" dirty="0">
                <a:solidFill>
                  <a:srgbClr val="0000FF"/>
                </a:solidFill>
                <a:latin typeface="Courier New" charset="0"/>
                <a:ea typeface="ＭＳ Ｐゴシック" charset="0"/>
                <a:cs typeface="Courier New" charset="0"/>
              </a:rPr>
              <a:t> </a:t>
            </a:r>
            <a:r>
              <a:rPr lang="en-US" sz="1800" b="1" dirty="0">
                <a:solidFill>
                  <a:srgbClr val="000000"/>
                </a:solidFill>
                <a:latin typeface="Courier New" charset="0"/>
                <a:ea typeface="ＭＳ Ｐゴシック" charset="0"/>
                <a:cs typeface="Courier New" charset="0"/>
              </a:rPr>
              <a:t>t[</a:t>
            </a:r>
            <a:r>
              <a:rPr lang="en-US" sz="1800" b="1" dirty="0">
                <a:solidFill>
                  <a:srgbClr val="3366FF"/>
                </a:solidFill>
                <a:latin typeface="Courier New" charset="0"/>
                <a:ea typeface="ＭＳ Ｐゴシック" charset="0"/>
                <a:cs typeface="Courier New" charset="0"/>
              </a:rPr>
              <a:t>1</a:t>
            </a:r>
            <a:r>
              <a:rPr lang="en-US" sz="1800" b="1" dirty="0">
                <a:solidFill>
                  <a:srgbClr val="000000"/>
                </a:solidFill>
                <a:latin typeface="Courier New" charset="0"/>
                <a:ea typeface="ＭＳ Ｐゴシック" charset="0"/>
                <a:cs typeface="Courier New" charset="0"/>
              </a:rPr>
              <a:t>:</a:t>
            </a:r>
            <a:r>
              <a:rPr lang="en-US" sz="1800" b="1" dirty="0">
                <a:solidFill>
                  <a:srgbClr val="3366FF"/>
                </a:solidFill>
                <a:latin typeface="Courier New" charset="0"/>
                <a:ea typeface="ＭＳ Ｐゴシック" charset="0"/>
                <a:cs typeface="Courier New" charset="0"/>
              </a:rPr>
              <a:t>4</a:t>
            </a:r>
            <a:r>
              <a:rPr lang="en-US" sz="1800" b="1" dirty="0">
                <a:solidFill>
                  <a:srgbClr val="000000"/>
                </a:solidFill>
                <a:latin typeface="Courier New" charset="0"/>
                <a:ea typeface="ＭＳ Ｐゴシック" charset="0"/>
                <a:cs typeface="Courier New" charset="0"/>
              </a:rPr>
              <a:t>]</a:t>
            </a:r>
          </a:p>
          <a:p>
            <a:pPr lvl="1" eaLnBrk="1" hangingPunct="1">
              <a:spcBef>
                <a:spcPts val="0"/>
              </a:spcBef>
              <a:buClr>
                <a:srgbClr val="336666"/>
              </a:buClr>
              <a:buFont typeface="Wingdings" pitchFamily="2" charset="2"/>
              <a:buNone/>
              <a:defRPr/>
            </a:pPr>
            <a:r>
              <a:rPr lang="en-US" sz="1800" b="1" dirty="0">
                <a:solidFill>
                  <a:srgbClr val="000000"/>
                </a:solidFill>
                <a:latin typeface="Courier New" charset="0"/>
                <a:ea typeface="ＭＳ Ｐゴシック" charset="0"/>
                <a:cs typeface="Courier New" charset="0"/>
              </a:rPr>
              <a:t>[-3, 2, 11]</a:t>
            </a:r>
          </a:p>
          <a:p>
            <a:pPr lvl="1" eaLnBrk="1" hangingPunct="1">
              <a:spcBef>
                <a:spcPts val="0"/>
              </a:spcBef>
              <a:buClr>
                <a:srgbClr val="336666"/>
              </a:buClr>
              <a:buFont typeface="Wingdings" pitchFamily="2" charset="2"/>
              <a:buNone/>
              <a:defRPr/>
            </a:pPr>
            <a:r>
              <a:rPr lang="en-US" sz="1800" b="1" dirty="0">
                <a:solidFill>
                  <a:srgbClr val="008000"/>
                </a:solidFill>
                <a:latin typeface="Courier New" charset="0"/>
                <a:ea typeface="ＭＳ Ｐゴシック" charset="0"/>
                <a:cs typeface="Courier New" charset="0"/>
              </a:rPr>
              <a:t>&gt;&gt;&gt;</a:t>
            </a:r>
            <a:r>
              <a:rPr lang="en-US" sz="1800" b="1" dirty="0">
                <a:solidFill>
                  <a:srgbClr val="0000FF"/>
                </a:solidFill>
                <a:latin typeface="Courier New" charset="0"/>
                <a:ea typeface="ＭＳ Ｐゴシック" charset="0"/>
                <a:cs typeface="Courier New" charset="0"/>
              </a:rPr>
              <a:t> </a:t>
            </a:r>
            <a:r>
              <a:rPr lang="en-US" sz="1800" b="1" dirty="0">
                <a:solidFill>
                  <a:srgbClr val="000000"/>
                </a:solidFill>
                <a:latin typeface="Courier New" charset="0"/>
                <a:ea typeface="ＭＳ Ｐゴシック" charset="0"/>
                <a:cs typeface="Courier New" charset="0"/>
              </a:rPr>
              <a:t>t[</a:t>
            </a:r>
            <a:r>
              <a:rPr lang="en-US" sz="1800" b="1" dirty="0">
                <a:solidFill>
                  <a:srgbClr val="3366FF"/>
                </a:solidFill>
                <a:latin typeface="Courier New" charset="0"/>
                <a:ea typeface="ＭＳ Ｐゴシック" charset="0"/>
                <a:cs typeface="Courier New" charset="0"/>
              </a:rPr>
              <a:t>1</a:t>
            </a:r>
            <a:r>
              <a:rPr lang="en-US" sz="1800" b="1" dirty="0">
                <a:solidFill>
                  <a:srgbClr val="000000"/>
                </a:solidFill>
                <a:latin typeface="Courier New" charset="0"/>
                <a:ea typeface="ＭＳ Ｐゴシック" charset="0"/>
                <a:cs typeface="Courier New" charset="0"/>
              </a:rPr>
              <a:t>::</a:t>
            </a:r>
            <a:r>
              <a:rPr lang="en-US" sz="1800" b="1" dirty="0">
                <a:solidFill>
                  <a:srgbClr val="3366FF"/>
                </a:solidFill>
                <a:latin typeface="Courier New" charset="0"/>
                <a:ea typeface="ＭＳ Ｐゴシック" charset="0"/>
                <a:cs typeface="Courier New" charset="0"/>
              </a:rPr>
              <a:t>2</a:t>
            </a:r>
            <a:r>
              <a:rPr lang="en-US" sz="1800" b="1" dirty="0">
                <a:solidFill>
                  <a:srgbClr val="000000"/>
                </a:solidFill>
                <a:latin typeface="Courier New" charset="0"/>
                <a:ea typeface="ＭＳ Ｐゴシック" charset="0"/>
                <a:cs typeface="Courier New" charset="0"/>
              </a:rPr>
              <a:t>]</a:t>
            </a:r>
          </a:p>
          <a:p>
            <a:pPr lvl="1" eaLnBrk="1" hangingPunct="1">
              <a:spcBef>
                <a:spcPts val="0"/>
              </a:spcBef>
              <a:buClr>
                <a:srgbClr val="336666"/>
              </a:buClr>
              <a:buFont typeface="Wingdings" pitchFamily="2" charset="2"/>
              <a:buNone/>
              <a:defRPr/>
            </a:pPr>
            <a:r>
              <a:rPr lang="en-US" sz="1800" b="1" dirty="0">
                <a:solidFill>
                  <a:srgbClr val="000000"/>
                </a:solidFill>
                <a:latin typeface="Courier New" charset="0"/>
                <a:ea typeface="ＭＳ Ｐゴシック" charset="0"/>
                <a:cs typeface="Courier New" charset="0"/>
              </a:rPr>
              <a:t>[-3, 11, -1975]</a:t>
            </a:r>
          </a:p>
          <a:p>
            <a:pPr lvl="1" eaLnBrk="1" hangingPunct="1">
              <a:spcBef>
                <a:spcPts val="0"/>
              </a:spcBef>
              <a:buClr>
                <a:srgbClr val="336666"/>
              </a:buClr>
              <a:buFont typeface="Wingdings" pitchFamily="2" charset="2"/>
              <a:buNone/>
              <a:defRPr/>
            </a:pPr>
            <a:r>
              <a:rPr lang="en-US" sz="1800" b="1" dirty="0">
                <a:solidFill>
                  <a:srgbClr val="008000"/>
                </a:solidFill>
                <a:latin typeface="Courier New" charset="0"/>
                <a:ea typeface="ＭＳ Ｐゴシック" charset="0"/>
                <a:cs typeface="Courier New" charset="0"/>
              </a:rPr>
              <a:t>&gt;&gt;&gt;</a:t>
            </a:r>
            <a:r>
              <a:rPr lang="en-US" sz="1800" b="1" dirty="0">
                <a:solidFill>
                  <a:srgbClr val="0000FF"/>
                </a:solidFill>
                <a:latin typeface="Courier New" charset="0"/>
                <a:ea typeface="ＭＳ Ｐゴシック" charset="0"/>
                <a:cs typeface="Courier New" charset="0"/>
              </a:rPr>
              <a:t> </a:t>
            </a:r>
            <a:r>
              <a:rPr lang="en-US" sz="1800" b="1" dirty="0">
                <a:solidFill>
                  <a:srgbClr val="000000"/>
                </a:solidFill>
                <a:latin typeface="Courier New" charset="0"/>
                <a:ea typeface="ＭＳ Ｐゴシック" charset="0"/>
                <a:cs typeface="Courier New" charset="0"/>
              </a:rPr>
              <a:t>t[</a:t>
            </a:r>
            <a:r>
              <a:rPr lang="en-US" sz="1800" b="1" dirty="0">
                <a:solidFill>
                  <a:srgbClr val="3366FF"/>
                </a:solidFill>
                <a:latin typeface="Courier New" charset="0"/>
                <a:ea typeface="ＭＳ Ｐゴシック" charset="0"/>
                <a:cs typeface="Courier New" charset="0"/>
              </a:rPr>
              <a:t>23</a:t>
            </a:r>
            <a:r>
              <a:rPr lang="en-US" sz="1800" b="1" dirty="0">
                <a:solidFill>
                  <a:srgbClr val="000000"/>
                </a:solidFill>
                <a:latin typeface="Courier New" charset="0"/>
                <a:ea typeface="ＭＳ Ｐゴシック" charset="0"/>
                <a:cs typeface="Courier New" charset="0"/>
              </a:rPr>
              <a:t>]</a:t>
            </a:r>
          </a:p>
          <a:p>
            <a:pPr lvl="1" eaLnBrk="1" hangingPunct="1">
              <a:spcBef>
                <a:spcPts val="0"/>
              </a:spcBef>
              <a:buClr>
                <a:srgbClr val="336666"/>
              </a:buClr>
              <a:buFont typeface="Wingdings" pitchFamily="2" charset="2"/>
              <a:buNone/>
              <a:defRPr/>
            </a:pPr>
            <a:r>
              <a:rPr lang="en-US" sz="1800" b="1" dirty="0" err="1">
                <a:solidFill>
                  <a:srgbClr val="FF0000"/>
                </a:solidFill>
                <a:latin typeface="Courier New" charset="0"/>
                <a:ea typeface="ＭＳ Ｐゴシック" charset="0"/>
                <a:cs typeface="Courier New" charset="0"/>
              </a:rPr>
              <a:t>Traceback</a:t>
            </a:r>
            <a:r>
              <a:rPr lang="en-US" sz="1800" b="1" dirty="0">
                <a:solidFill>
                  <a:srgbClr val="FF0000"/>
                </a:solidFill>
                <a:latin typeface="Courier New" charset="0"/>
                <a:ea typeface="ＭＳ Ｐゴシック" charset="0"/>
                <a:cs typeface="Courier New" charset="0"/>
              </a:rPr>
              <a:t> (most recent call last):</a:t>
            </a:r>
          </a:p>
          <a:p>
            <a:pPr lvl="1" eaLnBrk="1" hangingPunct="1">
              <a:spcBef>
                <a:spcPts val="0"/>
              </a:spcBef>
              <a:buClr>
                <a:srgbClr val="336666"/>
              </a:buClr>
              <a:buFont typeface="Wingdings" pitchFamily="2" charset="2"/>
              <a:buNone/>
              <a:defRPr/>
            </a:pPr>
            <a:r>
              <a:rPr lang="en-US" sz="1800" b="1" dirty="0">
                <a:solidFill>
                  <a:srgbClr val="FF0000"/>
                </a:solidFill>
                <a:latin typeface="Courier New" charset="0"/>
                <a:ea typeface="ＭＳ Ｐゴシック" charset="0"/>
                <a:cs typeface="Courier New" charset="0"/>
              </a:rPr>
              <a:t>  File "&lt;console&gt;", line 1, in &lt;module&gt;</a:t>
            </a:r>
          </a:p>
          <a:p>
            <a:pPr lvl="1" eaLnBrk="1" hangingPunct="1">
              <a:spcBef>
                <a:spcPts val="0"/>
              </a:spcBef>
              <a:buClr>
                <a:srgbClr val="336666"/>
              </a:buClr>
              <a:buFont typeface="Wingdings" pitchFamily="2" charset="2"/>
              <a:buNone/>
              <a:defRPr/>
            </a:pPr>
            <a:r>
              <a:rPr lang="en-US" sz="1800" b="1" dirty="0" err="1">
                <a:solidFill>
                  <a:srgbClr val="FF0000"/>
                </a:solidFill>
                <a:latin typeface="Courier New" charset="0"/>
                <a:ea typeface="ＭＳ Ｐゴシック" charset="0"/>
                <a:cs typeface="Courier New" charset="0"/>
              </a:rPr>
              <a:t>IndexError</a:t>
            </a:r>
            <a:r>
              <a:rPr lang="en-US" sz="1800" b="1" dirty="0">
                <a:solidFill>
                  <a:srgbClr val="FF0000"/>
                </a:solidFill>
                <a:latin typeface="Courier New" charset="0"/>
                <a:ea typeface="ＭＳ Ｐゴシック" charset="0"/>
                <a:cs typeface="Courier New" charset="0"/>
              </a:rPr>
              <a:t>: </a:t>
            </a:r>
            <a:r>
              <a:rPr lang="en-US" sz="1800" b="1" dirty="0" err="1">
                <a:solidFill>
                  <a:srgbClr val="FF0000"/>
                </a:solidFill>
                <a:latin typeface="Courier New" charset="0"/>
                <a:ea typeface="ＭＳ Ｐゴシック" charset="0"/>
                <a:cs typeface="Courier New" charset="0"/>
              </a:rPr>
              <a:t>tuple</a:t>
            </a:r>
            <a:r>
              <a:rPr lang="en-US" sz="1800" b="1" dirty="0">
                <a:solidFill>
                  <a:srgbClr val="FF0000"/>
                </a:solidFill>
                <a:latin typeface="Courier New" charset="0"/>
                <a:ea typeface="ＭＳ Ｐゴシック" charset="0"/>
                <a:cs typeface="Courier New" charset="0"/>
              </a:rPr>
              <a:t> index out of range</a:t>
            </a:r>
            <a:endParaRPr lang="fr-FR" sz="1800" b="1" i="1" dirty="0">
              <a:solidFill>
                <a:srgbClr val="FF0000"/>
              </a:solidFill>
              <a:latin typeface="Courier New" charset="0"/>
              <a:ea typeface="ＭＳ Ｐゴシック" charset="0"/>
              <a:cs typeface="Courier New" charset="0"/>
            </a:endParaRPr>
          </a:p>
        </p:txBody>
      </p:sp>
      <p:sp>
        <p:nvSpPr>
          <p:cNvPr id="13" name="Rectangle à coins arrondis 12"/>
          <p:cNvSpPr/>
          <p:nvPr/>
        </p:nvSpPr>
        <p:spPr>
          <a:xfrm>
            <a:off x="1073150" y="4712193"/>
            <a:ext cx="7070725" cy="2173287"/>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0"/>
              </a:spcBef>
              <a:buClr>
                <a:srgbClr val="336666"/>
              </a:buClr>
              <a:buFont typeface="Wingdings" pitchFamily="2" charset="2"/>
              <a:buNone/>
              <a:defRPr/>
            </a:pPr>
            <a:r>
              <a:rPr lang="en-US" sz="1800" b="1" dirty="0">
                <a:solidFill>
                  <a:srgbClr val="008000"/>
                </a:solidFill>
                <a:latin typeface="Courier New"/>
                <a:cs typeface="Courier New"/>
              </a:rPr>
              <a:t>&gt;&gt;&gt;</a:t>
            </a:r>
            <a:r>
              <a:rPr lang="en-US" sz="1800" b="1" dirty="0">
                <a:solidFill>
                  <a:schemeClr val="tx1"/>
                </a:solidFill>
                <a:latin typeface="Courier New"/>
                <a:cs typeface="Courier New"/>
              </a:rPr>
              <a:t> t = [</a:t>
            </a:r>
            <a:r>
              <a:rPr lang="en-US" sz="1800" b="1" dirty="0">
                <a:solidFill>
                  <a:srgbClr val="3366FF"/>
                </a:solidFill>
                <a:latin typeface="Courier New"/>
                <a:cs typeface="Courier New"/>
              </a:rPr>
              <a:t>7</a:t>
            </a:r>
            <a:r>
              <a:rPr lang="en-US" sz="1800" b="1" dirty="0">
                <a:solidFill>
                  <a:schemeClr val="tx1"/>
                </a:solidFill>
                <a:latin typeface="Courier New"/>
                <a:cs typeface="Courier New"/>
              </a:rPr>
              <a:t>, -</a:t>
            </a:r>
            <a:r>
              <a:rPr lang="en-US" sz="1800" b="1" dirty="0">
                <a:solidFill>
                  <a:srgbClr val="3366FF"/>
                </a:solidFill>
                <a:latin typeface="Courier New"/>
                <a:cs typeface="Courier New"/>
              </a:rPr>
              <a:t>3</a:t>
            </a:r>
            <a:r>
              <a:rPr lang="en-US" sz="1800" b="1" dirty="0">
                <a:solidFill>
                  <a:schemeClr val="tx1"/>
                </a:solidFill>
                <a:latin typeface="Courier New"/>
                <a:cs typeface="Courier New"/>
              </a:rPr>
              <a:t>, </a:t>
            </a:r>
            <a:r>
              <a:rPr lang="en-US" sz="1800" b="1" dirty="0">
                <a:solidFill>
                  <a:srgbClr val="3366FF"/>
                </a:solidFill>
                <a:latin typeface="Courier New"/>
                <a:cs typeface="Courier New"/>
              </a:rPr>
              <a:t>2</a:t>
            </a:r>
            <a:r>
              <a:rPr lang="en-US"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en-US" sz="1800" b="1" dirty="0">
                <a:solidFill>
                  <a:srgbClr val="008000"/>
                </a:solidFill>
                <a:latin typeface="Courier New"/>
                <a:cs typeface="Courier New"/>
              </a:rPr>
              <a:t>&gt;&gt;&gt;</a:t>
            </a:r>
            <a:r>
              <a:rPr lang="en-US" sz="1800" b="1" dirty="0">
                <a:solidFill>
                  <a:schemeClr val="tx1"/>
                </a:solidFill>
                <a:latin typeface="Courier New"/>
                <a:cs typeface="Courier New"/>
              </a:rPr>
              <a:t> </a:t>
            </a:r>
            <a:r>
              <a:rPr lang="en-US" sz="1800" b="1" dirty="0">
                <a:solidFill>
                  <a:srgbClr val="3366FF"/>
                </a:solidFill>
                <a:latin typeface="Courier New"/>
                <a:cs typeface="Courier New"/>
              </a:rPr>
              <a:t>11</a:t>
            </a:r>
            <a:r>
              <a:rPr lang="en-US" sz="1800" b="1" dirty="0">
                <a:solidFill>
                  <a:schemeClr val="tx1"/>
                </a:solidFill>
                <a:latin typeface="Courier New"/>
                <a:cs typeface="Courier New"/>
              </a:rPr>
              <a:t> </a:t>
            </a:r>
            <a:r>
              <a:rPr lang="en-US" sz="1800" b="1" dirty="0">
                <a:solidFill>
                  <a:srgbClr val="0000FF"/>
                </a:solidFill>
                <a:latin typeface="Courier New"/>
                <a:cs typeface="Courier New"/>
              </a:rPr>
              <a:t>not in </a:t>
            </a:r>
            <a:r>
              <a:rPr lang="en-US" sz="1800" b="1" dirty="0">
                <a:solidFill>
                  <a:schemeClr val="tx1"/>
                </a:solidFill>
                <a:latin typeface="Courier New"/>
                <a:cs typeface="Courier New"/>
              </a:rPr>
              <a:t>t</a:t>
            </a:r>
          </a:p>
          <a:p>
            <a:pPr lvl="1" eaLnBrk="1" hangingPunct="1">
              <a:spcBef>
                <a:spcPts val="0"/>
              </a:spcBef>
              <a:buClr>
                <a:srgbClr val="336666"/>
              </a:buClr>
              <a:buFont typeface="Wingdings" pitchFamily="2" charset="2"/>
              <a:buNone/>
              <a:defRPr/>
            </a:pPr>
            <a:r>
              <a:rPr lang="en-US" sz="1800" b="1" dirty="0">
                <a:solidFill>
                  <a:schemeClr val="tx1"/>
                </a:solidFill>
                <a:latin typeface="Courier New"/>
                <a:cs typeface="Courier New"/>
              </a:rPr>
              <a:t>True</a:t>
            </a:r>
          </a:p>
          <a:p>
            <a:pPr lvl="1" eaLnBrk="1" hangingPunct="1">
              <a:spcBef>
                <a:spcPts val="0"/>
              </a:spcBef>
              <a:buClr>
                <a:srgbClr val="336666"/>
              </a:buClr>
              <a:buFont typeface="Wingdings" pitchFamily="2" charset="2"/>
              <a:buNone/>
              <a:defRPr/>
            </a:pPr>
            <a:r>
              <a:rPr lang="en-US" sz="1800" b="1" dirty="0">
                <a:solidFill>
                  <a:srgbClr val="008000"/>
                </a:solidFill>
                <a:latin typeface="Courier New"/>
                <a:cs typeface="Courier New"/>
              </a:rPr>
              <a:t>&gt;&gt;&gt;</a:t>
            </a:r>
            <a:r>
              <a:rPr lang="en-US" sz="1800" b="1" dirty="0">
                <a:solidFill>
                  <a:schemeClr val="tx1"/>
                </a:solidFill>
                <a:latin typeface="Courier New"/>
                <a:cs typeface="Courier New"/>
              </a:rPr>
              <a:t> tt = </a:t>
            </a:r>
            <a:r>
              <a:rPr lang="en-US" sz="1800" b="1" dirty="0">
                <a:solidFill>
                  <a:srgbClr val="3366FF"/>
                </a:solidFill>
                <a:latin typeface="Courier New"/>
                <a:cs typeface="Courier New"/>
              </a:rPr>
              <a:t>2</a:t>
            </a:r>
            <a:r>
              <a:rPr lang="en-US" sz="1800" b="1" dirty="0">
                <a:solidFill>
                  <a:schemeClr val="tx1"/>
                </a:solidFill>
                <a:latin typeface="Courier New"/>
                <a:cs typeface="Courier New"/>
              </a:rPr>
              <a:t>*t</a:t>
            </a:r>
          </a:p>
          <a:p>
            <a:pPr lvl="1" eaLnBrk="1" hangingPunct="1">
              <a:spcBef>
                <a:spcPts val="0"/>
              </a:spcBef>
              <a:buClr>
                <a:srgbClr val="336666"/>
              </a:buClr>
              <a:buFont typeface="Wingdings" pitchFamily="2" charset="2"/>
              <a:buNone/>
              <a:defRPr/>
            </a:pPr>
            <a:r>
              <a:rPr lang="en-US" sz="1800" b="1" dirty="0">
                <a:solidFill>
                  <a:srgbClr val="008000"/>
                </a:solidFill>
                <a:latin typeface="Courier New"/>
                <a:cs typeface="Courier New"/>
              </a:rPr>
              <a:t>&gt;&gt;&gt;</a:t>
            </a:r>
            <a:r>
              <a:rPr lang="en-US" sz="1800" b="1" dirty="0">
                <a:solidFill>
                  <a:schemeClr val="tx1"/>
                </a:solidFill>
                <a:latin typeface="Courier New"/>
                <a:cs typeface="Courier New"/>
              </a:rPr>
              <a:t> </a:t>
            </a:r>
            <a:r>
              <a:rPr lang="en-US" sz="1800" b="1" dirty="0">
                <a:solidFill>
                  <a:srgbClr val="3366FF"/>
                </a:solidFill>
                <a:latin typeface="Courier New"/>
                <a:cs typeface="Courier New"/>
              </a:rPr>
              <a:t>print</a:t>
            </a:r>
            <a:r>
              <a:rPr lang="en-US" sz="1800" b="1" dirty="0">
                <a:solidFill>
                  <a:schemeClr val="tx1"/>
                </a:solidFill>
                <a:latin typeface="Courier New"/>
                <a:cs typeface="Courier New"/>
              </a:rPr>
              <a:t>(tt)</a:t>
            </a:r>
          </a:p>
          <a:p>
            <a:pPr lvl="1" eaLnBrk="1" hangingPunct="1">
              <a:spcBef>
                <a:spcPts val="0"/>
              </a:spcBef>
              <a:buClr>
                <a:srgbClr val="336666"/>
              </a:buClr>
              <a:buFont typeface="Wingdings" pitchFamily="2" charset="2"/>
              <a:buNone/>
              <a:defRPr/>
            </a:pPr>
            <a:r>
              <a:rPr lang="en-US" sz="1800" b="1" dirty="0">
                <a:solidFill>
                  <a:srgbClr val="000000"/>
                </a:solidFill>
                <a:latin typeface="Courier New"/>
                <a:cs typeface="Courier New"/>
              </a:rPr>
              <a:t>[7, -3, 2, 7, -3, 2] </a:t>
            </a:r>
          </a:p>
          <a:p>
            <a:pPr lvl="1" eaLnBrk="1" hangingPunct="1">
              <a:spcBef>
                <a:spcPts val="0"/>
              </a:spcBef>
              <a:buClr>
                <a:srgbClr val="336666"/>
              </a:buClr>
              <a:buFont typeface="Wingdings" pitchFamily="2" charset="2"/>
              <a:buNone/>
              <a:defRPr/>
            </a:pPr>
            <a:r>
              <a:rPr lang="en-US" sz="1800" b="1" dirty="0">
                <a:solidFill>
                  <a:srgbClr val="008000"/>
                </a:solidFill>
                <a:latin typeface="Courier New"/>
                <a:cs typeface="Courier New"/>
              </a:rPr>
              <a:t>&gt;&gt;&gt;</a:t>
            </a:r>
            <a:r>
              <a:rPr lang="en-US" sz="1800" b="1" dirty="0">
                <a:solidFill>
                  <a:schemeClr val="tx1"/>
                </a:solidFill>
                <a:latin typeface="Courier New"/>
                <a:cs typeface="Courier New"/>
              </a:rPr>
              <a:t> tt.count(-</a:t>
            </a:r>
            <a:r>
              <a:rPr lang="en-US" sz="1800" b="1" dirty="0">
                <a:solidFill>
                  <a:srgbClr val="3366FF"/>
                </a:solidFill>
                <a:latin typeface="Courier New"/>
                <a:cs typeface="Courier New"/>
              </a:rPr>
              <a:t>3</a:t>
            </a:r>
            <a:r>
              <a:rPr lang="en-US"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en-US" sz="1800" b="1" dirty="0">
                <a:solidFill>
                  <a:srgbClr val="000000"/>
                </a:solidFill>
                <a:latin typeface="Courier New"/>
                <a:cs typeface="Courier New"/>
              </a:rPr>
              <a:t>2</a:t>
            </a:r>
            <a:endParaRPr lang="fr-FR" sz="1800" b="1" dirty="0">
              <a:solidFill>
                <a:srgbClr val="000000"/>
              </a:solidFill>
              <a:latin typeface="Courier New"/>
              <a:cs typeface="Courier New"/>
            </a:endParaRPr>
          </a:p>
        </p:txBody>
      </p:sp>
      <p:sp>
        <p:nvSpPr>
          <p:cNvPr id="14" name="Rectangle 13"/>
          <p:cNvSpPr/>
          <p:nvPr/>
        </p:nvSpPr>
        <p:spPr>
          <a:xfrm>
            <a:off x="652463" y="4355293"/>
            <a:ext cx="8215312" cy="369887"/>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j-lt"/>
              </a:rPr>
              <a:t>Exemple 2</a:t>
            </a:r>
            <a:r>
              <a:rPr lang="fr-FR" sz="1800" b="1" dirty="0">
                <a:solidFill>
                  <a:srgbClr val="FF0000"/>
                </a:solidFill>
              </a:rPr>
              <a:t>:</a:t>
            </a:r>
          </a:p>
        </p:txBody>
      </p:sp>
    </p:spTree>
    <p:custDataLst>
      <p:tags r:id="rId1"/>
    </p:custDataLst>
    <p:extLst>
      <p:ext uri="{BB962C8B-B14F-4D97-AF65-F5344CB8AC3E}">
        <p14:creationId xmlns:p14="http://schemas.microsoft.com/office/powerpoint/2010/main" val="113619726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checkerboard(across)">
                                      <p:cBhvr>
                                        <p:cTn id="7" dur="500"/>
                                        <p:tgtEl>
                                          <p:spTgt spid="12">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checkerboard(across)">
                                      <p:cBhvr>
                                        <p:cTn id="10" dur="500"/>
                                        <p:tgtEl>
                                          <p:spTgt spid="12">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animEffect transition="in" filter="checkerboard(across)">
                                      <p:cBhvr>
                                        <p:cTn id="15" dur="500"/>
                                        <p:tgtEl>
                                          <p:spTgt spid="12">
                                            <p:txEl>
                                              <p:pRg st="3" end="3"/>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2">
                                            <p:txEl>
                                              <p:pRg st="4" end="4"/>
                                            </p:txEl>
                                          </p:spTgt>
                                        </p:tgtEl>
                                        <p:attrNameLst>
                                          <p:attrName>style.visibility</p:attrName>
                                        </p:attrNameLst>
                                      </p:cBhvr>
                                      <p:to>
                                        <p:strVal val="visible"/>
                                      </p:to>
                                    </p:set>
                                    <p:animEffect transition="in" filter="checkerboard(across)">
                                      <p:cBhvr>
                                        <p:cTn id="18" dur="500"/>
                                        <p:tgtEl>
                                          <p:spTgt spid="12">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animEffect transition="in" filter="checkerboard(across)">
                                      <p:cBhvr>
                                        <p:cTn id="23" dur="500"/>
                                        <p:tgtEl>
                                          <p:spTgt spid="12">
                                            <p:txEl>
                                              <p:pRg st="5" end="5"/>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12">
                                            <p:txEl>
                                              <p:pRg st="6" end="6"/>
                                            </p:txEl>
                                          </p:spTgt>
                                        </p:tgtEl>
                                        <p:attrNameLst>
                                          <p:attrName>style.visibility</p:attrName>
                                        </p:attrNameLst>
                                      </p:cBhvr>
                                      <p:to>
                                        <p:strVal val="visible"/>
                                      </p:to>
                                    </p:set>
                                    <p:animEffect transition="in" filter="checkerboard(across)">
                                      <p:cBhvr>
                                        <p:cTn id="26" dur="500"/>
                                        <p:tgtEl>
                                          <p:spTgt spid="12">
                                            <p:txEl>
                                              <p:pRg st="6" end="6"/>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animEffect transition="in" filter="checkerboard(across)">
                                      <p:cBhvr>
                                        <p:cTn id="31" dur="500"/>
                                        <p:tgtEl>
                                          <p:spTgt spid="12">
                                            <p:txEl>
                                              <p:pRg st="7" end="7"/>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12">
                                            <p:txEl>
                                              <p:pRg st="8" end="8"/>
                                            </p:txEl>
                                          </p:spTgt>
                                        </p:tgtEl>
                                        <p:attrNameLst>
                                          <p:attrName>style.visibility</p:attrName>
                                        </p:attrNameLst>
                                      </p:cBhvr>
                                      <p:to>
                                        <p:strVal val="visible"/>
                                      </p:to>
                                    </p:set>
                                    <p:animEffect transition="in" filter="checkerboard(across)">
                                      <p:cBhvr>
                                        <p:cTn id="34" dur="500"/>
                                        <p:tgtEl>
                                          <p:spTgt spid="12">
                                            <p:txEl>
                                              <p:pRg st="8" end="8"/>
                                            </p:txEl>
                                          </p:spTgt>
                                        </p:tgtEl>
                                      </p:cBhvr>
                                    </p:animEffect>
                                  </p:childTnLst>
                                </p:cTn>
                              </p:par>
                              <p:par>
                                <p:cTn id="35" presetID="5" presetClass="entr" presetSubtype="10" fill="hold" nodeType="withEffect">
                                  <p:stCondLst>
                                    <p:cond delay="0"/>
                                  </p:stCondLst>
                                  <p:childTnLst>
                                    <p:set>
                                      <p:cBhvr>
                                        <p:cTn id="36" dur="1" fill="hold">
                                          <p:stCondLst>
                                            <p:cond delay="0"/>
                                          </p:stCondLst>
                                        </p:cTn>
                                        <p:tgtEl>
                                          <p:spTgt spid="12">
                                            <p:txEl>
                                              <p:pRg st="9" end="9"/>
                                            </p:txEl>
                                          </p:spTgt>
                                        </p:tgtEl>
                                        <p:attrNameLst>
                                          <p:attrName>style.visibility</p:attrName>
                                        </p:attrNameLst>
                                      </p:cBhvr>
                                      <p:to>
                                        <p:strVal val="visible"/>
                                      </p:to>
                                    </p:set>
                                    <p:animEffect transition="in" filter="checkerboard(across)">
                                      <p:cBhvr>
                                        <p:cTn id="37" dur="500"/>
                                        <p:tgtEl>
                                          <p:spTgt spid="12">
                                            <p:txEl>
                                              <p:pRg st="9" end="9"/>
                                            </p:txEl>
                                          </p:spTgt>
                                        </p:tgtEl>
                                      </p:cBhvr>
                                    </p:animEffect>
                                  </p:childTnLst>
                                </p:cTn>
                              </p:par>
                              <p:par>
                                <p:cTn id="38" presetID="5" presetClass="entr" presetSubtype="10" fill="hold" nodeType="withEffect">
                                  <p:stCondLst>
                                    <p:cond delay="0"/>
                                  </p:stCondLst>
                                  <p:childTnLst>
                                    <p:set>
                                      <p:cBhvr>
                                        <p:cTn id="39" dur="1" fill="hold">
                                          <p:stCondLst>
                                            <p:cond delay="0"/>
                                          </p:stCondLst>
                                        </p:cTn>
                                        <p:tgtEl>
                                          <p:spTgt spid="12">
                                            <p:txEl>
                                              <p:pRg st="10" end="10"/>
                                            </p:txEl>
                                          </p:spTgt>
                                        </p:tgtEl>
                                        <p:attrNameLst>
                                          <p:attrName>style.visibility</p:attrName>
                                        </p:attrNameLst>
                                      </p:cBhvr>
                                      <p:to>
                                        <p:strVal val="visible"/>
                                      </p:to>
                                    </p:set>
                                    <p:animEffect transition="in" filter="checkerboard(across)">
                                      <p:cBhvr>
                                        <p:cTn id="40" dur="500"/>
                                        <p:tgtEl>
                                          <p:spTgt spid="12">
                                            <p:txEl>
                                              <p:pRg st="10" end="1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nodeType="clickEffect">
                                  <p:stCondLst>
                                    <p:cond delay="0"/>
                                  </p:stCondLst>
                                  <p:childTnLst>
                                    <p:set>
                                      <p:cBhvr>
                                        <p:cTn id="44" dur="1" fill="hold">
                                          <p:stCondLst>
                                            <p:cond delay="0"/>
                                          </p:stCondLst>
                                        </p:cTn>
                                        <p:tgtEl>
                                          <p:spTgt spid="14">
                                            <p:txEl>
                                              <p:pRg st="0" end="0"/>
                                            </p:txEl>
                                          </p:spTgt>
                                        </p:tgtEl>
                                        <p:attrNameLst>
                                          <p:attrName>style.visibility</p:attrName>
                                        </p:attrNameLst>
                                      </p:cBhvr>
                                      <p:to>
                                        <p:strVal val="visible"/>
                                      </p:to>
                                    </p:set>
                                    <p:animEffect transition="in" filter="checkerboard(across)">
                                      <p:cBhvr>
                                        <p:cTn id="45" dur="500"/>
                                        <p:tgtEl>
                                          <p:spTgt spid="14">
                                            <p:txEl>
                                              <p:pRg st="0" end="0"/>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 presetClass="entr" presetSubtype="10" fill="hold" nodeType="clickEffect">
                                  <p:stCondLst>
                                    <p:cond delay="0"/>
                                  </p:stCondLst>
                                  <p:childTnLst>
                                    <p:set>
                                      <p:cBhvr>
                                        <p:cTn id="49" dur="1" fill="hold">
                                          <p:stCondLst>
                                            <p:cond delay="0"/>
                                          </p:stCondLst>
                                        </p:cTn>
                                        <p:tgtEl>
                                          <p:spTgt spid="13">
                                            <p:txEl>
                                              <p:pRg st="0" end="0"/>
                                            </p:txEl>
                                          </p:spTgt>
                                        </p:tgtEl>
                                        <p:attrNameLst>
                                          <p:attrName>style.visibility</p:attrName>
                                        </p:attrNameLst>
                                      </p:cBhvr>
                                      <p:to>
                                        <p:strVal val="visible"/>
                                      </p:to>
                                    </p:set>
                                    <p:animEffect transition="in" filter="checkerboard(across)">
                                      <p:cBhvr>
                                        <p:cTn id="50" dur="500"/>
                                        <p:tgtEl>
                                          <p:spTgt spid="13">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 presetClass="entr" presetSubtype="10" fill="hold" nodeType="clickEffect">
                                  <p:stCondLst>
                                    <p:cond delay="0"/>
                                  </p:stCondLst>
                                  <p:childTnLst>
                                    <p:set>
                                      <p:cBhvr>
                                        <p:cTn id="54" dur="1" fill="hold">
                                          <p:stCondLst>
                                            <p:cond delay="0"/>
                                          </p:stCondLst>
                                        </p:cTn>
                                        <p:tgtEl>
                                          <p:spTgt spid="13">
                                            <p:txEl>
                                              <p:pRg st="1" end="1"/>
                                            </p:txEl>
                                          </p:spTgt>
                                        </p:tgtEl>
                                        <p:attrNameLst>
                                          <p:attrName>style.visibility</p:attrName>
                                        </p:attrNameLst>
                                      </p:cBhvr>
                                      <p:to>
                                        <p:strVal val="visible"/>
                                      </p:to>
                                    </p:set>
                                    <p:animEffect transition="in" filter="checkerboard(across)">
                                      <p:cBhvr>
                                        <p:cTn id="55" dur="500"/>
                                        <p:tgtEl>
                                          <p:spTgt spid="13">
                                            <p:txEl>
                                              <p:pRg st="1" end="1"/>
                                            </p:txEl>
                                          </p:spTgt>
                                        </p:tgtEl>
                                      </p:cBhvr>
                                    </p:animEffect>
                                  </p:childTnLst>
                                </p:cTn>
                              </p:par>
                              <p:par>
                                <p:cTn id="56" presetID="5" presetClass="entr" presetSubtype="10" fill="hold" nodeType="withEffect">
                                  <p:stCondLst>
                                    <p:cond delay="0"/>
                                  </p:stCondLst>
                                  <p:childTnLst>
                                    <p:set>
                                      <p:cBhvr>
                                        <p:cTn id="57" dur="1" fill="hold">
                                          <p:stCondLst>
                                            <p:cond delay="0"/>
                                          </p:stCondLst>
                                        </p:cTn>
                                        <p:tgtEl>
                                          <p:spTgt spid="13">
                                            <p:txEl>
                                              <p:pRg st="2" end="2"/>
                                            </p:txEl>
                                          </p:spTgt>
                                        </p:tgtEl>
                                        <p:attrNameLst>
                                          <p:attrName>style.visibility</p:attrName>
                                        </p:attrNameLst>
                                      </p:cBhvr>
                                      <p:to>
                                        <p:strVal val="visible"/>
                                      </p:to>
                                    </p:set>
                                    <p:animEffect transition="in" filter="checkerboard(across)">
                                      <p:cBhvr>
                                        <p:cTn id="58" dur="500"/>
                                        <p:tgtEl>
                                          <p:spTgt spid="13">
                                            <p:txEl>
                                              <p:pRg st="2" end="2"/>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 presetClass="entr" presetSubtype="10" fill="hold" nodeType="clickEffect">
                                  <p:stCondLst>
                                    <p:cond delay="0"/>
                                  </p:stCondLst>
                                  <p:childTnLst>
                                    <p:set>
                                      <p:cBhvr>
                                        <p:cTn id="62" dur="1" fill="hold">
                                          <p:stCondLst>
                                            <p:cond delay="0"/>
                                          </p:stCondLst>
                                        </p:cTn>
                                        <p:tgtEl>
                                          <p:spTgt spid="13">
                                            <p:txEl>
                                              <p:pRg st="3" end="3"/>
                                            </p:txEl>
                                          </p:spTgt>
                                        </p:tgtEl>
                                        <p:attrNameLst>
                                          <p:attrName>style.visibility</p:attrName>
                                        </p:attrNameLst>
                                      </p:cBhvr>
                                      <p:to>
                                        <p:strVal val="visible"/>
                                      </p:to>
                                    </p:set>
                                    <p:animEffect transition="in" filter="checkerboard(across)">
                                      <p:cBhvr>
                                        <p:cTn id="63" dur="500"/>
                                        <p:tgtEl>
                                          <p:spTgt spid="13">
                                            <p:txEl>
                                              <p:pRg st="3" end="3"/>
                                            </p:txEl>
                                          </p:spTgt>
                                        </p:tgtEl>
                                      </p:cBhvr>
                                    </p:animEffect>
                                  </p:childTnLst>
                                </p:cTn>
                              </p:par>
                              <p:par>
                                <p:cTn id="64" presetID="5" presetClass="entr" presetSubtype="10" fill="hold" nodeType="withEffect">
                                  <p:stCondLst>
                                    <p:cond delay="0"/>
                                  </p:stCondLst>
                                  <p:childTnLst>
                                    <p:set>
                                      <p:cBhvr>
                                        <p:cTn id="65" dur="1" fill="hold">
                                          <p:stCondLst>
                                            <p:cond delay="0"/>
                                          </p:stCondLst>
                                        </p:cTn>
                                        <p:tgtEl>
                                          <p:spTgt spid="13">
                                            <p:txEl>
                                              <p:pRg st="4" end="4"/>
                                            </p:txEl>
                                          </p:spTgt>
                                        </p:tgtEl>
                                        <p:attrNameLst>
                                          <p:attrName>style.visibility</p:attrName>
                                        </p:attrNameLst>
                                      </p:cBhvr>
                                      <p:to>
                                        <p:strVal val="visible"/>
                                      </p:to>
                                    </p:set>
                                    <p:animEffect transition="in" filter="checkerboard(across)">
                                      <p:cBhvr>
                                        <p:cTn id="66" dur="500"/>
                                        <p:tgtEl>
                                          <p:spTgt spid="13">
                                            <p:txEl>
                                              <p:pRg st="4" end="4"/>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 presetClass="entr" presetSubtype="10" fill="hold" nodeType="clickEffect">
                                  <p:stCondLst>
                                    <p:cond delay="0"/>
                                  </p:stCondLst>
                                  <p:childTnLst>
                                    <p:set>
                                      <p:cBhvr>
                                        <p:cTn id="70" dur="1" fill="hold">
                                          <p:stCondLst>
                                            <p:cond delay="0"/>
                                          </p:stCondLst>
                                        </p:cTn>
                                        <p:tgtEl>
                                          <p:spTgt spid="13">
                                            <p:txEl>
                                              <p:pRg st="5" end="5"/>
                                            </p:txEl>
                                          </p:spTgt>
                                        </p:tgtEl>
                                        <p:attrNameLst>
                                          <p:attrName>style.visibility</p:attrName>
                                        </p:attrNameLst>
                                      </p:cBhvr>
                                      <p:to>
                                        <p:strVal val="visible"/>
                                      </p:to>
                                    </p:set>
                                    <p:animEffect transition="in" filter="checkerboard(across)">
                                      <p:cBhvr>
                                        <p:cTn id="71" dur="500"/>
                                        <p:tgtEl>
                                          <p:spTgt spid="13">
                                            <p:txEl>
                                              <p:pRg st="5" end="5"/>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5" presetClass="entr" presetSubtype="10" fill="hold" nodeType="clickEffect">
                                  <p:stCondLst>
                                    <p:cond delay="0"/>
                                  </p:stCondLst>
                                  <p:childTnLst>
                                    <p:set>
                                      <p:cBhvr>
                                        <p:cTn id="75" dur="1" fill="hold">
                                          <p:stCondLst>
                                            <p:cond delay="0"/>
                                          </p:stCondLst>
                                        </p:cTn>
                                        <p:tgtEl>
                                          <p:spTgt spid="13">
                                            <p:txEl>
                                              <p:pRg st="6" end="6"/>
                                            </p:txEl>
                                          </p:spTgt>
                                        </p:tgtEl>
                                        <p:attrNameLst>
                                          <p:attrName>style.visibility</p:attrName>
                                        </p:attrNameLst>
                                      </p:cBhvr>
                                      <p:to>
                                        <p:strVal val="visible"/>
                                      </p:to>
                                    </p:set>
                                    <p:animEffect transition="in" filter="checkerboard(across)">
                                      <p:cBhvr>
                                        <p:cTn id="76" dur="500"/>
                                        <p:tgtEl>
                                          <p:spTgt spid="13">
                                            <p:txEl>
                                              <p:pRg st="6" end="6"/>
                                            </p:txEl>
                                          </p:spTgt>
                                        </p:tgtEl>
                                      </p:cBhvr>
                                    </p:animEffect>
                                  </p:childTnLst>
                                </p:cTn>
                              </p:par>
                              <p:par>
                                <p:cTn id="77" presetID="5" presetClass="entr" presetSubtype="10" fill="hold" nodeType="withEffect">
                                  <p:stCondLst>
                                    <p:cond delay="0"/>
                                  </p:stCondLst>
                                  <p:childTnLst>
                                    <p:set>
                                      <p:cBhvr>
                                        <p:cTn id="78" dur="1" fill="hold">
                                          <p:stCondLst>
                                            <p:cond delay="0"/>
                                          </p:stCondLst>
                                        </p:cTn>
                                        <p:tgtEl>
                                          <p:spTgt spid="13">
                                            <p:txEl>
                                              <p:pRg st="7" end="7"/>
                                            </p:txEl>
                                          </p:spTgt>
                                        </p:tgtEl>
                                        <p:attrNameLst>
                                          <p:attrName>style.visibility</p:attrName>
                                        </p:attrNameLst>
                                      </p:cBhvr>
                                      <p:to>
                                        <p:strVal val="visible"/>
                                      </p:to>
                                    </p:set>
                                    <p:animEffect transition="in" filter="checkerboard(across)">
                                      <p:cBhvr>
                                        <p:cTn id="79" dur="500"/>
                                        <p:tgtEl>
                                          <p:spTgt spid="1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3107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107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71500" y="1000125"/>
            <a:ext cx="8215313" cy="369888"/>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n-lt"/>
              </a:rPr>
              <a:t>Méthodes permettant de modifier une liste :</a:t>
            </a:r>
          </a:p>
        </p:txBody>
      </p:sp>
      <p:graphicFrame>
        <p:nvGraphicFramePr>
          <p:cNvPr id="9" name="Tableau 8"/>
          <p:cNvGraphicFramePr>
            <a:graphicFrameLocks noGrp="1"/>
          </p:cNvGraphicFramePr>
          <p:nvPr/>
        </p:nvGraphicFramePr>
        <p:xfrm>
          <a:off x="571500" y="1428750"/>
          <a:ext cx="8248650" cy="2194339"/>
        </p:xfrm>
        <a:graphic>
          <a:graphicData uri="http://schemas.openxmlformats.org/drawingml/2006/table">
            <a:tbl>
              <a:tblPr/>
              <a:tblGrid>
                <a:gridCol w="2097611"/>
                <a:gridCol w="6151039"/>
              </a:tblGrid>
              <a:tr h="33352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rgbClr val="FFFFFF"/>
                          </a:solidFill>
                          <a:effectLst/>
                          <a:latin typeface="+mn-lt"/>
                          <a:ea typeface="ＭＳ Ｐゴシック" pitchFamily="34" charset="-128"/>
                        </a:rPr>
                        <a:t>Opération</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rgbClr val="FFFFFF"/>
                          </a:solidFill>
                          <a:effectLst/>
                          <a:latin typeface="+mn-lt"/>
                          <a:ea typeface="ＭＳ Ｐゴシック" pitchFamily="34" charset="-128"/>
                        </a:rPr>
                        <a:t>Résultat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31267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chemeClr val="tx1"/>
                          </a:solidFill>
                          <a:effectLst/>
                          <a:latin typeface="+mn-lt"/>
                          <a:ea typeface="ＭＳ Ｐゴシック" pitchFamily="34" charset="-128"/>
                        </a:rPr>
                        <a:t>s[i] = x</a:t>
                      </a:r>
                    </a:p>
                  </a:txBody>
                  <a:tcPr marL="91445" marR="91445"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Remplacement de l</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élément </a:t>
                      </a:r>
                      <a:r>
                        <a:rPr kumimoji="0" lang="fr-FR" sz="1600" b="1" i="0" u="none" strike="noStrike" cap="none" normalizeH="0" baseline="0" dirty="0" smtClean="0">
                          <a:ln>
                            <a:noFill/>
                          </a:ln>
                          <a:solidFill>
                            <a:schemeClr val="tx1"/>
                          </a:solidFill>
                          <a:effectLst/>
                          <a:latin typeface="+mn-lt"/>
                          <a:ea typeface="ＭＳ Ｐゴシック" pitchFamily="34" charset="-128"/>
                        </a:rPr>
                        <a:t>s[i]</a:t>
                      </a:r>
                      <a:r>
                        <a:rPr kumimoji="0" lang="fr-FR" sz="1600" b="0" i="0" u="none" strike="noStrike" cap="none" normalizeH="0" baseline="0" dirty="0" smtClean="0">
                          <a:ln>
                            <a:noFill/>
                          </a:ln>
                          <a:solidFill>
                            <a:srgbClr val="000000"/>
                          </a:solidFill>
                          <a:effectLst/>
                          <a:latin typeface="+mn-lt"/>
                          <a:ea typeface="ＭＳ Ｐゴシック" pitchFamily="34" charset="-128"/>
                        </a:rPr>
                        <a:t> par </a:t>
                      </a:r>
                      <a:r>
                        <a:rPr kumimoji="0" lang="fr-FR" sz="1600" b="1" i="0" u="none" strike="noStrike" cap="none" normalizeH="0" baseline="0" dirty="0" smtClean="0">
                          <a:ln>
                            <a:noFill/>
                          </a:ln>
                          <a:solidFill>
                            <a:srgbClr val="000000"/>
                          </a:solidFill>
                          <a:effectLst/>
                          <a:latin typeface="+mn-lt"/>
                          <a:ea typeface="ＭＳ Ｐゴシック" pitchFamily="34" charset="-128"/>
                        </a:rPr>
                        <a:t>x</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1267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chemeClr val="tx1"/>
                          </a:solidFill>
                          <a:effectLst/>
                          <a:latin typeface="+mn-lt"/>
                          <a:ea typeface="ＭＳ Ｐゴシック" pitchFamily="34" charset="-128"/>
                        </a:rPr>
                        <a:t>s[i:j] = t</a:t>
                      </a:r>
                    </a:p>
                  </a:txBody>
                  <a:tcPr marL="91445" marR="91445"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Remplacement des éléments de </a:t>
                      </a:r>
                      <a:r>
                        <a:rPr kumimoji="0" lang="fr-FR" sz="1600" b="1" i="0" u="none" strike="noStrike" cap="none" normalizeH="0" baseline="0" dirty="0" smtClean="0">
                          <a:ln>
                            <a:noFill/>
                          </a:ln>
                          <a:solidFill>
                            <a:schemeClr val="tx1"/>
                          </a:solidFill>
                          <a:effectLst/>
                          <a:latin typeface="+mn-lt"/>
                          <a:ea typeface="ＭＳ Ｐゴシック" pitchFamily="34" charset="-128"/>
                        </a:rPr>
                        <a:t>s[</a:t>
                      </a:r>
                      <a:r>
                        <a:rPr kumimoji="0" lang="fr-FR" sz="1600" b="1" i="0" u="none" strike="noStrike" cap="none" normalizeH="0" baseline="0" dirty="0" err="1" smtClean="0">
                          <a:ln>
                            <a:noFill/>
                          </a:ln>
                          <a:solidFill>
                            <a:schemeClr val="tx1"/>
                          </a:solidFill>
                          <a:effectLst/>
                          <a:latin typeface="+mn-lt"/>
                          <a:ea typeface="ＭＳ Ｐゴシック" pitchFamily="34" charset="-128"/>
                        </a:rPr>
                        <a:t>i:j</a:t>
                      </a:r>
                      <a:r>
                        <a:rPr kumimoji="0" lang="fr-FR" sz="1600" b="1" i="0" u="none" strike="noStrike" cap="none" normalizeH="0" baseline="0" dirty="0" smtClean="0">
                          <a:ln>
                            <a:noFill/>
                          </a:ln>
                          <a:solidFill>
                            <a:schemeClr val="tx1"/>
                          </a:solidFill>
                          <a:effectLst/>
                          <a:latin typeface="+mn-lt"/>
                          <a:ea typeface="ＭＳ Ｐゴシック" pitchFamily="34" charset="-128"/>
                        </a:rPr>
                        <a:t>] </a:t>
                      </a:r>
                      <a:r>
                        <a:rPr kumimoji="0" lang="fr-FR" sz="1600" b="0" i="0" u="none" strike="noStrike" cap="none" normalizeH="0" baseline="0" dirty="0" smtClean="0">
                          <a:ln>
                            <a:noFill/>
                          </a:ln>
                          <a:solidFill>
                            <a:schemeClr val="tx1"/>
                          </a:solidFill>
                          <a:effectLst/>
                          <a:latin typeface="+mn-lt"/>
                          <a:ea typeface="ＭＳ Ｐゴシック" pitchFamily="34" charset="-128"/>
                        </a:rPr>
                        <a:t>par ceux de </a:t>
                      </a:r>
                      <a:r>
                        <a:rPr kumimoji="0" lang="fr-FR" sz="1600" b="0" i="0" u="none" strike="noStrike" cap="none" normalizeH="0" baseline="0" dirty="0" smtClean="0">
                          <a:ln>
                            <a:noFill/>
                          </a:ln>
                          <a:solidFill>
                            <a:srgbClr val="000000"/>
                          </a:solidFill>
                          <a:effectLst/>
                          <a:latin typeface="+mn-lt"/>
                          <a:ea typeface="ＭＳ Ｐゴシック" pitchFamily="34" charset="-128"/>
                        </a:rPr>
                        <a:t>la séquence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1267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chemeClr val="tx1"/>
                          </a:solidFill>
                          <a:effectLst/>
                          <a:latin typeface="+mn-lt"/>
                          <a:ea typeface="ＭＳ Ｐゴシック" pitchFamily="34" charset="-128"/>
                        </a:rPr>
                        <a:t>del(s[i:j])</a:t>
                      </a:r>
                    </a:p>
                  </a:txBody>
                  <a:tcPr marL="91445" marR="91445"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n-lt"/>
                          <a:ea typeface="ＭＳ Ｐゴシック" pitchFamily="34" charset="-128"/>
                        </a:rPr>
                        <a:t>Suppression des éléments de </a:t>
                      </a:r>
                      <a:r>
                        <a:rPr kumimoji="0" lang="fr-FR" sz="1600" b="1" i="0" u="none" strike="noStrike" cap="none" normalizeH="0" baseline="0" smtClean="0">
                          <a:ln>
                            <a:noFill/>
                          </a:ln>
                          <a:solidFill>
                            <a:schemeClr val="tx1"/>
                          </a:solidFill>
                          <a:effectLst/>
                          <a:latin typeface="+mn-lt"/>
                          <a:ea typeface="ＭＳ Ｐゴシック" pitchFamily="34" charset="-128"/>
                        </a:rPr>
                        <a:t>s[i:j] </a:t>
                      </a:r>
                      <a:endParaRPr kumimoji="0" lang="fr-FR" sz="1600" b="1" i="0" u="none" strike="noStrike" cap="none" normalizeH="0" baseline="0" smtClean="0">
                        <a:ln>
                          <a:noFill/>
                        </a:ln>
                        <a:solidFill>
                          <a:srgbClr val="000000"/>
                        </a:solidFill>
                        <a:effectLst/>
                        <a:latin typeface="+mn-lt"/>
                        <a:ea typeface="ＭＳ Ｐゴシック" pitchFamily="34" charset="-128"/>
                      </a:endParaRP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745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chemeClr val="tx1"/>
                          </a:solidFill>
                          <a:effectLst/>
                          <a:latin typeface="+mn-lt"/>
                          <a:ea typeface="ＭＳ Ｐゴシック" pitchFamily="34" charset="-128"/>
                        </a:rPr>
                        <a:t>s[i:j:k] = 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Remplacement des éléments de </a:t>
                      </a:r>
                      <a:r>
                        <a:rPr kumimoji="0" lang="fr-FR" sz="1600" b="1" i="0" u="none" strike="noStrike" cap="none" normalizeH="0" baseline="0" dirty="0" smtClean="0">
                          <a:ln>
                            <a:noFill/>
                          </a:ln>
                          <a:solidFill>
                            <a:schemeClr val="tx1"/>
                          </a:solidFill>
                          <a:effectLst/>
                          <a:latin typeface="+mn-lt"/>
                          <a:ea typeface="ＭＳ Ｐゴシック" pitchFamily="34" charset="-128"/>
                        </a:rPr>
                        <a:t>s[</a:t>
                      </a:r>
                      <a:r>
                        <a:rPr kumimoji="0" lang="fr-FR" sz="1600" b="1" i="0" u="none" strike="noStrike" cap="none" normalizeH="0" baseline="0" dirty="0" err="1" smtClean="0">
                          <a:ln>
                            <a:noFill/>
                          </a:ln>
                          <a:solidFill>
                            <a:schemeClr val="tx1"/>
                          </a:solidFill>
                          <a:effectLst/>
                          <a:latin typeface="+mn-lt"/>
                          <a:ea typeface="ＭＳ Ｐゴシック" pitchFamily="34" charset="-128"/>
                        </a:rPr>
                        <a:t>i:j:k</a:t>
                      </a:r>
                      <a:r>
                        <a:rPr kumimoji="0" lang="fr-FR" sz="1600" b="1" i="0" u="none" strike="noStrike" cap="none" normalizeH="0" baseline="0" dirty="0" smtClean="0">
                          <a:ln>
                            <a:noFill/>
                          </a:ln>
                          <a:solidFill>
                            <a:schemeClr val="tx1"/>
                          </a:solidFill>
                          <a:effectLst/>
                          <a:latin typeface="+mn-lt"/>
                          <a:ea typeface="ＭＳ Ｐゴシック" pitchFamily="34" charset="-128"/>
                        </a:rPr>
                        <a:t>] </a:t>
                      </a:r>
                      <a:r>
                        <a:rPr kumimoji="0" lang="fr-FR" sz="1600" b="0" i="0" u="none" strike="noStrike" cap="none" normalizeH="0" baseline="0" dirty="0" smtClean="0">
                          <a:ln>
                            <a:noFill/>
                          </a:ln>
                          <a:solidFill>
                            <a:srgbClr val="000000"/>
                          </a:solidFill>
                          <a:effectLst/>
                          <a:latin typeface="+mn-lt"/>
                          <a:ea typeface="ＭＳ Ｐゴシック" pitchFamily="34" charset="-128"/>
                        </a:rPr>
                        <a:t>par ceux de la séquence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1267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del</a:t>
                      </a:r>
                      <a:r>
                        <a:rPr kumimoji="0" lang="fr-FR" sz="1600" b="1" i="0" u="none" strike="noStrike" cap="none" normalizeH="0" baseline="0" dirty="0" smtClean="0">
                          <a:ln>
                            <a:noFill/>
                          </a:ln>
                          <a:solidFill>
                            <a:srgbClr val="000000"/>
                          </a:solidFill>
                          <a:effectLst/>
                          <a:latin typeface="+mn-lt"/>
                          <a:ea typeface="ＭＳ Ｐゴシック" pitchFamily="34" charset="-128"/>
                        </a:rPr>
                        <a:t>(</a:t>
                      </a:r>
                      <a:r>
                        <a:rPr kumimoji="0" lang="fr-FR" sz="1600" b="1" i="0" u="none" strike="noStrike" cap="none" normalizeH="0" baseline="0" dirty="0" smtClean="0">
                          <a:ln>
                            <a:noFill/>
                          </a:ln>
                          <a:solidFill>
                            <a:schemeClr val="tx1"/>
                          </a:solidFill>
                          <a:effectLst/>
                          <a:latin typeface="+mn-lt"/>
                          <a:ea typeface="ＭＳ Ｐゴシック" pitchFamily="34" charset="-128"/>
                        </a:rPr>
                        <a:t>s[</a:t>
                      </a:r>
                      <a:r>
                        <a:rPr kumimoji="0" lang="fr-FR" sz="1600" b="1" i="0" u="none" strike="noStrike" cap="none" normalizeH="0" baseline="0" dirty="0" err="1" smtClean="0">
                          <a:ln>
                            <a:noFill/>
                          </a:ln>
                          <a:solidFill>
                            <a:schemeClr val="tx1"/>
                          </a:solidFill>
                          <a:effectLst/>
                          <a:latin typeface="+mn-lt"/>
                          <a:ea typeface="ＭＳ Ｐゴシック" pitchFamily="34" charset="-128"/>
                        </a:rPr>
                        <a:t>i:j:k</a:t>
                      </a:r>
                      <a:r>
                        <a:rPr kumimoji="0" lang="fr-FR" sz="1600" b="1" i="0" u="none" strike="noStrike" cap="none" normalizeH="0" baseline="0" dirty="0" smtClean="0">
                          <a:ln>
                            <a:noFill/>
                          </a:ln>
                          <a:solidFill>
                            <a:schemeClr val="tx1"/>
                          </a:solidFill>
                          <a:effectLst/>
                          <a:latin typeface="+mn-lt"/>
                          <a:ea typeface="ＭＳ Ｐゴシック" pitchFamily="34" charset="-128"/>
                        </a:rPr>
                        <a:t>]</a:t>
                      </a:r>
                      <a:r>
                        <a:rPr kumimoji="0" lang="fr-FR" sz="1600" b="1" i="0" u="none" strike="noStrike" cap="none" normalizeH="0" baseline="0" dirty="0" smtClean="0">
                          <a:ln>
                            <a:noFill/>
                          </a:ln>
                          <a:solidFill>
                            <a:srgbClr val="000000"/>
                          </a:solidFill>
                          <a:effectLst/>
                          <a:latin typeface="+mn-lt"/>
                          <a:ea typeface="ＭＳ Ｐゴシック" pitchFamily="34" charset="-128"/>
                        </a:rPr>
                        <a: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Suppression des éléments de </a:t>
                      </a:r>
                      <a:r>
                        <a:rPr kumimoji="0" lang="fr-FR" sz="1600" b="1" i="0" u="none" strike="noStrike" cap="none" normalizeH="0" baseline="0" dirty="0" smtClean="0">
                          <a:ln>
                            <a:noFill/>
                          </a:ln>
                          <a:solidFill>
                            <a:schemeClr val="tx1"/>
                          </a:solidFill>
                          <a:effectLst/>
                          <a:latin typeface="+mn-lt"/>
                          <a:ea typeface="ＭＳ Ｐゴシック" pitchFamily="34" charset="-128"/>
                        </a:rPr>
                        <a:t>s[</a:t>
                      </a:r>
                      <a:r>
                        <a:rPr kumimoji="0" lang="fr-FR" sz="1600" b="1" i="0" u="none" strike="noStrike" cap="none" normalizeH="0" baseline="0" dirty="0" err="1" smtClean="0">
                          <a:ln>
                            <a:noFill/>
                          </a:ln>
                          <a:solidFill>
                            <a:schemeClr val="tx1"/>
                          </a:solidFill>
                          <a:effectLst/>
                          <a:latin typeface="+mn-lt"/>
                          <a:ea typeface="ＭＳ Ｐゴシック" pitchFamily="34" charset="-128"/>
                        </a:rPr>
                        <a:t>i:j:k</a:t>
                      </a:r>
                      <a:r>
                        <a:rPr kumimoji="0" lang="fr-FR" sz="1600" b="1" i="0" u="none" strike="noStrike" cap="none" normalizeH="0" baseline="0" dirty="0" smtClean="0">
                          <a:ln>
                            <a:noFill/>
                          </a:ln>
                          <a:solidFill>
                            <a:schemeClr val="tx1"/>
                          </a:solidFill>
                          <a:effectLst/>
                          <a:latin typeface="+mn-lt"/>
                          <a:ea typeface="ＭＳ Ｐゴシック" pitchFamily="34" charset="-128"/>
                        </a:rPr>
                        <a:t>] </a:t>
                      </a:r>
                      <a:endParaRPr kumimoji="0" lang="fr-FR" sz="1600" b="1" i="0" u="none" strike="noStrike" cap="none" normalizeH="0" baseline="0" dirty="0" smtClean="0">
                        <a:ln>
                          <a:noFill/>
                        </a:ln>
                        <a:solidFill>
                          <a:srgbClr val="000000"/>
                        </a:solidFill>
                        <a:effectLst/>
                        <a:latin typeface="+mn-lt"/>
                        <a:ea typeface="ＭＳ Ｐゴシック" pitchFamily="34" charset="-128"/>
                      </a:endParaRP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11" name="Rectangle à coins arrondis 10"/>
          <p:cNvSpPr/>
          <p:nvPr/>
        </p:nvSpPr>
        <p:spPr>
          <a:xfrm>
            <a:off x="1143000" y="4491038"/>
            <a:ext cx="7786688" cy="1938337"/>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maListe = [</a:t>
            </a:r>
            <a:r>
              <a:rPr lang="fr-FR" sz="1800" b="1" dirty="0">
                <a:solidFill>
                  <a:srgbClr val="3366FF"/>
                </a:solidFill>
                <a:latin typeface="Courier New"/>
                <a:cs typeface="Courier New"/>
              </a:rPr>
              <a:t>1</a:t>
            </a:r>
            <a:r>
              <a:rPr lang="fr-FR" sz="1800" b="1" dirty="0">
                <a:solidFill>
                  <a:schemeClr val="tx1"/>
                </a:solidFill>
                <a:latin typeface="Courier New"/>
                <a:cs typeface="Courier New"/>
              </a:rPr>
              <a:t>, </a:t>
            </a:r>
            <a:r>
              <a:rPr lang="fr-FR" sz="1800" b="1" dirty="0">
                <a:solidFill>
                  <a:srgbClr val="3366FF"/>
                </a:solidFill>
                <a:latin typeface="Courier New"/>
                <a:cs typeface="Courier New"/>
              </a:rPr>
              <a:t>2</a:t>
            </a:r>
            <a:r>
              <a:rPr lang="fr-FR" sz="1800" b="1" dirty="0">
                <a:solidFill>
                  <a:schemeClr val="tx1"/>
                </a:solidFill>
                <a:latin typeface="Courier New"/>
                <a:cs typeface="Courier New"/>
              </a:rPr>
              <a:t>, </a:t>
            </a:r>
            <a:r>
              <a:rPr lang="fr-FR" sz="1800" b="1" dirty="0">
                <a:solidFill>
                  <a:srgbClr val="3366FF"/>
                </a:solidFill>
                <a:latin typeface="Courier New"/>
                <a:cs typeface="Courier New"/>
              </a:rPr>
              <a:t>3</a:t>
            </a:r>
            <a:r>
              <a:rPr lang="fr-FR" sz="1800" b="1" dirty="0">
                <a:solidFill>
                  <a:schemeClr val="tx1"/>
                </a:solidFill>
                <a:latin typeface="Courier New"/>
                <a:cs typeface="Courier New"/>
              </a:rPr>
              <a:t>, </a:t>
            </a:r>
            <a:r>
              <a:rPr lang="fr-FR" sz="1800" b="1" dirty="0">
                <a:solidFill>
                  <a:srgbClr val="3366FF"/>
                </a:solidFill>
                <a:latin typeface="Courier New"/>
                <a:cs typeface="Courier New"/>
              </a:rPr>
              <a:t>4</a:t>
            </a:r>
            <a:r>
              <a:rPr lang="fr-FR" sz="1800" b="1" dirty="0">
                <a:solidFill>
                  <a:schemeClr val="tx1"/>
                </a:solidFill>
                <a:latin typeface="Courier New"/>
                <a:cs typeface="Courier New"/>
              </a:rPr>
              <a:t>, </a:t>
            </a:r>
            <a:r>
              <a:rPr lang="fr-FR" sz="1800" b="1" dirty="0">
                <a:solidFill>
                  <a:srgbClr val="3366FF"/>
                </a:solidFill>
                <a:latin typeface="Courier New"/>
                <a:cs typeface="Courier New"/>
              </a:rPr>
              <a:t>5</a:t>
            </a:r>
            <a:r>
              <a:rPr lang="fr-FR"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maListe[</a:t>
            </a:r>
            <a:r>
              <a:rPr lang="fr-FR" sz="1800" b="1" dirty="0">
                <a:solidFill>
                  <a:srgbClr val="3366FF"/>
                </a:solidFill>
                <a:latin typeface="Courier New"/>
                <a:cs typeface="Courier New"/>
              </a:rPr>
              <a:t>2</a:t>
            </a:r>
            <a:r>
              <a:rPr lang="fr-FR" sz="1800" b="1" dirty="0">
                <a:solidFill>
                  <a:schemeClr val="tx1"/>
                </a:solidFill>
                <a:latin typeface="Courier New"/>
                <a:cs typeface="Courier New"/>
              </a:rPr>
              <a:t>:</a:t>
            </a:r>
            <a:r>
              <a:rPr lang="fr-FR" sz="1800" b="1" dirty="0">
                <a:solidFill>
                  <a:srgbClr val="3366FF"/>
                </a:solidFill>
                <a:latin typeface="Courier New"/>
                <a:cs typeface="Courier New"/>
              </a:rPr>
              <a:t>4</a:t>
            </a:r>
            <a:r>
              <a:rPr lang="fr-FR" sz="1800" b="1" dirty="0">
                <a:solidFill>
                  <a:schemeClr val="tx1"/>
                </a:solidFill>
                <a:latin typeface="Courier New"/>
                <a:cs typeface="Courier New"/>
              </a:rPr>
              <a:t>] = (</a:t>
            </a:r>
            <a:r>
              <a:rPr lang="fr-FR" sz="1800" b="1" dirty="0">
                <a:solidFill>
                  <a:srgbClr val="3366FF"/>
                </a:solidFill>
                <a:latin typeface="Courier New"/>
                <a:cs typeface="Courier New"/>
              </a:rPr>
              <a:t>6</a:t>
            </a:r>
            <a:r>
              <a:rPr lang="fr-FR" sz="1800" b="1" dirty="0">
                <a:solidFill>
                  <a:schemeClr val="tx1"/>
                </a:solidFill>
                <a:latin typeface="Courier New"/>
                <a:cs typeface="Courier New"/>
              </a:rPr>
              <a:t>,</a:t>
            </a:r>
            <a:r>
              <a:rPr lang="fr-FR" sz="1800" b="1" dirty="0">
                <a:solidFill>
                  <a:srgbClr val="008000"/>
                </a:solidFill>
                <a:latin typeface="Courier New"/>
                <a:cs typeface="Courier New"/>
              </a:rPr>
              <a:t>'x'</a:t>
            </a:r>
            <a:r>
              <a:rPr lang="fr-FR" sz="1800" b="1" dirty="0">
                <a:solidFill>
                  <a:schemeClr val="tx1"/>
                </a:solidFill>
                <a:latin typeface="Courier New"/>
                <a:cs typeface="Courier New"/>
              </a:rPr>
              <a:t>,</a:t>
            </a:r>
            <a:r>
              <a:rPr lang="fr-FR" sz="1800" b="1" dirty="0">
                <a:solidFill>
                  <a:srgbClr val="3366FF"/>
                </a:solidFill>
                <a:latin typeface="Courier New"/>
                <a:cs typeface="Courier New"/>
              </a:rPr>
              <a:t>7</a:t>
            </a:r>
            <a:r>
              <a:rPr lang="fr-FR"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a:t>
            </a:r>
            <a:r>
              <a:rPr lang="fr-FR" sz="1800" b="1" dirty="0">
                <a:solidFill>
                  <a:srgbClr val="3366FF"/>
                </a:solidFill>
                <a:latin typeface="Courier New"/>
                <a:cs typeface="Courier New"/>
              </a:rPr>
              <a:t>print</a:t>
            </a:r>
            <a:r>
              <a:rPr lang="fr-FR" sz="1800" b="1" dirty="0">
                <a:solidFill>
                  <a:schemeClr val="tx1"/>
                </a:solidFill>
                <a:latin typeface="Courier New"/>
                <a:cs typeface="Courier New"/>
              </a:rPr>
              <a:t>(maListe)</a:t>
            </a:r>
          </a:p>
          <a:p>
            <a:pPr lvl="1" eaLnBrk="1" hangingPunct="1">
              <a:spcBef>
                <a:spcPts val="0"/>
              </a:spcBef>
              <a:buClr>
                <a:srgbClr val="336666"/>
              </a:buClr>
              <a:buFont typeface="Wingdings" pitchFamily="2" charset="2"/>
              <a:buNone/>
              <a:defRPr/>
            </a:pPr>
            <a:r>
              <a:rPr lang="fr-FR" sz="1800" b="1" dirty="0">
                <a:solidFill>
                  <a:srgbClr val="000000"/>
                </a:solidFill>
                <a:latin typeface="Courier New"/>
                <a:cs typeface="Courier New"/>
              </a:rPr>
              <a:t>[1, 2, 6, 'x', 7, 5]</a:t>
            </a:r>
          </a:p>
          <a:p>
            <a:pPr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maListe[</a:t>
            </a:r>
            <a:r>
              <a:rPr lang="fr-FR" sz="1800" b="1" dirty="0">
                <a:solidFill>
                  <a:srgbClr val="3366FF"/>
                </a:solidFill>
                <a:latin typeface="Courier New"/>
                <a:cs typeface="Courier New"/>
              </a:rPr>
              <a:t>1</a:t>
            </a:r>
            <a:r>
              <a:rPr lang="fr-FR" sz="1800" b="1" dirty="0">
                <a:solidFill>
                  <a:schemeClr val="tx1"/>
                </a:solidFill>
                <a:latin typeface="Courier New"/>
                <a:cs typeface="Courier New"/>
              </a:rPr>
              <a:t>:</a:t>
            </a:r>
            <a:r>
              <a:rPr lang="fr-FR" sz="1800" b="1" dirty="0">
                <a:solidFill>
                  <a:srgbClr val="3366FF"/>
                </a:solidFill>
                <a:latin typeface="Courier New"/>
                <a:cs typeface="Courier New"/>
              </a:rPr>
              <a:t>6</a:t>
            </a:r>
            <a:r>
              <a:rPr lang="fr-FR" sz="1800" b="1" dirty="0">
                <a:solidFill>
                  <a:schemeClr val="tx1"/>
                </a:solidFill>
                <a:latin typeface="Courier New"/>
                <a:cs typeface="Courier New"/>
              </a:rPr>
              <a:t>:</a:t>
            </a:r>
            <a:r>
              <a:rPr lang="fr-FR" sz="1800" b="1" dirty="0">
                <a:solidFill>
                  <a:srgbClr val="3366FF"/>
                </a:solidFill>
                <a:latin typeface="Courier New"/>
                <a:cs typeface="Courier New"/>
              </a:rPr>
              <a:t>2</a:t>
            </a:r>
            <a:r>
              <a:rPr lang="fr-FR" sz="1800" b="1" dirty="0">
                <a:solidFill>
                  <a:schemeClr val="tx1"/>
                </a:solidFill>
                <a:latin typeface="Courier New"/>
                <a:cs typeface="Courier New"/>
              </a:rPr>
              <a:t>] = </a:t>
            </a:r>
            <a:r>
              <a:rPr lang="fr-FR" sz="1800" b="1" dirty="0">
                <a:solidFill>
                  <a:srgbClr val="008000"/>
                </a:solidFill>
                <a:latin typeface="Courier New"/>
                <a:cs typeface="Courier New"/>
              </a:rPr>
              <a:t>'sup'</a:t>
            </a:r>
          </a:p>
          <a:p>
            <a:pPr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a:t>
            </a:r>
            <a:r>
              <a:rPr lang="fr-FR" sz="1800" b="1" dirty="0">
                <a:solidFill>
                  <a:srgbClr val="3366FF"/>
                </a:solidFill>
                <a:latin typeface="Courier New"/>
                <a:cs typeface="Courier New"/>
              </a:rPr>
              <a:t>print</a:t>
            </a:r>
            <a:r>
              <a:rPr lang="fr-FR" sz="1800" b="1" dirty="0">
                <a:solidFill>
                  <a:schemeClr val="tx1"/>
                </a:solidFill>
                <a:latin typeface="Courier New"/>
                <a:cs typeface="Courier New"/>
              </a:rPr>
              <a:t>(maListe)</a:t>
            </a:r>
          </a:p>
          <a:p>
            <a:pPr lvl="1" eaLnBrk="1" hangingPunct="1">
              <a:spcBef>
                <a:spcPts val="0"/>
              </a:spcBef>
              <a:buClr>
                <a:srgbClr val="336666"/>
              </a:buClr>
              <a:buFont typeface="Wingdings" pitchFamily="2" charset="2"/>
              <a:buNone/>
              <a:defRPr/>
            </a:pPr>
            <a:r>
              <a:rPr lang="fr-FR" sz="1800" b="1" dirty="0">
                <a:solidFill>
                  <a:schemeClr val="tx1"/>
                </a:solidFill>
                <a:latin typeface="Courier New"/>
                <a:cs typeface="Courier New"/>
              </a:rPr>
              <a:t>[</a:t>
            </a:r>
            <a:r>
              <a:rPr lang="fr-FR" sz="1800" b="1" dirty="0">
                <a:solidFill>
                  <a:srgbClr val="000000"/>
                </a:solidFill>
                <a:latin typeface="Courier New"/>
                <a:cs typeface="Courier New"/>
              </a:rPr>
              <a:t>1, 's', 6, 'u', 7, 'p']</a:t>
            </a:r>
          </a:p>
        </p:txBody>
      </p:sp>
      <p:sp>
        <p:nvSpPr>
          <p:cNvPr id="12" name="Rectangle 11"/>
          <p:cNvSpPr/>
          <p:nvPr/>
        </p:nvSpPr>
        <p:spPr>
          <a:xfrm>
            <a:off x="642938" y="4143375"/>
            <a:ext cx="8215312" cy="369888"/>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n-lt"/>
              </a:rPr>
              <a:t>Exemple:</a:t>
            </a:r>
          </a:p>
        </p:txBody>
      </p:sp>
    </p:spTree>
    <p:custDataLst>
      <p:tags r:id="rId1"/>
    </p:custDataLst>
    <p:extLst>
      <p:ext uri="{BB962C8B-B14F-4D97-AF65-F5344CB8AC3E}">
        <p14:creationId xmlns:p14="http://schemas.microsoft.com/office/powerpoint/2010/main" val="48856311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heckerboard(across)">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3210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210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71500" y="928688"/>
            <a:ext cx="8215313" cy="369887"/>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n-lt"/>
              </a:rPr>
              <a:t>Méthodes permettant de modifier une liste :</a:t>
            </a:r>
          </a:p>
        </p:txBody>
      </p:sp>
      <p:graphicFrame>
        <p:nvGraphicFramePr>
          <p:cNvPr id="13" name="Tableau 12"/>
          <p:cNvGraphicFramePr>
            <a:graphicFrameLocks noGrp="1"/>
          </p:cNvGraphicFramePr>
          <p:nvPr/>
        </p:nvGraphicFramePr>
        <p:xfrm>
          <a:off x="642938" y="1362075"/>
          <a:ext cx="8177212" cy="4852990"/>
        </p:xfrm>
        <a:graphic>
          <a:graphicData uri="http://schemas.openxmlformats.org/drawingml/2006/table">
            <a:tbl>
              <a:tblPr/>
              <a:tblGrid>
                <a:gridCol w="2563782"/>
                <a:gridCol w="5613430"/>
              </a:tblGrid>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j-lt"/>
                          <a:ea typeface="ＭＳ Ｐゴシック" pitchFamily="34" charset="-128"/>
                        </a:rPr>
                        <a:t>Opération</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j-lt"/>
                          <a:ea typeface="ＭＳ Ｐゴシック" pitchFamily="34" charset="-128"/>
                        </a:rPr>
                        <a:t>Résultat</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chemeClr val="tx1"/>
                          </a:solidFill>
                          <a:effectLst/>
                          <a:latin typeface="+mj-lt"/>
                          <a:ea typeface="ＭＳ Ｐゴシック" pitchFamily="34" charset="-128"/>
                        </a:rPr>
                        <a:t>Iist(s)</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j-lt"/>
                          <a:ea typeface="ＭＳ Ｐゴシック" pitchFamily="34" charset="-128"/>
                        </a:rPr>
                        <a:t>Transforme une séquence </a:t>
                      </a:r>
                      <a:r>
                        <a:rPr kumimoji="0" lang="fr-FR" sz="1600" b="1" i="0" u="none" strike="noStrike" cap="none" normalizeH="0" baseline="0" smtClean="0">
                          <a:ln>
                            <a:noFill/>
                          </a:ln>
                          <a:solidFill>
                            <a:srgbClr val="000000"/>
                          </a:solidFill>
                          <a:effectLst/>
                          <a:latin typeface="+mj-lt"/>
                          <a:ea typeface="ＭＳ Ｐゴシック" pitchFamily="34" charset="-128"/>
                        </a:rPr>
                        <a:t>s</a:t>
                      </a:r>
                      <a:r>
                        <a:rPr kumimoji="0" lang="fr-FR" sz="1600" b="0" i="0" u="none" strike="noStrike" cap="none" normalizeH="0" baseline="0" smtClean="0">
                          <a:ln>
                            <a:noFill/>
                          </a:ln>
                          <a:solidFill>
                            <a:srgbClr val="000000"/>
                          </a:solidFill>
                          <a:effectLst/>
                          <a:latin typeface="+mj-lt"/>
                          <a:ea typeface="ＭＳ Ｐゴシック" pitchFamily="34" charset="-128"/>
                        </a:rPr>
                        <a:t> en une liste</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j-lt"/>
                          <a:ea typeface="ＭＳ Ｐゴシック" pitchFamily="34" charset="-128"/>
                        </a:rPr>
                        <a:t>s.append(x)</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j-lt"/>
                          <a:ea typeface="ＭＳ Ｐゴシック" pitchFamily="34" charset="-128"/>
                        </a:rPr>
                        <a:t>Ajoute l</a:t>
                      </a:r>
                      <a:r>
                        <a:rPr kumimoji="0" lang="fr-FR" altLang="fr-FR" sz="1600" b="0" i="0" u="none" strike="noStrike" cap="none" normalizeH="0" baseline="0" smtClean="0">
                          <a:ln>
                            <a:noFill/>
                          </a:ln>
                          <a:solidFill>
                            <a:srgbClr val="000000"/>
                          </a:solidFill>
                          <a:effectLst/>
                          <a:latin typeface="+mj-lt"/>
                          <a:ea typeface="ＭＳ Ｐゴシック" pitchFamily="34" charset="-128"/>
                        </a:rPr>
                        <a:t>’</a:t>
                      </a:r>
                      <a:r>
                        <a:rPr kumimoji="0" lang="fr-FR" sz="1600" b="0" i="0" u="none" strike="noStrike" cap="none" normalizeH="0" baseline="0" smtClean="0">
                          <a:ln>
                            <a:noFill/>
                          </a:ln>
                          <a:solidFill>
                            <a:srgbClr val="000000"/>
                          </a:solidFill>
                          <a:effectLst/>
                          <a:latin typeface="+mj-lt"/>
                          <a:ea typeface="ＭＳ Ｐゴシック" pitchFamily="34" charset="-128"/>
                        </a:rPr>
                        <a:t>élément </a:t>
                      </a:r>
                      <a:r>
                        <a:rPr kumimoji="0" lang="fr-FR" sz="1600" b="1" i="0" u="none" strike="noStrike" cap="none" normalizeH="0" baseline="0" smtClean="0">
                          <a:ln>
                            <a:noFill/>
                          </a:ln>
                          <a:solidFill>
                            <a:srgbClr val="000000"/>
                          </a:solidFill>
                          <a:effectLst/>
                          <a:latin typeface="+mj-lt"/>
                          <a:ea typeface="ＭＳ Ｐゴシック" pitchFamily="34" charset="-128"/>
                        </a:rPr>
                        <a:t>x</a:t>
                      </a:r>
                      <a:r>
                        <a:rPr kumimoji="0" lang="fr-FR" sz="1600" b="0" i="0" u="none" strike="noStrike" cap="none" normalizeH="0" baseline="0" smtClean="0">
                          <a:ln>
                            <a:noFill/>
                          </a:ln>
                          <a:solidFill>
                            <a:srgbClr val="000000"/>
                          </a:solidFill>
                          <a:effectLst/>
                          <a:latin typeface="+mj-lt"/>
                          <a:ea typeface="ＭＳ Ｐゴシック" pitchFamily="34" charset="-128"/>
                        </a:rPr>
                        <a:t> à la fin de </a:t>
                      </a:r>
                      <a:r>
                        <a:rPr kumimoji="0" lang="fr-FR" sz="1600" b="1" i="0" u="none" strike="noStrike" cap="none" normalizeH="0" baseline="0" smtClean="0">
                          <a:ln>
                            <a:noFill/>
                          </a:ln>
                          <a:solidFill>
                            <a:srgbClr val="000000"/>
                          </a:solidFill>
                          <a:effectLst/>
                          <a:latin typeface="+mj-lt"/>
                          <a:ea typeface="ＭＳ Ｐゴシック" pitchFamily="34" charset="-128"/>
                        </a:rPr>
                        <a:t>s</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j-lt"/>
                          <a:ea typeface="ＭＳ Ｐゴシック" pitchFamily="34" charset="-128"/>
                        </a:rPr>
                        <a:t>s.extend</a:t>
                      </a:r>
                      <a:r>
                        <a:rPr kumimoji="0" lang="fr-FR" sz="1600" b="1" i="0" u="none" strike="noStrike" cap="none" normalizeH="0" baseline="0" dirty="0" smtClean="0">
                          <a:ln>
                            <a:noFill/>
                          </a:ln>
                          <a:solidFill>
                            <a:srgbClr val="000000"/>
                          </a:solidFill>
                          <a:effectLst/>
                          <a:latin typeface="+mj-lt"/>
                          <a:ea typeface="ＭＳ Ｐゴシック" pitchFamily="34" charset="-128"/>
                        </a:rPr>
                        <a:t>(t)</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j-lt"/>
                          <a:ea typeface="ＭＳ Ｐゴシック" pitchFamily="34" charset="-128"/>
                        </a:rPr>
                        <a:t>Étend </a:t>
                      </a:r>
                      <a:r>
                        <a:rPr kumimoji="0" lang="fr-FR" sz="1600" b="1" i="0" u="none" strike="noStrike" cap="none" normalizeH="0" baseline="0" dirty="0" smtClean="0">
                          <a:ln>
                            <a:noFill/>
                          </a:ln>
                          <a:solidFill>
                            <a:srgbClr val="000000"/>
                          </a:solidFill>
                          <a:effectLst/>
                          <a:latin typeface="+mj-lt"/>
                          <a:ea typeface="ＭＳ Ｐゴシック" pitchFamily="34" charset="-128"/>
                        </a:rPr>
                        <a:t>s</a:t>
                      </a:r>
                      <a:r>
                        <a:rPr kumimoji="0" lang="fr-FR" sz="1600" b="0" i="0" u="none" strike="noStrike" cap="none" normalizeH="0" baseline="0" dirty="0" smtClean="0">
                          <a:ln>
                            <a:noFill/>
                          </a:ln>
                          <a:solidFill>
                            <a:srgbClr val="000000"/>
                          </a:solidFill>
                          <a:effectLst/>
                          <a:latin typeface="+mj-lt"/>
                          <a:ea typeface="ＭＳ Ｐゴシック" pitchFamily="34" charset="-128"/>
                        </a:rPr>
                        <a:t> avec la séquence </a:t>
                      </a:r>
                      <a:r>
                        <a:rPr kumimoji="0" lang="fr-FR" sz="1600" b="1" i="0" u="none" strike="noStrike" cap="none" normalizeH="0" baseline="0" dirty="0" smtClean="0">
                          <a:ln>
                            <a:noFill/>
                          </a:ln>
                          <a:solidFill>
                            <a:srgbClr val="000000"/>
                          </a:solidFill>
                          <a:effectLst/>
                          <a:latin typeface="+mj-lt"/>
                          <a:ea typeface="ＭＳ Ｐゴシック" pitchFamily="34" charset="-128"/>
                        </a:rPr>
                        <a:t>t</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j-lt"/>
                          <a:ea typeface="ＭＳ Ｐゴシック" pitchFamily="34" charset="-128"/>
                        </a:rPr>
                        <a:t>s.insert(i,x)</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j-lt"/>
                          <a:ea typeface="ＭＳ Ｐゴシック" pitchFamily="34" charset="-128"/>
                        </a:rPr>
                        <a:t>Insère l</a:t>
                      </a:r>
                      <a:r>
                        <a:rPr kumimoji="0" lang="fr-FR" altLang="fr-FR" sz="1600" b="0" i="0" u="none" strike="noStrike" cap="none" normalizeH="0" baseline="0" smtClean="0">
                          <a:ln>
                            <a:noFill/>
                          </a:ln>
                          <a:solidFill>
                            <a:srgbClr val="000000"/>
                          </a:solidFill>
                          <a:effectLst/>
                          <a:latin typeface="+mj-lt"/>
                          <a:ea typeface="ＭＳ Ｐゴシック" pitchFamily="34" charset="-128"/>
                        </a:rPr>
                        <a:t>’</a:t>
                      </a:r>
                      <a:r>
                        <a:rPr kumimoji="0" lang="fr-FR" sz="1600" b="0" i="0" u="none" strike="noStrike" cap="none" normalizeH="0" baseline="0" smtClean="0">
                          <a:ln>
                            <a:noFill/>
                          </a:ln>
                          <a:solidFill>
                            <a:srgbClr val="000000"/>
                          </a:solidFill>
                          <a:effectLst/>
                          <a:latin typeface="+mj-lt"/>
                          <a:ea typeface="ＭＳ Ｐゴシック" pitchFamily="34" charset="-128"/>
                        </a:rPr>
                        <a:t>élément </a:t>
                      </a:r>
                      <a:r>
                        <a:rPr kumimoji="0" lang="fr-FR" sz="1600" b="1" i="0" u="none" strike="noStrike" cap="none" normalizeH="0" baseline="0" smtClean="0">
                          <a:ln>
                            <a:noFill/>
                          </a:ln>
                          <a:solidFill>
                            <a:srgbClr val="000000"/>
                          </a:solidFill>
                          <a:effectLst/>
                          <a:latin typeface="+mj-lt"/>
                          <a:ea typeface="ＭＳ Ｐゴシック" pitchFamily="34" charset="-128"/>
                        </a:rPr>
                        <a:t>x</a:t>
                      </a:r>
                      <a:r>
                        <a:rPr kumimoji="0" lang="fr-FR" sz="1600" b="0" i="0" u="none" strike="noStrike" cap="none" normalizeH="0" baseline="0" smtClean="0">
                          <a:ln>
                            <a:noFill/>
                          </a:ln>
                          <a:solidFill>
                            <a:srgbClr val="000000"/>
                          </a:solidFill>
                          <a:effectLst/>
                          <a:latin typeface="+mj-lt"/>
                          <a:ea typeface="ＭＳ Ｐゴシック" pitchFamily="34" charset="-128"/>
                        </a:rPr>
                        <a:t> à la position </a:t>
                      </a:r>
                      <a:r>
                        <a:rPr kumimoji="0" lang="fr-FR" sz="1600" b="1" i="0" u="none" strike="noStrike" cap="none" normalizeH="0" baseline="0" smtClean="0">
                          <a:ln>
                            <a:noFill/>
                          </a:ln>
                          <a:solidFill>
                            <a:srgbClr val="000000"/>
                          </a:solidFill>
                          <a:effectLst/>
                          <a:latin typeface="+mj-lt"/>
                          <a:ea typeface="ＭＳ Ｐゴシック" pitchFamily="34" charset="-128"/>
                        </a:rPr>
                        <a:t>i</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j-lt"/>
                          <a:ea typeface="ＭＳ Ｐゴシック" pitchFamily="34" charset="-128"/>
                        </a:rPr>
                        <a:t>s.clear</a:t>
                      </a:r>
                      <a:r>
                        <a:rPr kumimoji="0" lang="fr-FR" sz="1600" b="1" i="0" u="none" strike="noStrike" cap="none" normalizeH="0" baseline="0" dirty="0" smtClean="0">
                          <a:ln>
                            <a:noFill/>
                          </a:ln>
                          <a:solidFill>
                            <a:srgbClr val="000000"/>
                          </a:solidFill>
                          <a:effectLst/>
                          <a:latin typeface="+mj-lt"/>
                          <a:ea typeface="ＭＳ Ｐゴシック" pitchFamily="34" charset="-128"/>
                        </a:rPr>
                        <a:t>()</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j-lt"/>
                          <a:ea typeface="ＭＳ Ｐゴシック" pitchFamily="34" charset="-128"/>
                        </a:rPr>
                        <a:t>Supprime tous les éléments de </a:t>
                      </a:r>
                      <a:r>
                        <a:rPr kumimoji="0" lang="fr-FR" sz="1600" b="1" i="0" u="none" strike="noStrike" cap="none" normalizeH="0" baseline="0" smtClean="0">
                          <a:ln>
                            <a:noFill/>
                          </a:ln>
                          <a:solidFill>
                            <a:srgbClr val="000000"/>
                          </a:solidFill>
                          <a:effectLst/>
                          <a:latin typeface="+mj-lt"/>
                          <a:ea typeface="ＭＳ Ｐゴシック" pitchFamily="34" charset="-128"/>
                        </a:rPr>
                        <a:t>s</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j-lt"/>
                          <a:ea typeface="ＭＳ Ｐゴシック" pitchFamily="34" charset="-128"/>
                        </a:rPr>
                        <a:t>s.remove(x)</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j-lt"/>
                          <a:ea typeface="ＭＳ Ｐゴシック" pitchFamily="34" charset="-128"/>
                        </a:rPr>
                        <a:t>Retire l</a:t>
                      </a:r>
                      <a:r>
                        <a:rPr kumimoji="0" lang="fr-FR" altLang="fr-FR" sz="1600" b="0" i="0" u="none" strike="noStrike" cap="none" normalizeH="0" baseline="0" smtClean="0">
                          <a:ln>
                            <a:noFill/>
                          </a:ln>
                          <a:solidFill>
                            <a:srgbClr val="000000"/>
                          </a:solidFill>
                          <a:effectLst/>
                          <a:latin typeface="+mj-lt"/>
                          <a:ea typeface="ＭＳ Ｐゴシック" pitchFamily="34" charset="-128"/>
                        </a:rPr>
                        <a:t>’</a:t>
                      </a:r>
                      <a:r>
                        <a:rPr kumimoji="0" lang="fr-FR" sz="1600" b="0" i="0" u="none" strike="noStrike" cap="none" normalizeH="0" baseline="0" smtClean="0">
                          <a:ln>
                            <a:noFill/>
                          </a:ln>
                          <a:solidFill>
                            <a:srgbClr val="000000"/>
                          </a:solidFill>
                          <a:effectLst/>
                          <a:latin typeface="+mj-lt"/>
                          <a:ea typeface="ＭＳ Ｐゴシック" pitchFamily="34" charset="-128"/>
                        </a:rPr>
                        <a:t>élement </a:t>
                      </a:r>
                      <a:r>
                        <a:rPr kumimoji="0" lang="fr-FR" sz="1600" b="1" i="0" u="none" strike="noStrike" cap="none" normalizeH="0" baseline="0" smtClean="0">
                          <a:ln>
                            <a:noFill/>
                          </a:ln>
                          <a:solidFill>
                            <a:srgbClr val="000000"/>
                          </a:solidFill>
                          <a:effectLst/>
                          <a:latin typeface="+mj-lt"/>
                          <a:ea typeface="ＭＳ Ｐゴシック" pitchFamily="34" charset="-128"/>
                        </a:rPr>
                        <a:t>x</a:t>
                      </a:r>
                      <a:r>
                        <a:rPr kumimoji="0" lang="fr-FR" sz="1600" b="0" i="0" u="none" strike="noStrike" cap="none" normalizeH="0" baseline="0" smtClean="0">
                          <a:ln>
                            <a:noFill/>
                          </a:ln>
                          <a:solidFill>
                            <a:srgbClr val="000000"/>
                          </a:solidFill>
                          <a:effectLst/>
                          <a:latin typeface="+mj-lt"/>
                          <a:ea typeface="ＭＳ Ｐゴシック" pitchFamily="34" charset="-128"/>
                        </a:rPr>
                        <a:t> de </a:t>
                      </a:r>
                      <a:r>
                        <a:rPr kumimoji="0" lang="fr-FR" sz="1600" b="1" i="0" u="none" strike="noStrike" cap="none" normalizeH="0" baseline="0" smtClean="0">
                          <a:ln>
                            <a:noFill/>
                          </a:ln>
                          <a:solidFill>
                            <a:srgbClr val="000000"/>
                          </a:solidFill>
                          <a:effectLst/>
                          <a:latin typeface="+mj-lt"/>
                          <a:ea typeface="ＭＳ Ｐゴシック" pitchFamily="34" charset="-128"/>
                        </a:rPr>
                        <a:t>s</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j-lt"/>
                          <a:ea typeface="ＭＳ Ｐゴシック" pitchFamily="34" charset="-128"/>
                        </a:rPr>
                        <a:t>s.pop(i)</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j-lt"/>
                          <a:ea typeface="ＭＳ Ｐゴシック" pitchFamily="34" charset="-128"/>
                        </a:rPr>
                        <a:t>Renvoie l</a:t>
                      </a:r>
                      <a:r>
                        <a:rPr kumimoji="0" lang="fr-FR" altLang="fr-FR" sz="1600" b="0" i="0" u="none" strike="noStrike" cap="none" normalizeH="0" baseline="0" smtClean="0">
                          <a:ln>
                            <a:noFill/>
                          </a:ln>
                          <a:solidFill>
                            <a:srgbClr val="000000"/>
                          </a:solidFill>
                          <a:effectLst/>
                          <a:latin typeface="+mj-lt"/>
                          <a:ea typeface="ＭＳ Ｐゴシック" pitchFamily="34" charset="-128"/>
                        </a:rPr>
                        <a:t>’</a:t>
                      </a:r>
                      <a:r>
                        <a:rPr kumimoji="0" lang="fr-FR" sz="1600" b="0" i="0" u="none" strike="noStrike" cap="none" normalizeH="0" baseline="0" smtClean="0">
                          <a:ln>
                            <a:noFill/>
                          </a:ln>
                          <a:solidFill>
                            <a:srgbClr val="000000"/>
                          </a:solidFill>
                          <a:effectLst/>
                          <a:latin typeface="+mj-lt"/>
                          <a:ea typeface="ＭＳ Ｐゴシック" pitchFamily="34" charset="-128"/>
                        </a:rPr>
                        <a:t>élément d</a:t>
                      </a:r>
                      <a:r>
                        <a:rPr kumimoji="0" lang="fr-FR" altLang="fr-FR" sz="1600" b="0" i="0" u="none" strike="noStrike" cap="none" normalizeH="0" baseline="0" smtClean="0">
                          <a:ln>
                            <a:noFill/>
                          </a:ln>
                          <a:solidFill>
                            <a:srgbClr val="000000"/>
                          </a:solidFill>
                          <a:effectLst/>
                          <a:latin typeface="+mj-lt"/>
                          <a:ea typeface="ＭＳ Ｐゴシック" pitchFamily="34" charset="-128"/>
                        </a:rPr>
                        <a:t>’</a:t>
                      </a:r>
                      <a:r>
                        <a:rPr kumimoji="0" lang="fr-FR" sz="1600" b="0" i="0" u="none" strike="noStrike" cap="none" normalizeH="0" baseline="0" smtClean="0">
                          <a:ln>
                            <a:noFill/>
                          </a:ln>
                          <a:solidFill>
                            <a:srgbClr val="000000"/>
                          </a:solidFill>
                          <a:effectLst/>
                          <a:latin typeface="+mj-lt"/>
                          <a:ea typeface="ＭＳ Ｐゴシック" pitchFamily="34" charset="-128"/>
                        </a:rPr>
                        <a:t>indice </a:t>
                      </a:r>
                      <a:r>
                        <a:rPr kumimoji="0" lang="fr-FR" sz="1600" b="1" i="0" u="none" strike="noStrike" cap="none" normalizeH="0" baseline="0" smtClean="0">
                          <a:ln>
                            <a:noFill/>
                          </a:ln>
                          <a:solidFill>
                            <a:srgbClr val="000000"/>
                          </a:solidFill>
                          <a:effectLst/>
                          <a:latin typeface="+mj-lt"/>
                          <a:ea typeface="ＭＳ Ｐゴシック" pitchFamily="34" charset="-128"/>
                        </a:rPr>
                        <a:t>i</a:t>
                      </a:r>
                      <a:r>
                        <a:rPr kumimoji="0" lang="fr-FR" sz="1600" b="0" i="0" u="none" strike="noStrike" cap="none" normalizeH="0" baseline="0" smtClean="0">
                          <a:ln>
                            <a:noFill/>
                          </a:ln>
                          <a:solidFill>
                            <a:srgbClr val="000000"/>
                          </a:solidFill>
                          <a:effectLst/>
                          <a:latin typeface="+mj-lt"/>
                          <a:ea typeface="ＭＳ Ｐゴシック" pitchFamily="34" charset="-128"/>
                        </a:rPr>
                        <a:t> et le supprime</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j-lt"/>
                          <a:ea typeface="ＭＳ Ｐゴシック" pitchFamily="34" charset="-128"/>
                        </a:rPr>
                        <a:t>s.reverse</a:t>
                      </a:r>
                      <a:r>
                        <a:rPr kumimoji="0" lang="fr-FR" sz="1600" b="1" i="0" u="none" strike="noStrike" cap="none" normalizeH="0" baseline="0" dirty="0" smtClean="0">
                          <a:ln>
                            <a:noFill/>
                          </a:ln>
                          <a:solidFill>
                            <a:srgbClr val="000000"/>
                          </a:solidFill>
                          <a:effectLst/>
                          <a:latin typeface="+mj-lt"/>
                          <a:ea typeface="ＭＳ Ｐゴシック" pitchFamily="34" charset="-128"/>
                        </a:rPr>
                        <a:t>()</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j-lt"/>
                          <a:ea typeface="ＭＳ Ｐゴシック" pitchFamily="34" charset="-128"/>
                        </a:rPr>
                        <a:t>Inverse l</a:t>
                      </a:r>
                      <a:r>
                        <a:rPr kumimoji="0" lang="fr-FR" altLang="fr-FR" sz="1600" b="0" i="0" u="none" strike="noStrike" cap="none" normalizeH="0" baseline="0" smtClean="0">
                          <a:ln>
                            <a:noFill/>
                          </a:ln>
                          <a:solidFill>
                            <a:srgbClr val="000000"/>
                          </a:solidFill>
                          <a:effectLst/>
                          <a:latin typeface="+mj-lt"/>
                          <a:ea typeface="ＭＳ Ｐゴシック" pitchFamily="34" charset="-128"/>
                        </a:rPr>
                        <a:t>’</a:t>
                      </a:r>
                      <a:r>
                        <a:rPr kumimoji="0" lang="fr-FR" sz="1600" b="0" i="0" u="none" strike="noStrike" cap="none" normalizeH="0" baseline="0" smtClean="0">
                          <a:ln>
                            <a:noFill/>
                          </a:ln>
                          <a:solidFill>
                            <a:srgbClr val="000000"/>
                          </a:solidFill>
                          <a:effectLst/>
                          <a:latin typeface="+mj-lt"/>
                          <a:ea typeface="ＭＳ Ｐゴシック" pitchFamily="34" charset="-128"/>
                        </a:rPr>
                        <a:t>ordre des éléments de </a:t>
                      </a:r>
                      <a:r>
                        <a:rPr kumimoji="0" lang="fr-FR" sz="1600" b="1" i="0" u="none" strike="noStrike" cap="none" normalizeH="0" baseline="0" smtClean="0">
                          <a:ln>
                            <a:noFill/>
                          </a:ln>
                          <a:solidFill>
                            <a:srgbClr val="000000"/>
                          </a:solidFill>
                          <a:effectLst/>
                          <a:latin typeface="+mj-lt"/>
                          <a:ea typeface="ＭＳ Ｐゴシック" pitchFamily="34" charset="-128"/>
                        </a:rPr>
                        <a:t>s</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29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j-lt"/>
                          <a:ea typeface="ＭＳ Ｐゴシック" pitchFamily="34" charset="-128"/>
                        </a:rPr>
                        <a:t>s.sort</a:t>
                      </a:r>
                      <a:r>
                        <a:rPr kumimoji="0" lang="fr-FR" sz="1600" b="1" i="0" u="none" strike="noStrike" cap="none" normalizeH="0" baseline="0" dirty="0" smtClean="0">
                          <a:ln>
                            <a:noFill/>
                          </a:ln>
                          <a:solidFill>
                            <a:srgbClr val="000000"/>
                          </a:solidFill>
                          <a:effectLst/>
                          <a:latin typeface="+mj-lt"/>
                          <a:ea typeface="ＭＳ Ｐゴシック" pitchFamily="34" charset="-128"/>
                        </a:rPr>
                        <a:t>()</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j-lt"/>
                          <a:ea typeface="ＭＳ Ｐゴシック" pitchFamily="34" charset="-128"/>
                        </a:rPr>
                        <a:t>Trie les éléments de </a:t>
                      </a:r>
                      <a:r>
                        <a:rPr kumimoji="0" lang="fr-FR" sz="1600" b="1" i="0" u="none" strike="noStrike" cap="none" normalizeH="0" baseline="0" dirty="0" smtClean="0">
                          <a:ln>
                            <a:noFill/>
                          </a:ln>
                          <a:solidFill>
                            <a:srgbClr val="000000"/>
                          </a:solidFill>
                          <a:effectLst/>
                          <a:latin typeface="+mj-lt"/>
                          <a:ea typeface="ＭＳ Ｐゴシック" pitchFamily="34" charset="-128"/>
                        </a:rPr>
                        <a:t>s</a:t>
                      </a:r>
                      <a:r>
                        <a:rPr kumimoji="0" lang="fr-FR" sz="1600" b="0" i="0" u="none" strike="noStrike" cap="none" normalizeH="0" baseline="0" dirty="0" smtClean="0">
                          <a:ln>
                            <a:noFill/>
                          </a:ln>
                          <a:solidFill>
                            <a:srgbClr val="000000"/>
                          </a:solidFill>
                          <a:effectLst/>
                          <a:latin typeface="+mj-lt"/>
                          <a:ea typeface="ＭＳ Ｐゴシック" pitchFamily="34" charset="-128"/>
                        </a:rPr>
                        <a:t> par ordre croissant</a:t>
                      </a:r>
                    </a:p>
                  </a:txBody>
                  <a:tcPr marL="91448" marR="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Tree>
    <p:custDataLst>
      <p:tags r:id="rId1"/>
    </p:custDataLst>
    <p:extLst>
      <p:ext uri="{BB962C8B-B14F-4D97-AF65-F5344CB8AC3E}">
        <p14:creationId xmlns:p14="http://schemas.microsoft.com/office/powerpoint/2010/main" val="2125221535"/>
      </p:ext>
    </p:extLst>
  </p:cSld>
  <p:clrMapOvr>
    <a:masterClrMapping/>
  </p:clrMapOvr>
  <p:transition>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3312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312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2" name="Rectangle 11"/>
          <p:cNvSpPr/>
          <p:nvPr/>
        </p:nvSpPr>
        <p:spPr>
          <a:xfrm>
            <a:off x="642938" y="915988"/>
            <a:ext cx="7146925" cy="369887"/>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n-lt"/>
              </a:rPr>
              <a:t>Exemple 1:</a:t>
            </a:r>
          </a:p>
        </p:txBody>
      </p:sp>
      <p:sp>
        <p:nvSpPr>
          <p:cNvPr id="14" name="Rectangle à coins arrondis 13"/>
          <p:cNvSpPr/>
          <p:nvPr/>
        </p:nvSpPr>
        <p:spPr>
          <a:xfrm>
            <a:off x="2001838" y="1285875"/>
            <a:ext cx="6356350" cy="3286125"/>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maListe = [</a:t>
            </a:r>
            <a:r>
              <a:rPr lang="pl-PL" sz="1800" b="1" dirty="0">
                <a:solidFill>
                  <a:srgbClr val="3366FF"/>
                </a:solidFill>
                <a:latin typeface="Courier New"/>
                <a:cs typeface="Courier New"/>
              </a:rPr>
              <a:t>1</a:t>
            </a:r>
            <a:r>
              <a:rPr lang="pl-PL" sz="1800" b="1" dirty="0">
                <a:solidFill>
                  <a:schemeClr val="tx1"/>
                </a:solidFill>
                <a:latin typeface="Courier New"/>
                <a:cs typeface="Courier New"/>
              </a:rPr>
              <a:t>, </a:t>
            </a:r>
            <a:r>
              <a:rPr lang="pl-PL" sz="1800" b="1" dirty="0">
                <a:solidFill>
                  <a:srgbClr val="3366FF"/>
                </a:solidFill>
                <a:latin typeface="Courier New"/>
                <a:cs typeface="Courier New"/>
              </a:rPr>
              <a:t>3</a:t>
            </a:r>
            <a:r>
              <a:rPr lang="pl-PL" sz="1800" b="1" dirty="0">
                <a:solidFill>
                  <a:schemeClr val="tx1"/>
                </a:solidFill>
                <a:latin typeface="Courier New"/>
                <a:cs typeface="Courier New"/>
              </a:rPr>
              <a:t>, </a:t>
            </a:r>
            <a:r>
              <a:rPr lang="pl-PL" sz="1800" b="1" dirty="0">
                <a:solidFill>
                  <a:srgbClr val="3366FF"/>
                </a:solidFill>
                <a:latin typeface="Courier New"/>
                <a:cs typeface="Courier New"/>
              </a:rPr>
              <a:t>5</a:t>
            </a:r>
            <a:r>
              <a:rPr lang="pl-PL" sz="1800" b="1" dirty="0">
                <a:solidFill>
                  <a:schemeClr val="tx1"/>
                </a:solidFill>
                <a:latin typeface="Courier New"/>
                <a:cs typeface="Courier New"/>
              </a:rPr>
              <a:t>]</a:t>
            </a: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maListe.append(</a:t>
            </a:r>
            <a:r>
              <a:rPr lang="pl-PL" sz="1800" b="1" dirty="0">
                <a:solidFill>
                  <a:srgbClr val="3366FF"/>
                </a:solidFill>
                <a:latin typeface="Courier New"/>
                <a:cs typeface="Courier New"/>
              </a:rPr>
              <a:t>7</a:t>
            </a:r>
            <a:r>
              <a:rPr lang="pl-PL" sz="1800" b="1" dirty="0">
                <a:solidFill>
                  <a:schemeClr val="tx1"/>
                </a:solidFill>
                <a:latin typeface="Courier New"/>
                <a:cs typeface="Courier New"/>
              </a:rPr>
              <a:t>)</a:t>
            </a: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a:t>
            </a:r>
            <a:r>
              <a:rPr lang="pl-PL" sz="1800" b="1" dirty="0">
                <a:solidFill>
                  <a:srgbClr val="3366FF"/>
                </a:solidFill>
                <a:latin typeface="Courier New"/>
                <a:cs typeface="Courier New"/>
              </a:rPr>
              <a:t>print</a:t>
            </a:r>
            <a:r>
              <a:rPr lang="pl-PL" sz="1800" b="1" dirty="0">
                <a:solidFill>
                  <a:schemeClr val="tx1"/>
                </a:solidFill>
                <a:latin typeface="Courier New"/>
                <a:cs typeface="Courier New"/>
              </a:rPr>
              <a:t>(maListe)</a:t>
            </a:r>
          </a:p>
          <a:p>
            <a:pPr marL="0" lvl="1" eaLnBrk="1" hangingPunct="1">
              <a:spcBef>
                <a:spcPts val="0"/>
              </a:spcBef>
              <a:buClr>
                <a:srgbClr val="336666"/>
              </a:buClr>
              <a:buFont typeface="Wingdings" pitchFamily="2" charset="2"/>
              <a:buNone/>
              <a:defRPr/>
            </a:pPr>
            <a:r>
              <a:rPr lang="pl-PL" sz="1800" b="1" dirty="0">
                <a:solidFill>
                  <a:schemeClr val="tx1"/>
                </a:solidFill>
                <a:latin typeface="Courier New"/>
                <a:cs typeface="Courier New"/>
              </a:rPr>
              <a:t>[</a:t>
            </a:r>
            <a:r>
              <a:rPr lang="pl-PL" sz="1800" b="1" dirty="0">
                <a:solidFill>
                  <a:srgbClr val="000000"/>
                </a:solidFill>
                <a:latin typeface="Courier New"/>
                <a:cs typeface="Courier New"/>
              </a:rPr>
              <a:t>1, 3, 5, 7]</a:t>
            </a: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maListe.extend((</a:t>
            </a:r>
            <a:r>
              <a:rPr lang="pl-PL" sz="1800" b="1" dirty="0">
                <a:solidFill>
                  <a:srgbClr val="3366FF"/>
                </a:solidFill>
                <a:latin typeface="Courier New"/>
                <a:cs typeface="Courier New"/>
              </a:rPr>
              <a:t>8</a:t>
            </a:r>
            <a:r>
              <a:rPr lang="pl-PL" sz="1800" b="1" dirty="0">
                <a:solidFill>
                  <a:schemeClr val="tx1"/>
                </a:solidFill>
                <a:latin typeface="Courier New"/>
                <a:cs typeface="Courier New"/>
              </a:rPr>
              <a:t>, </a:t>
            </a:r>
            <a:r>
              <a:rPr lang="pl-PL" sz="1800" b="1" dirty="0">
                <a:solidFill>
                  <a:srgbClr val="3366FF"/>
                </a:solidFill>
                <a:latin typeface="Courier New"/>
                <a:cs typeface="Courier New"/>
              </a:rPr>
              <a:t>11</a:t>
            </a:r>
            <a:r>
              <a:rPr lang="pl-PL" sz="1800" b="1" dirty="0">
                <a:solidFill>
                  <a:schemeClr val="tx1"/>
                </a:solidFill>
                <a:latin typeface="Courier New"/>
                <a:cs typeface="Courier New"/>
              </a:rPr>
              <a:t>))</a:t>
            </a: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a:t>
            </a:r>
            <a:r>
              <a:rPr lang="pl-PL" sz="1800" b="1" dirty="0">
                <a:solidFill>
                  <a:srgbClr val="3366FF"/>
                </a:solidFill>
                <a:latin typeface="Courier New"/>
                <a:cs typeface="Courier New"/>
              </a:rPr>
              <a:t>print</a:t>
            </a:r>
            <a:r>
              <a:rPr lang="pl-PL" sz="1800" b="1" dirty="0">
                <a:solidFill>
                  <a:schemeClr val="tx1"/>
                </a:solidFill>
                <a:latin typeface="Courier New"/>
                <a:cs typeface="Courier New"/>
              </a:rPr>
              <a:t>(maListe)</a:t>
            </a:r>
          </a:p>
          <a:p>
            <a:pPr marL="0" lvl="1" eaLnBrk="1" hangingPunct="1">
              <a:spcBef>
                <a:spcPts val="0"/>
              </a:spcBef>
              <a:buClr>
                <a:srgbClr val="336666"/>
              </a:buClr>
              <a:buFont typeface="Wingdings" pitchFamily="2" charset="2"/>
              <a:buNone/>
              <a:defRPr/>
            </a:pPr>
            <a:r>
              <a:rPr lang="pl-PL" sz="1800" b="1" dirty="0">
                <a:solidFill>
                  <a:schemeClr val="tx1"/>
                </a:solidFill>
                <a:latin typeface="Courier New"/>
                <a:cs typeface="Courier New"/>
              </a:rPr>
              <a:t>[</a:t>
            </a:r>
            <a:r>
              <a:rPr lang="pl-PL" sz="1800" b="1" dirty="0">
                <a:solidFill>
                  <a:srgbClr val="000000"/>
                </a:solidFill>
                <a:latin typeface="Courier New"/>
                <a:cs typeface="Courier New"/>
              </a:rPr>
              <a:t>1, 3, 5, 7, 8, 11]</a:t>
            </a: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maListe.remove(</a:t>
            </a:r>
            <a:r>
              <a:rPr lang="pl-PL" sz="1800" b="1" dirty="0">
                <a:solidFill>
                  <a:srgbClr val="3366FF"/>
                </a:solidFill>
                <a:latin typeface="Courier New"/>
                <a:cs typeface="Courier New"/>
              </a:rPr>
              <a:t>8</a:t>
            </a:r>
            <a:r>
              <a:rPr lang="pl-PL" sz="1800" b="1" dirty="0">
                <a:solidFill>
                  <a:schemeClr val="tx1"/>
                </a:solidFill>
                <a:latin typeface="Courier New"/>
                <a:cs typeface="Courier New"/>
              </a:rPr>
              <a:t>)</a:t>
            </a:r>
            <a:endParaRPr lang="fr-FR" sz="1800" b="1" dirty="0">
              <a:solidFill>
                <a:schemeClr val="tx1"/>
              </a:solidFill>
              <a:latin typeface="Courier New"/>
              <a:cs typeface="Courier New"/>
            </a:endParaRP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a:t>
            </a:r>
            <a:r>
              <a:rPr lang="pl-PL" sz="1800" b="1" dirty="0">
                <a:solidFill>
                  <a:srgbClr val="3366FF"/>
                </a:solidFill>
                <a:latin typeface="Courier New"/>
                <a:cs typeface="Courier New"/>
              </a:rPr>
              <a:t>print</a:t>
            </a:r>
            <a:r>
              <a:rPr lang="pl-PL" sz="1800" b="1" dirty="0">
                <a:solidFill>
                  <a:schemeClr val="tx1"/>
                </a:solidFill>
                <a:latin typeface="Courier New"/>
                <a:cs typeface="Courier New"/>
              </a:rPr>
              <a:t>(maListe)</a:t>
            </a:r>
          </a:p>
          <a:p>
            <a:pPr marL="0" lvl="1" eaLnBrk="1" hangingPunct="1">
              <a:spcBef>
                <a:spcPts val="0"/>
              </a:spcBef>
              <a:buClr>
                <a:srgbClr val="336666"/>
              </a:buClr>
              <a:buFont typeface="Wingdings" pitchFamily="2" charset="2"/>
              <a:buNone/>
              <a:defRPr/>
            </a:pPr>
            <a:r>
              <a:rPr lang="pl-PL" sz="1800" b="1" dirty="0">
                <a:solidFill>
                  <a:schemeClr val="tx1"/>
                </a:solidFill>
                <a:latin typeface="Courier New"/>
                <a:cs typeface="Courier New"/>
              </a:rPr>
              <a:t>[</a:t>
            </a:r>
            <a:r>
              <a:rPr lang="pl-PL" sz="1800" b="1" dirty="0">
                <a:solidFill>
                  <a:srgbClr val="000000"/>
                </a:solidFill>
                <a:latin typeface="Courier New"/>
                <a:cs typeface="Courier New"/>
              </a:rPr>
              <a:t>1, 3, 5, 7, 11]</a:t>
            </a: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maListe.insert(</a:t>
            </a:r>
            <a:r>
              <a:rPr lang="pl-PL" sz="1800" b="1" dirty="0">
                <a:solidFill>
                  <a:srgbClr val="3366FF"/>
                </a:solidFill>
                <a:latin typeface="Courier New"/>
                <a:cs typeface="Courier New"/>
              </a:rPr>
              <a:t>4</a:t>
            </a:r>
            <a:r>
              <a:rPr lang="pl-PL" sz="1800" b="1" dirty="0">
                <a:solidFill>
                  <a:schemeClr val="tx1"/>
                </a:solidFill>
                <a:latin typeface="Courier New"/>
                <a:cs typeface="Courier New"/>
              </a:rPr>
              <a:t>,</a:t>
            </a:r>
            <a:r>
              <a:rPr lang="pl-PL" sz="1800" b="1" dirty="0">
                <a:solidFill>
                  <a:srgbClr val="3366FF"/>
                </a:solidFill>
                <a:latin typeface="Courier New"/>
                <a:cs typeface="Courier New"/>
              </a:rPr>
              <a:t>9</a:t>
            </a:r>
            <a:r>
              <a:rPr lang="pl-PL" sz="1800" b="1" dirty="0">
                <a:solidFill>
                  <a:schemeClr val="tx1"/>
                </a:solidFill>
                <a:latin typeface="Courier New"/>
                <a:cs typeface="Courier New"/>
              </a:rPr>
              <a:t>)</a:t>
            </a:r>
          </a:p>
          <a:p>
            <a:pPr marL="0" lvl="1" eaLnBrk="1" hangingPunct="1">
              <a:spcBef>
                <a:spcPts val="0"/>
              </a:spcBef>
              <a:buClr>
                <a:srgbClr val="336666"/>
              </a:buClr>
              <a:buFont typeface="Wingdings" pitchFamily="2" charset="2"/>
              <a:buNone/>
              <a:defRPr/>
            </a:pPr>
            <a:r>
              <a:rPr lang="pl-PL" sz="1800" b="1" dirty="0">
                <a:solidFill>
                  <a:srgbClr val="008000"/>
                </a:solidFill>
                <a:latin typeface="Courier New"/>
                <a:cs typeface="Courier New"/>
              </a:rPr>
              <a:t>&gt;&gt;&gt;</a:t>
            </a:r>
            <a:r>
              <a:rPr lang="pl-PL" sz="1800" b="1" dirty="0">
                <a:solidFill>
                  <a:schemeClr val="tx1"/>
                </a:solidFill>
                <a:latin typeface="Courier New"/>
                <a:cs typeface="Courier New"/>
              </a:rPr>
              <a:t> </a:t>
            </a:r>
            <a:r>
              <a:rPr lang="pl-PL" sz="1800" b="1" dirty="0">
                <a:solidFill>
                  <a:srgbClr val="3366FF"/>
                </a:solidFill>
                <a:latin typeface="Courier New"/>
                <a:cs typeface="Courier New"/>
              </a:rPr>
              <a:t>print</a:t>
            </a:r>
            <a:r>
              <a:rPr lang="pl-PL" sz="1800" b="1" dirty="0">
                <a:solidFill>
                  <a:schemeClr val="tx1"/>
                </a:solidFill>
                <a:latin typeface="Courier New"/>
                <a:cs typeface="Courier New"/>
              </a:rPr>
              <a:t>(maListe)</a:t>
            </a:r>
          </a:p>
          <a:p>
            <a:pPr marL="0" lvl="1" eaLnBrk="1" hangingPunct="1">
              <a:spcBef>
                <a:spcPts val="0"/>
              </a:spcBef>
              <a:buClr>
                <a:srgbClr val="336666"/>
              </a:buClr>
              <a:buFont typeface="Wingdings" pitchFamily="2" charset="2"/>
              <a:buNone/>
              <a:defRPr/>
            </a:pPr>
            <a:r>
              <a:rPr lang="pl-PL" sz="1800" b="1" dirty="0">
                <a:solidFill>
                  <a:schemeClr val="tx1"/>
                </a:solidFill>
                <a:latin typeface="Courier New"/>
                <a:cs typeface="Courier New"/>
              </a:rPr>
              <a:t>[</a:t>
            </a:r>
            <a:r>
              <a:rPr lang="pl-PL" sz="1800" b="1" dirty="0">
                <a:solidFill>
                  <a:srgbClr val="000000"/>
                </a:solidFill>
                <a:latin typeface="Courier New"/>
                <a:cs typeface="Courier New"/>
              </a:rPr>
              <a:t>1, 3, 5, 7, 9, 11]</a:t>
            </a:r>
            <a:endParaRPr lang="fr-FR" sz="1800" b="1" dirty="0">
              <a:solidFill>
                <a:srgbClr val="000000"/>
              </a:solidFill>
              <a:latin typeface="Courier New"/>
              <a:cs typeface="Courier New"/>
            </a:endParaRPr>
          </a:p>
        </p:txBody>
      </p:sp>
      <p:sp>
        <p:nvSpPr>
          <p:cNvPr id="11" name="Rectangle à coins arrondis 10"/>
          <p:cNvSpPr/>
          <p:nvPr/>
        </p:nvSpPr>
        <p:spPr>
          <a:xfrm>
            <a:off x="714375" y="4857750"/>
            <a:ext cx="8001000" cy="2000250"/>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marL="0"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 </a:t>
            </a:r>
            <a:r>
              <a:rPr lang="fr-FR" sz="1800" b="1" dirty="0">
                <a:solidFill>
                  <a:schemeClr val="tx1"/>
                </a:solidFill>
                <a:latin typeface="Courier New"/>
                <a:cs typeface="Courier New"/>
              </a:rPr>
              <a:t>maListe = </a:t>
            </a:r>
            <a:r>
              <a:rPr lang="fr-FR" sz="1800" b="1" dirty="0">
                <a:solidFill>
                  <a:srgbClr val="0000FF"/>
                </a:solidFill>
                <a:latin typeface="Courier New"/>
                <a:cs typeface="Courier New"/>
              </a:rPr>
              <a:t>list</a:t>
            </a:r>
            <a:r>
              <a:rPr lang="fr-FR" sz="1800" b="1" dirty="0">
                <a:solidFill>
                  <a:schemeClr val="tx1"/>
                </a:solidFill>
                <a:latin typeface="Courier New"/>
                <a:cs typeface="Courier New"/>
              </a:rPr>
              <a:t>(</a:t>
            </a:r>
            <a:r>
              <a:rPr lang="fr-FR" sz="1800" b="1" dirty="0">
                <a:solidFill>
                  <a:srgbClr val="3366FF"/>
                </a:solidFill>
                <a:latin typeface="Courier New"/>
                <a:cs typeface="Courier New"/>
              </a:rPr>
              <a:t>range</a:t>
            </a:r>
            <a:r>
              <a:rPr lang="fr-FR" sz="1800" b="1" dirty="0">
                <a:solidFill>
                  <a:schemeClr val="tx1"/>
                </a:solidFill>
                <a:latin typeface="Courier New"/>
                <a:cs typeface="Courier New"/>
              </a:rPr>
              <a:t>(</a:t>
            </a:r>
            <a:r>
              <a:rPr lang="fr-FR" sz="1800" b="1" dirty="0">
                <a:solidFill>
                  <a:srgbClr val="3366FF"/>
                </a:solidFill>
                <a:latin typeface="Courier New"/>
                <a:cs typeface="Courier New"/>
              </a:rPr>
              <a:t>1</a:t>
            </a:r>
            <a:r>
              <a:rPr lang="fr-FR" sz="1800" b="1" dirty="0">
                <a:solidFill>
                  <a:schemeClr val="tx1"/>
                </a:solidFill>
                <a:latin typeface="Courier New"/>
                <a:cs typeface="Courier New"/>
              </a:rPr>
              <a:t>,</a:t>
            </a:r>
            <a:r>
              <a:rPr lang="fr-FR" sz="1800" b="1" dirty="0">
                <a:solidFill>
                  <a:srgbClr val="3366FF"/>
                </a:solidFill>
                <a:latin typeface="Courier New"/>
                <a:cs typeface="Courier New"/>
              </a:rPr>
              <a:t>10</a:t>
            </a:r>
            <a:r>
              <a:rPr lang="fr-FR" sz="1800" b="1" dirty="0">
                <a:solidFill>
                  <a:schemeClr val="tx1"/>
                </a:solidFill>
                <a:latin typeface="Courier New"/>
                <a:cs typeface="Courier New"/>
              </a:rPr>
              <a:t>,</a:t>
            </a:r>
            <a:r>
              <a:rPr lang="fr-FR" sz="1800" b="1" dirty="0">
                <a:solidFill>
                  <a:srgbClr val="3366FF"/>
                </a:solidFill>
                <a:latin typeface="Courier New"/>
                <a:cs typeface="Courier New"/>
              </a:rPr>
              <a:t>2</a:t>
            </a:r>
            <a:r>
              <a:rPr lang="fr-FR" sz="1800" b="1" dirty="0">
                <a:solidFill>
                  <a:schemeClr val="tx1"/>
                </a:solidFill>
                <a:latin typeface="Courier New"/>
                <a:cs typeface="Courier New"/>
              </a:rPr>
              <a:t>))</a:t>
            </a:r>
          </a:p>
          <a:p>
            <a:pPr marL="0"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maListe</a:t>
            </a:r>
          </a:p>
          <a:p>
            <a:pPr marL="0" lvl="1" eaLnBrk="1" hangingPunct="1">
              <a:spcBef>
                <a:spcPts val="0"/>
              </a:spcBef>
              <a:buClr>
                <a:srgbClr val="336666"/>
              </a:buClr>
              <a:buFont typeface="Wingdings" pitchFamily="2" charset="2"/>
              <a:buNone/>
              <a:defRPr/>
            </a:pPr>
            <a:r>
              <a:rPr lang="fr-FR" sz="1800" b="1" dirty="0">
                <a:solidFill>
                  <a:schemeClr val="tx1"/>
                </a:solidFill>
                <a:latin typeface="Courier New"/>
                <a:cs typeface="Courier New"/>
              </a:rPr>
              <a:t>[1, 3, 5, 7, 9]</a:t>
            </a:r>
          </a:p>
          <a:p>
            <a:pPr marL="0"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taListe = </a:t>
            </a:r>
            <a:r>
              <a:rPr lang="fr-FR" sz="1800" b="1" dirty="0">
                <a:solidFill>
                  <a:srgbClr val="0000FF"/>
                </a:solidFill>
                <a:latin typeface="Courier New"/>
                <a:cs typeface="Courier New"/>
              </a:rPr>
              <a:t>list</a:t>
            </a:r>
            <a:r>
              <a:rPr lang="fr-FR" sz="1800" b="1" dirty="0">
                <a:solidFill>
                  <a:schemeClr val="tx1"/>
                </a:solidFill>
                <a:latin typeface="Courier New"/>
                <a:cs typeface="Courier New"/>
              </a:rPr>
              <a:t>(</a:t>
            </a:r>
            <a:r>
              <a:rPr lang="fr-FR" sz="1800" b="1" dirty="0">
                <a:solidFill>
                  <a:srgbClr val="008000"/>
                </a:solidFill>
                <a:latin typeface="Courier New"/>
                <a:cs typeface="Courier New"/>
              </a:rPr>
              <a:t>'The Strypes'</a:t>
            </a:r>
            <a:r>
              <a:rPr lang="fr-FR" sz="1800" b="1" dirty="0">
                <a:solidFill>
                  <a:schemeClr val="tx1"/>
                </a:solidFill>
                <a:latin typeface="Courier New"/>
                <a:cs typeface="Courier New"/>
              </a:rPr>
              <a:t>)</a:t>
            </a:r>
          </a:p>
          <a:p>
            <a:pPr marL="0" lvl="1" eaLnBrk="1" hangingPunct="1">
              <a:spcBef>
                <a:spcPts val="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taListe</a:t>
            </a:r>
          </a:p>
          <a:p>
            <a:pPr marL="0" lvl="1" eaLnBrk="1" hangingPunct="1">
              <a:spcBef>
                <a:spcPts val="0"/>
              </a:spcBef>
              <a:buClr>
                <a:srgbClr val="336666"/>
              </a:buClr>
              <a:buFont typeface="Wingdings" pitchFamily="2" charset="2"/>
              <a:buNone/>
              <a:defRPr/>
            </a:pPr>
            <a:r>
              <a:rPr lang="fr-FR" sz="1800" b="1" dirty="0">
                <a:solidFill>
                  <a:schemeClr val="tx1"/>
                </a:solidFill>
                <a:latin typeface="Courier New"/>
                <a:cs typeface="Courier New"/>
              </a:rPr>
              <a:t>['T', 'h', 'e', ' ', 'S', 't', 'r', 'y', 'p', 'e', 's']</a:t>
            </a:r>
          </a:p>
        </p:txBody>
      </p:sp>
      <p:sp>
        <p:nvSpPr>
          <p:cNvPr id="15" name="Rectangle 14"/>
          <p:cNvSpPr/>
          <p:nvPr/>
        </p:nvSpPr>
        <p:spPr>
          <a:xfrm>
            <a:off x="639763" y="4630738"/>
            <a:ext cx="7146925" cy="369887"/>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n-lt"/>
              </a:rPr>
              <a:t>Exemple 2:</a:t>
            </a:r>
          </a:p>
        </p:txBody>
      </p:sp>
    </p:spTree>
    <p:custDataLst>
      <p:tags r:id="rId1"/>
    </p:custDataLst>
    <p:extLst>
      <p:ext uri="{BB962C8B-B14F-4D97-AF65-F5344CB8AC3E}">
        <p14:creationId xmlns:p14="http://schemas.microsoft.com/office/powerpoint/2010/main" val="312589072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animEffect transition="in" filter="checkerboard(across)">
                                      <p:cBhvr>
                                        <p:cTn id="7" dur="500"/>
                                        <p:tgtEl>
                                          <p:spTgt spid="14">
                                            <p:txEl>
                                              <p:pRg st="4" end="4"/>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4">
                                            <p:txEl>
                                              <p:pRg st="5" end="5"/>
                                            </p:txEl>
                                          </p:spTgt>
                                        </p:tgtEl>
                                        <p:attrNameLst>
                                          <p:attrName>style.visibility</p:attrName>
                                        </p:attrNameLst>
                                      </p:cBhvr>
                                      <p:to>
                                        <p:strVal val="visible"/>
                                      </p:to>
                                    </p:set>
                                    <p:animEffect transition="in" filter="checkerboard(across)">
                                      <p:cBhvr>
                                        <p:cTn id="10" dur="500"/>
                                        <p:tgtEl>
                                          <p:spTgt spid="14">
                                            <p:txEl>
                                              <p:pRg st="5" end="5"/>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4">
                                            <p:txEl>
                                              <p:pRg st="6" end="6"/>
                                            </p:txEl>
                                          </p:spTgt>
                                        </p:tgtEl>
                                        <p:attrNameLst>
                                          <p:attrName>style.visibility</p:attrName>
                                        </p:attrNameLst>
                                      </p:cBhvr>
                                      <p:to>
                                        <p:strVal val="visible"/>
                                      </p:to>
                                    </p:set>
                                    <p:animEffect transition="in" filter="checkerboard(across)">
                                      <p:cBhvr>
                                        <p:cTn id="13" dur="500"/>
                                        <p:tgtEl>
                                          <p:spTgt spid="14">
                                            <p:txEl>
                                              <p:pRg st="6" end="6"/>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14">
                                            <p:txEl>
                                              <p:pRg st="7" end="7"/>
                                            </p:txEl>
                                          </p:spTgt>
                                        </p:tgtEl>
                                        <p:attrNameLst>
                                          <p:attrName>style.visibility</p:attrName>
                                        </p:attrNameLst>
                                      </p:cBhvr>
                                      <p:to>
                                        <p:strVal val="visible"/>
                                      </p:to>
                                    </p:set>
                                    <p:animEffect transition="in" filter="checkerboard(across)">
                                      <p:cBhvr>
                                        <p:cTn id="18" dur="500"/>
                                        <p:tgtEl>
                                          <p:spTgt spid="14">
                                            <p:txEl>
                                              <p:pRg st="7" end="7"/>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4">
                                            <p:txEl>
                                              <p:pRg st="8" end="8"/>
                                            </p:txEl>
                                          </p:spTgt>
                                        </p:tgtEl>
                                        <p:attrNameLst>
                                          <p:attrName>style.visibility</p:attrName>
                                        </p:attrNameLst>
                                      </p:cBhvr>
                                      <p:to>
                                        <p:strVal val="visible"/>
                                      </p:to>
                                    </p:set>
                                    <p:animEffect transition="in" filter="checkerboard(across)">
                                      <p:cBhvr>
                                        <p:cTn id="21" dur="500"/>
                                        <p:tgtEl>
                                          <p:spTgt spid="14">
                                            <p:txEl>
                                              <p:pRg st="8" end="8"/>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14">
                                            <p:txEl>
                                              <p:pRg st="9" end="9"/>
                                            </p:txEl>
                                          </p:spTgt>
                                        </p:tgtEl>
                                        <p:attrNameLst>
                                          <p:attrName>style.visibility</p:attrName>
                                        </p:attrNameLst>
                                      </p:cBhvr>
                                      <p:to>
                                        <p:strVal val="visible"/>
                                      </p:to>
                                    </p:set>
                                    <p:animEffect transition="in" filter="checkerboard(across)">
                                      <p:cBhvr>
                                        <p:cTn id="24" dur="500"/>
                                        <p:tgtEl>
                                          <p:spTgt spid="14">
                                            <p:txEl>
                                              <p:pRg st="9" end="9"/>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14">
                                            <p:txEl>
                                              <p:pRg st="10" end="10"/>
                                            </p:txEl>
                                          </p:spTgt>
                                        </p:tgtEl>
                                        <p:attrNameLst>
                                          <p:attrName>style.visibility</p:attrName>
                                        </p:attrNameLst>
                                      </p:cBhvr>
                                      <p:to>
                                        <p:strVal val="visible"/>
                                      </p:to>
                                    </p:set>
                                    <p:animEffect transition="in" filter="checkerboard(across)">
                                      <p:cBhvr>
                                        <p:cTn id="29" dur="500"/>
                                        <p:tgtEl>
                                          <p:spTgt spid="14">
                                            <p:txEl>
                                              <p:pRg st="10" end="10"/>
                                            </p:txEl>
                                          </p:spTgt>
                                        </p:tgtEl>
                                      </p:cBhvr>
                                    </p:animEffect>
                                  </p:childTnLst>
                                </p:cTn>
                              </p:par>
                              <p:par>
                                <p:cTn id="30" presetID="5" presetClass="entr" presetSubtype="10" fill="hold" nodeType="withEffect">
                                  <p:stCondLst>
                                    <p:cond delay="0"/>
                                  </p:stCondLst>
                                  <p:childTnLst>
                                    <p:set>
                                      <p:cBhvr>
                                        <p:cTn id="31" dur="1" fill="hold">
                                          <p:stCondLst>
                                            <p:cond delay="0"/>
                                          </p:stCondLst>
                                        </p:cTn>
                                        <p:tgtEl>
                                          <p:spTgt spid="14">
                                            <p:txEl>
                                              <p:pRg st="11" end="11"/>
                                            </p:txEl>
                                          </p:spTgt>
                                        </p:tgtEl>
                                        <p:attrNameLst>
                                          <p:attrName>style.visibility</p:attrName>
                                        </p:attrNameLst>
                                      </p:cBhvr>
                                      <p:to>
                                        <p:strVal val="visible"/>
                                      </p:to>
                                    </p:set>
                                    <p:animEffect transition="in" filter="checkerboard(across)">
                                      <p:cBhvr>
                                        <p:cTn id="32" dur="500"/>
                                        <p:tgtEl>
                                          <p:spTgt spid="14">
                                            <p:txEl>
                                              <p:pRg st="11" end="11"/>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14">
                                            <p:txEl>
                                              <p:pRg st="12" end="12"/>
                                            </p:txEl>
                                          </p:spTgt>
                                        </p:tgtEl>
                                        <p:attrNameLst>
                                          <p:attrName>style.visibility</p:attrName>
                                        </p:attrNameLst>
                                      </p:cBhvr>
                                      <p:to>
                                        <p:strVal val="visible"/>
                                      </p:to>
                                    </p:set>
                                    <p:animEffect transition="in" filter="checkerboard(across)">
                                      <p:cBhvr>
                                        <p:cTn id="35" dur="500"/>
                                        <p:tgtEl>
                                          <p:spTgt spid="14">
                                            <p:txEl>
                                              <p:pRg st="12" end="12"/>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checkerboard(across)">
                                      <p:cBhvr>
                                        <p:cTn id="40" dur="500"/>
                                        <p:tgtEl>
                                          <p:spTgt spid="1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nodeType="click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checkerboard(across)">
                                      <p:cBhvr>
                                        <p:cTn id="45" dur="500"/>
                                        <p:tgtEl>
                                          <p:spTgt spid="11">
                                            <p:txEl>
                                              <p:pRg st="0" end="0"/>
                                            </p:txEl>
                                          </p:spTgt>
                                        </p:tgtEl>
                                      </p:cBhvr>
                                    </p:animEffect>
                                  </p:childTnLst>
                                </p:cTn>
                              </p:par>
                              <p:par>
                                <p:cTn id="46" presetID="5" presetClass="entr" presetSubtype="10" fill="hold" nodeType="withEffect">
                                  <p:stCondLst>
                                    <p:cond delay="0"/>
                                  </p:stCondLst>
                                  <p:childTnLst>
                                    <p:set>
                                      <p:cBhvr>
                                        <p:cTn id="47" dur="1" fill="hold">
                                          <p:stCondLst>
                                            <p:cond delay="0"/>
                                          </p:stCondLst>
                                        </p:cTn>
                                        <p:tgtEl>
                                          <p:spTgt spid="11">
                                            <p:txEl>
                                              <p:pRg st="1" end="1"/>
                                            </p:txEl>
                                          </p:spTgt>
                                        </p:tgtEl>
                                        <p:attrNameLst>
                                          <p:attrName>style.visibility</p:attrName>
                                        </p:attrNameLst>
                                      </p:cBhvr>
                                      <p:to>
                                        <p:strVal val="visible"/>
                                      </p:to>
                                    </p:set>
                                    <p:animEffect transition="in" filter="checkerboard(across)">
                                      <p:cBhvr>
                                        <p:cTn id="48" dur="500"/>
                                        <p:tgtEl>
                                          <p:spTgt spid="11">
                                            <p:txEl>
                                              <p:pRg st="1" end="1"/>
                                            </p:txEl>
                                          </p:spTgt>
                                        </p:tgtEl>
                                      </p:cBhvr>
                                    </p:animEffect>
                                  </p:childTnLst>
                                </p:cTn>
                              </p:par>
                              <p:par>
                                <p:cTn id="49" presetID="5" presetClass="entr" presetSubtype="10" fill="hold" nodeType="withEffect">
                                  <p:stCondLst>
                                    <p:cond delay="0"/>
                                  </p:stCondLst>
                                  <p:childTnLst>
                                    <p:set>
                                      <p:cBhvr>
                                        <p:cTn id="50" dur="1" fill="hold">
                                          <p:stCondLst>
                                            <p:cond delay="0"/>
                                          </p:stCondLst>
                                        </p:cTn>
                                        <p:tgtEl>
                                          <p:spTgt spid="11">
                                            <p:txEl>
                                              <p:pRg st="2" end="2"/>
                                            </p:txEl>
                                          </p:spTgt>
                                        </p:tgtEl>
                                        <p:attrNameLst>
                                          <p:attrName>style.visibility</p:attrName>
                                        </p:attrNameLst>
                                      </p:cBhvr>
                                      <p:to>
                                        <p:strVal val="visible"/>
                                      </p:to>
                                    </p:set>
                                    <p:animEffect transition="in" filter="checkerboard(across)">
                                      <p:cBhvr>
                                        <p:cTn id="51" dur="500"/>
                                        <p:tgtEl>
                                          <p:spTgt spid="11">
                                            <p:txEl>
                                              <p:pRg st="2" end="2"/>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nodeType="clickEffect">
                                  <p:stCondLst>
                                    <p:cond delay="0"/>
                                  </p:stCondLst>
                                  <p:childTnLst>
                                    <p:set>
                                      <p:cBhvr>
                                        <p:cTn id="55" dur="1" fill="hold">
                                          <p:stCondLst>
                                            <p:cond delay="0"/>
                                          </p:stCondLst>
                                        </p:cTn>
                                        <p:tgtEl>
                                          <p:spTgt spid="11">
                                            <p:txEl>
                                              <p:pRg st="3" end="3"/>
                                            </p:txEl>
                                          </p:spTgt>
                                        </p:tgtEl>
                                        <p:attrNameLst>
                                          <p:attrName>style.visibility</p:attrName>
                                        </p:attrNameLst>
                                      </p:cBhvr>
                                      <p:to>
                                        <p:strVal val="visible"/>
                                      </p:to>
                                    </p:set>
                                    <p:animEffect transition="in" filter="checkerboard(across)">
                                      <p:cBhvr>
                                        <p:cTn id="56" dur="500"/>
                                        <p:tgtEl>
                                          <p:spTgt spid="11">
                                            <p:txEl>
                                              <p:pRg st="3" end="3"/>
                                            </p:txEl>
                                          </p:spTgt>
                                        </p:tgtEl>
                                      </p:cBhvr>
                                    </p:animEffect>
                                  </p:childTnLst>
                                </p:cTn>
                              </p:par>
                              <p:par>
                                <p:cTn id="57" presetID="5" presetClass="entr" presetSubtype="10" fill="hold" nodeType="withEffect">
                                  <p:stCondLst>
                                    <p:cond delay="0"/>
                                  </p:stCondLst>
                                  <p:childTnLst>
                                    <p:set>
                                      <p:cBhvr>
                                        <p:cTn id="58" dur="1" fill="hold">
                                          <p:stCondLst>
                                            <p:cond delay="0"/>
                                          </p:stCondLst>
                                        </p:cTn>
                                        <p:tgtEl>
                                          <p:spTgt spid="11">
                                            <p:txEl>
                                              <p:pRg st="4" end="4"/>
                                            </p:txEl>
                                          </p:spTgt>
                                        </p:tgtEl>
                                        <p:attrNameLst>
                                          <p:attrName>style.visibility</p:attrName>
                                        </p:attrNameLst>
                                      </p:cBhvr>
                                      <p:to>
                                        <p:strVal val="visible"/>
                                      </p:to>
                                    </p:set>
                                    <p:animEffect transition="in" filter="checkerboard(across)">
                                      <p:cBhvr>
                                        <p:cTn id="59" dur="500"/>
                                        <p:tgtEl>
                                          <p:spTgt spid="11">
                                            <p:txEl>
                                              <p:pRg st="4" end="4"/>
                                            </p:txEl>
                                          </p:spTgt>
                                        </p:tgtEl>
                                      </p:cBhvr>
                                    </p:animEffect>
                                  </p:childTnLst>
                                </p:cTn>
                              </p:par>
                              <p:par>
                                <p:cTn id="60" presetID="5" presetClass="entr" presetSubtype="10" fill="hold" nodeType="withEffect">
                                  <p:stCondLst>
                                    <p:cond delay="0"/>
                                  </p:stCondLst>
                                  <p:childTnLst>
                                    <p:set>
                                      <p:cBhvr>
                                        <p:cTn id="61" dur="1" fill="hold">
                                          <p:stCondLst>
                                            <p:cond delay="0"/>
                                          </p:stCondLst>
                                        </p:cTn>
                                        <p:tgtEl>
                                          <p:spTgt spid="11">
                                            <p:txEl>
                                              <p:pRg st="5" end="5"/>
                                            </p:txEl>
                                          </p:spTgt>
                                        </p:tgtEl>
                                        <p:attrNameLst>
                                          <p:attrName>style.visibility</p:attrName>
                                        </p:attrNameLst>
                                      </p:cBhvr>
                                      <p:to>
                                        <p:strVal val="visible"/>
                                      </p:to>
                                    </p:set>
                                    <p:animEffect transition="in" filter="checkerboard(across)">
                                      <p:cBhvr>
                                        <p:cTn id="62"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a:t>
            </a:r>
          </a:p>
        </p:txBody>
      </p:sp>
      <p:cxnSp>
        <p:nvCxnSpPr>
          <p:cNvPr id="13414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415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9" name="Rectangle 8"/>
          <p:cNvSpPr/>
          <p:nvPr/>
        </p:nvSpPr>
        <p:spPr>
          <a:xfrm>
            <a:off x="500063" y="1608138"/>
            <a:ext cx="2214562" cy="646112"/>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dirty="0">
                <a:latin typeface="+mn-lt"/>
              </a:rPr>
              <a:t>Ajouter une valeur à une liste python</a:t>
            </a:r>
          </a:p>
        </p:txBody>
      </p:sp>
      <p:sp>
        <p:nvSpPr>
          <p:cNvPr id="194561" name="Rectangle 1"/>
          <p:cNvSpPr>
            <a:spLocks noChangeArrowheads="1"/>
          </p:cNvSpPr>
          <p:nvPr/>
        </p:nvSpPr>
        <p:spPr bwMode="auto">
          <a:xfrm>
            <a:off x="2598738" y="1460500"/>
            <a:ext cx="5759450" cy="1254125"/>
          </a:xfrm>
          <a:prstGeom prst="rect">
            <a:avLst/>
          </a:prstGeom>
          <a:solidFill>
            <a:schemeClr val="accent6">
              <a:lumMod val="40000"/>
              <a:lumOff val="60000"/>
            </a:schemeClr>
          </a:solidFill>
          <a:ln w="9525" cap="flat" cmpd="sng" algn="ctr">
            <a:noFill/>
            <a:prstDash val="solid"/>
            <a:miter lim="800000"/>
            <a:headEnd/>
            <a:tailEnd/>
          </a:ln>
          <a:effectLst/>
        </p:spPr>
        <p:txBody>
          <a:bodyPr lIns="0" tIns="133308" rIns="0" bIns="133308" anchor="ctr">
            <a:spAutoFit/>
          </a:bodyPr>
          <a:lstStyle/>
          <a:p>
            <a:pPr>
              <a:spcBef>
                <a:spcPts val="600"/>
              </a:spcBef>
              <a:buClr>
                <a:srgbClr val="336666"/>
              </a:buClr>
              <a:buFont typeface="Wingdings" pitchFamily="2" charset="2"/>
              <a:buNone/>
              <a:defRPr/>
            </a:pPr>
            <a:r>
              <a:rPr lang="fr-FR" sz="1800" b="1" dirty="0">
                <a:solidFill>
                  <a:srgbClr val="808030"/>
                </a:solidFill>
                <a:latin typeface="Courier New" pitchFamily="49" charset="0"/>
                <a:cs typeface="Courier New" pitchFamily="49" charset="0"/>
              </a:rPr>
              <a:t>&gt;&gt;&gt;</a:t>
            </a:r>
            <a:r>
              <a:rPr lang="fr-FR" sz="1800" b="1" dirty="0">
                <a:solidFill>
                  <a:srgbClr val="333333"/>
                </a:solidFill>
                <a:latin typeface="Courier New" pitchFamily="49" charset="0"/>
                <a:cs typeface="Courier New" pitchFamily="49" charset="0"/>
              </a:rPr>
              <a:t> liste </a:t>
            </a:r>
            <a:r>
              <a:rPr lang="fr-FR" sz="1800" b="1" dirty="0">
                <a:solidFill>
                  <a:srgbClr val="808030"/>
                </a:solidFill>
                <a:latin typeface="Courier New" pitchFamily="49" charset="0"/>
                <a:cs typeface="Courier New" pitchFamily="49" charset="0"/>
              </a:rPr>
              <a:t>=</a:t>
            </a:r>
            <a:r>
              <a:rPr lang="fr-FR" sz="1800" b="1" dirty="0">
                <a:solidFill>
                  <a:srgbClr val="333333"/>
                </a:solidFill>
                <a:latin typeface="Courier New" pitchFamily="49" charset="0"/>
                <a:cs typeface="Courier New" pitchFamily="49" charset="0"/>
              </a:rPr>
              <a:t> </a:t>
            </a:r>
            <a:r>
              <a:rPr lang="fr-FR" sz="1800" b="1" dirty="0">
                <a:solidFill>
                  <a:srgbClr val="808030"/>
                </a:solidFill>
                <a:latin typeface="Courier New" pitchFamily="49" charset="0"/>
                <a:cs typeface="Courier New" pitchFamily="49" charset="0"/>
              </a:rPr>
              <a:t>[</a:t>
            </a:r>
            <a:r>
              <a:rPr lang="fr-FR" sz="1800" b="1" dirty="0">
                <a:solidFill>
                  <a:srgbClr val="0000FF"/>
                </a:solidFill>
                <a:latin typeface="Courier New" pitchFamily="49" charset="0"/>
                <a:cs typeface="Courier New" pitchFamily="49" charset="0"/>
              </a:rPr>
              <a:t>1,2,3</a:t>
            </a:r>
            <a:r>
              <a:rPr lang="fr-FR" sz="1800" b="1" dirty="0">
                <a:solidFill>
                  <a:srgbClr val="808030"/>
                </a:solidFill>
                <a:latin typeface="Courier New" pitchFamily="49" charset="0"/>
                <a:cs typeface="Courier New" pitchFamily="49" charset="0"/>
              </a:rPr>
              <a:t>]</a:t>
            </a:r>
            <a:r>
              <a:rPr lang="fr-FR" sz="1800" b="1" dirty="0">
                <a:solidFill>
                  <a:srgbClr val="333333"/>
                </a:solidFill>
                <a:latin typeface="Courier New" pitchFamily="49" charset="0"/>
                <a:cs typeface="Courier New" pitchFamily="49" charset="0"/>
              </a:rPr>
              <a:t> </a:t>
            </a:r>
          </a:p>
          <a:p>
            <a:pPr>
              <a:spcBef>
                <a:spcPts val="600"/>
              </a:spcBef>
              <a:buClr>
                <a:srgbClr val="336666"/>
              </a:buClr>
              <a:buFont typeface="Wingdings" pitchFamily="2" charset="2"/>
              <a:buNone/>
              <a:defRPr/>
            </a:pPr>
            <a:r>
              <a:rPr lang="fr-FR" sz="1800" b="1" dirty="0">
                <a:solidFill>
                  <a:srgbClr val="808030"/>
                </a:solidFill>
                <a:latin typeface="Courier New" pitchFamily="49" charset="0"/>
                <a:cs typeface="Courier New" pitchFamily="49" charset="0"/>
              </a:rPr>
              <a:t>&gt;&gt;&gt; </a:t>
            </a:r>
            <a:r>
              <a:rPr lang="fr-FR" sz="1800" b="1" dirty="0" err="1">
                <a:latin typeface="Courier New" pitchFamily="49" charset="0"/>
                <a:cs typeface="Courier New" pitchFamily="49" charset="0"/>
              </a:rPr>
              <a:t>liste.append</a:t>
            </a:r>
            <a:r>
              <a:rPr lang="fr-FR" sz="1800" b="1" dirty="0">
                <a:latin typeface="Courier New" pitchFamily="49" charset="0"/>
                <a:cs typeface="Courier New" pitchFamily="49" charset="0"/>
              </a:rPr>
              <a:t>("ok")</a:t>
            </a:r>
          </a:p>
          <a:p>
            <a:pPr>
              <a:spcBef>
                <a:spcPts val="600"/>
              </a:spcBef>
              <a:buClr>
                <a:srgbClr val="336666"/>
              </a:buClr>
              <a:buFont typeface="Wingdings" pitchFamily="2" charset="2"/>
              <a:buNone/>
              <a:defRPr/>
            </a:pPr>
            <a:r>
              <a:rPr lang="fr-FR" sz="1800" b="1" dirty="0">
                <a:solidFill>
                  <a:srgbClr val="0000FF"/>
                </a:solidFill>
                <a:latin typeface="Courier New" pitchFamily="49" charset="0"/>
                <a:cs typeface="Courier New" pitchFamily="49" charset="0"/>
              </a:rPr>
              <a:t>[1, 2, 3, 'ok']</a:t>
            </a:r>
          </a:p>
        </p:txBody>
      </p:sp>
      <p:sp>
        <p:nvSpPr>
          <p:cNvPr id="11" name="Rectangle 10"/>
          <p:cNvSpPr/>
          <p:nvPr/>
        </p:nvSpPr>
        <p:spPr>
          <a:xfrm>
            <a:off x="357188" y="2965450"/>
            <a:ext cx="2286000" cy="923925"/>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dirty="0">
                <a:latin typeface="+mn-lt"/>
              </a:rPr>
              <a:t>Compter le nombre d'</a:t>
            </a:r>
            <a:r>
              <a:rPr lang="fr-FR" sz="1800" dirty="0" err="1">
                <a:latin typeface="+mn-lt"/>
              </a:rPr>
              <a:t>occurences</a:t>
            </a:r>
            <a:r>
              <a:rPr lang="fr-FR" sz="1800" dirty="0">
                <a:latin typeface="+mn-lt"/>
              </a:rPr>
              <a:t> d'une valeur</a:t>
            </a:r>
          </a:p>
        </p:txBody>
      </p:sp>
      <p:sp>
        <p:nvSpPr>
          <p:cNvPr id="194562" name="Rectangle 2"/>
          <p:cNvSpPr>
            <a:spLocks noChangeArrowheads="1"/>
          </p:cNvSpPr>
          <p:nvPr/>
        </p:nvSpPr>
        <p:spPr bwMode="auto">
          <a:xfrm>
            <a:off x="2598738" y="2921000"/>
            <a:ext cx="5759450" cy="1254125"/>
          </a:xfrm>
          <a:prstGeom prst="rect">
            <a:avLst/>
          </a:prstGeom>
          <a:solidFill>
            <a:schemeClr val="accent6">
              <a:lumMod val="40000"/>
              <a:lumOff val="60000"/>
            </a:schemeClr>
          </a:solidFill>
          <a:ln w="9525" cap="flat" cmpd="sng" algn="ctr">
            <a:noFill/>
            <a:prstDash val="solid"/>
            <a:miter lim="800000"/>
            <a:headEnd/>
            <a:tailEnd/>
          </a:ln>
          <a:effectLst/>
        </p:spPr>
        <p:txBody>
          <a:bodyPr lIns="0" tIns="133308" rIns="0" bIns="133308" anchor="ctr">
            <a:spAutoFit/>
          </a:bodyPr>
          <a:lstStyle/>
          <a:p>
            <a:pPr>
              <a:spcBef>
                <a:spcPts val="600"/>
              </a:spcBef>
              <a:buClr>
                <a:srgbClr val="336666"/>
              </a:buClr>
              <a:buFont typeface="Wingdings" pitchFamily="2" charset="2"/>
              <a:buNone/>
              <a:defRPr/>
            </a:pPr>
            <a:r>
              <a:rPr lang="fr-FR" sz="1800" b="1" dirty="0">
                <a:solidFill>
                  <a:srgbClr val="666666"/>
                </a:solidFill>
                <a:latin typeface="Courier New" pitchFamily="49" charset="0"/>
                <a:cs typeface="Courier New" pitchFamily="49" charset="0"/>
              </a:rPr>
              <a:t>&gt;&gt;&gt;</a:t>
            </a:r>
            <a:r>
              <a:rPr lang="fr-FR" sz="1800" b="1" dirty="0">
                <a:solidFill>
                  <a:srgbClr val="333333"/>
                </a:solidFill>
                <a:latin typeface="Courier New" pitchFamily="49" charset="0"/>
                <a:cs typeface="Courier New" pitchFamily="49" charset="0"/>
              </a:rPr>
              <a:t> </a:t>
            </a:r>
            <a:r>
              <a:rPr lang="fr-FR" sz="1800" b="1" dirty="0">
                <a:latin typeface="Courier New" pitchFamily="49" charset="0"/>
                <a:cs typeface="Courier New" pitchFamily="49" charset="0"/>
              </a:rPr>
              <a:t>liste</a:t>
            </a:r>
            <a:r>
              <a:rPr lang="fr-FR" sz="1800" b="1" dirty="0">
                <a:solidFill>
                  <a:srgbClr val="333333"/>
                </a:solidFill>
                <a:latin typeface="Courier New" pitchFamily="49" charset="0"/>
                <a:cs typeface="Courier New" pitchFamily="49" charset="0"/>
              </a:rPr>
              <a:t> </a:t>
            </a:r>
            <a:r>
              <a:rPr lang="fr-FR" sz="1800" b="1" dirty="0">
                <a:solidFill>
                  <a:srgbClr val="666666"/>
                </a:solidFill>
                <a:latin typeface="Courier New" pitchFamily="49" charset="0"/>
                <a:cs typeface="Courier New" pitchFamily="49" charset="0"/>
              </a:rPr>
              <a:t>=</a:t>
            </a:r>
            <a:r>
              <a:rPr lang="fr-FR" sz="1800" b="1" dirty="0">
                <a:solidFill>
                  <a:srgbClr val="333333"/>
                </a:solidFill>
                <a:latin typeface="Courier New" pitchFamily="49" charset="0"/>
                <a:cs typeface="Courier New" pitchFamily="49" charset="0"/>
              </a:rPr>
              <a:t> [</a:t>
            </a:r>
            <a:r>
              <a:rPr lang="fr-FR" sz="1800" b="1" dirty="0">
                <a:solidFill>
                  <a:srgbClr val="0000E6"/>
                </a:solidFill>
                <a:latin typeface="Courier New" pitchFamily="49" charset="0"/>
                <a:cs typeface="Courier New" pitchFamily="49" charset="0"/>
              </a:rPr>
              <a:t>"</a:t>
            </a:r>
            <a:r>
              <a:rPr lang="fr-FR" sz="1800" b="1" dirty="0" err="1">
                <a:solidFill>
                  <a:srgbClr val="0000E6"/>
                </a:solidFill>
                <a:latin typeface="Courier New" pitchFamily="49" charset="0"/>
                <a:cs typeface="Courier New" pitchFamily="49" charset="0"/>
              </a:rPr>
              <a:t>a"</a:t>
            </a:r>
            <a:r>
              <a:rPr lang="fr-FR" sz="1800" b="1" dirty="0" err="1">
                <a:solidFill>
                  <a:srgbClr val="333333"/>
                </a:solidFill>
                <a:latin typeface="Courier New" pitchFamily="49" charset="0"/>
                <a:cs typeface="Courier New" pitchFamily="49" charset="0"/>
              </a:rPr>
              <a:t>,</a:t>
            </a:r>
            <a:r>
              <a:rPr lang="fr-FR" sz="1800" b="1" dirty="0" err="1">
                <a:solidFill>
                  <a:srgbClr val="0000E6"/>
                </a:solidFill>
                <a:latin typeface="Courier New" pitchFamily="49" charset="0"/>
                <a:cs typeface="Courier New" pitchFamily="49" charset="0"/>
              </a:rPr>
              <a:t>"a</a:t>
            </a:r>
            <a:r>
              <a:rPr lang="fr-FR" sz="1800" b="1" dirty="0">
                <a:solidFill>
                  <a:srgbClr val="0000E6"/>
                </a:solidFill>
                <a:latin typeface="Courier New" pitchFamily="49" charset="0"/>
                <a:cs typeface="Courier New" pitchFamily="49" charset="0"/>
              </a:rPr>
              <a:t>"</a:t>
            </a:r>
            <a:r>
              <a:rPr lang="fr-FR" sz="1800" b="1" dirty="0">
                <a:solidFill>
                  <a:srgbClr val="333333"/>
                </a:solidFill>
                <a:latin typeface="Courier New" pitchFamily="49" charset="0"/>
                <a:cs typeface="Courier New" pitchFamily="49" charset="0"/>
              </a:rPr>
              <a:t>,</a:t>
            </a:r>
            <a:r>
              <a:rPr lang="fr-FR" sz="1800" b="1" dirty="0">
                <a:solidFill>
                  <a:srgbClr val="0000E6"/>
                </a:solidFill>
                <a:latin typeface="Courier New" pitchFamily="49" charset="0"/>
                <a:cs typeface="Courier New" pitchFamily="49" charset="0"/>
              </a:rPr>
              <a:t>"a"</a:t>
            </a:r>
            <a:r>
              <a:rPr lang="fr-FR" sz="1800" b="1" dirty="0">
                <a:solidFill>
                  <a:srgbClr val="333333"/>
                </a:solidFill>
                <a:latin typeface="Courier New" pitchFamily="49" charset="0"/>
                <a:cs typeface="Courier New" pitchFamily="49" charset="0"/>
              </a:rPr>
              <a:t>,</a:t>
            </a:r>
            <a:r>
              <a:rPr lang="fr-FR" sz="1800" b="1" dirty="0">
                <a:solidFill>
                  <a:srgbClr val="0000E6"/>
                </a:solidFill>
                <a:latin typeface="Courier New" pitchFamily="49" charset="0"/>
                <a:cs typeface="Courier New" pitchFamily="49" charset="0"/>
              </a:rPr>
              <a:t>"b"</a:t>
            </a:r>
            <a:r>
              <a:rPr lang="fr-FR" sz="1800" b="1" dirty="0">
                <a:solidFill>
                  <a:srgbClr val="333333"/>
                </a:solidFill>
                <a:latin typeface="Courier New" pitchFamily="49" charset="0"/>
                <a:cs typeface="Courier New" pitchFamily="49" charset="0"/>
              </a:rPr>
              <a:t>,</a:t>
            </a:r>
            <a:r>
              <a:rPr lang="fr-FR" sz="1800" b="1" dirty="0">
                <a:solidFill>
                  <a:srgbClr val="0000E6"/>
                </a:solidFill>
                <a:latin typeface="Courier New" pitchFamily="49" charset="0"/>
                <a:cs typeface="Courier New" pitchFamily="49" charset="0"/>
              </a:rPr>
              <a:t>"c"</a:t>
            </a:r>
            <a:r>
              <a:rPr lang="fr-FR" sz="1800" b="1" dirty="0">
                <a:solidFill>
                  <a:srgbClr val="333333"/>
                </a:solidFill>
                <a:latin typeface="Courier New" pitchFamily="49" charset="0"/>
                <a:cs typeface="Courier New" pitchFamily="49" charset="0"/>
              </a:rPr>
              <a:t>,</a:t>
            </a:r>
            <a:r>
              <a:rPr lang="fr-FR" sz="1800" b="1" dirty="0">
                <a:solidFill>
                  <a:srgbClr val="0000E6"/>
                </a:solidFill>
                <a:latin typeface="Courier New" pitchFamily="49" charset="0"/>
                <a:cs typeface="Courier New" pitchFamily="49" charset="0"/>
              </a:rPr>
              <a:t>"c"</a:t>
            </a:r>
            <a:r>
              <a:rPr lang="fr-FR" sz="1800" b="1" dirty="0">
                <a:solidFill>
                  <a:srgbClr val="333333"/>
                </a:solidFill>
                <a:latin typeface="Courier New" pitchFamily="49" charset="0"/>
                <a:cs typeface="Courier New" pitchFamily="49" charset="0"/>
              </a:rPr>
              <a:t>] </a:t>
            </a:r>
          </a:p>
          <a:p>
            <a:pPr>
              <a:spcBef>
                <a:spcPts val="600"/>
              </a:spcBef>
              <a:buClr>
                <a:srgbClr val="336666"/>
              </a:buClr>
              <a:buFont typeface="Wingdings" pitchFamily="2" charset="2"/>
              <a:buNone/>
              <a:defRPr/>
            </a:pPr>
            <a:r>
              <a:rPr lang="fr-FR" sz="1800" b="1" dirty="0">
                <a:solidFill>
                  <a:srgbClr val="666666"/>
                </a:solidFill>
                <a:latin typeface="Courier New" pitchFamily="49" charset="0"/>
                <a:cs typeface="Courier New" pitchFamily="49" charset="0"/>
              </a:rPr>
              <a:t>&gt;&gt;&gt;</a:t>
            </a:r>
            <a:r>
              <a:rPr lang="fr-FR" sz="1800" b="1" dirty="0">
                <a:solidFill>
                  <a:srgbClr val="333333"/>
                </a:solidFill>
                <a:latin typeface="Courier New" pitchFamily="49" charset="0"/>
                <a:cs typeface="Courier New" pitchFamily="49" charset="0"/>
              </a:rPr>
              <a:t> </a:t>
            </a:r>
            <a:r>
              <a:rPr lang="fr-FR" sz="1800" b="1" dirty="0" err="1">
                <a:latin typeface="Courier New" pitchFamily="49" charset="0"/>
                <a:cs typeface="Courier New" pitchFamily="49" charset="0"/>
              </a:rPr>
              <a:t>liste</a:t>
            </a:r>
            <a:r>
              <a:rPr lang="fr-FR" sz="1800" b="1" dirty="0" err="1">
                <a:solidFill>
                  <a:srgbClr val="666666"/>
                </a:solidFill>
                <a:latin typeface="Courier New" pitchFamily="49" charset="0"/>
                <a:cs typeface="Courier New" pitchFamily="49" charset="0"/>
              </a:rPr>
              <a:t>.</a:t>
            </a:r>
            <a:r>
              <a:rPr lang="fr-FR" sz="1800" b="1" dirty="0" err="1">
                <a:latin typeface="Courier New" pitchFamily="49" charset="0"/>
                <a:cs typeface="Courier New" pitchFamily="49" charset="0"/>
              </a:rPr>
              <a:t>count</a:t>
            </a:r>
            <a:r>
              <a:rPr lang="fr-FR" sz="1800" b="1" dirty="0">
                <a:solidFill>
                  <a:srgbClr val="333333"/>
                </a:solidFill>
                <a:latin typeface="Courier New" pitchFamily="49" charset="0"/>
                <a:cs typeface="Courier New" pitchFamily="49" charset="0"/>
              </a:rPr>
              <a:t>(</a:t>
            </a:r>
            <a:r>
              <a:rPr lang="fr-FR" sz="1800" b="1" dirty="0">
                <a:solidFill>
                  <a:srgbClr val="0000E6"/>
                </a:solidFill>
                <a:latin typeface="Courier New" pitchFamily="49" charset="0"/>
                <a:cs typeface="Courier New" pitchFamily="49" charset="0"/>
              </a:rPr>
              <a:t>"a"</a:t>
            </a:r>
            <a:r>
              <a:rPr lang="fr-FR" sz="1800" b="1" dirty="0">
                <a:solidFill>
                  <a:srgbClr val="333333"/>
                </a:solidFill>
                <a:latin typeface="Courier New" pitchFamily="49" charset="0"/>
                <a:cs typeface="Courier New" pitchFamily="49" charset="0"/>
              </a:rPr>
              <a:t>) </a:t>
            </a:r>
          </a:p>
          <a:p>
            <a:pPr>
              <a:spcBef>
                <a:spcPts val="600"/>
              </a:spcBef>
              <a:buClr>
                <a:srgbClr val="336666"/>
              </a:buClr>
              <a:buFont typeface="Wingdings" pitchFamily="2" charset="2"/>
              <a:buNone/>
              <a:defRPr/>
            </a:pPr>
            <a:r>
              <a:rPr lang="fr-FR" sz="1800" b="1" dirty="0">
                <a:solidFill>
                  <a:srgbClr val="008C00"/>
                </a:solidFill>
                <a:latin typeface="Courier New" pitchFamily="49" charset="0"/>
                <a:cs typeface="Courier New" pitchFamily="49" charset="0"/>
              </a:rPr>
              <a:t>3</a:t>
            </a:r>
            <a:r>
              <a:rPr lang="fr-FR" sz="1800" b="1" dirty="0">
                <a:solidFill>
                  <a:srgbClr val="333333"/>
                </a:solidFill>
                <a:latin typeface="Courier New" pitchFamily="49" charset="0"/>
                <a:cs typeface="Courier New" pitchFamily="49" charset="0"/>
              </a:rPr>
              <a:t> </a:t>
            </a:r>
          </a:p>
        </p:txBody>
      </p:sp>
      <p:sp>
        <p:nvSpPr>
          <p:cNvPr id="13" name="Rectangle 12"/>
          <p:cNvSpPr/>
          <p:nvPr/>
        </p:nvSpPr>
        <p:spPr>
          <a:xfrm>
            <a:off x="571500" y="4532313"/>
            <a:ext cx="2071688" cy="646112"/>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dirty="0">
                <a:latin typeface="+mj-lt"/>
              </a:rPr>
              <a:t>Transformer une string en liste</a:t>
            </a:r>
          </a:p>
        </p:txBody>
      </p:sp>
      <p:sp>
        <p:nvSpPr>
          <p:cNvPr id="194563" name="Rectangle 3"/>
          <p:cNvSpPr>
            <a:spLocks noChangeArrowheads="1"/>
          </p:cNvSpPr>
          <p:nvPr/>
        </p:nvSpPr>
        <p:spPr bwMode="auto">
          <a:xfrm>
            <a:off x="2598738" y="4265817"/>
            <a:ext cx="5759450" cy="1266416"/>
          </a:xfrm>
          <a:prstGeom prst="rect">
            <a:avLst/>
          </a:prstGeom>
          <a:solidFill>
            <a:schemeClr val="accent6">
              <a:lumMod val="40000"/>
              <a:lumOff val="60000"/>
            </a:schemeClr>
          </a:solidFill>
          <a:ln w="9525" cap="flat" cmpd="sng" algn="ctr">
            <a:noFill/>
            <a:prstDash val="solid"/>
            <a:miter lim="800000"/>
            <a:headEnd/>
            <a:tailEnd/>
          </a:ln>
          <a:effectLst/>
        </p:spPr>
        <p:txBody>
          <a:bodyPr lIns="0" tIns="133308" rIns="0" bIns="133308" anchor="ctr">
            <a:spAutoFit/>
          </a:bodyPr>
          <a:lstStyle/>
          <a:p>
            <a:pPr>
              <a:spcBef>
                <a:spcPct val="30000"/>
              </a:spcBef>
              <a:buClr>
                <a:srgbClr val="336666"/>
              </a:buClr>
              <a:buFont typeface="Wingdings" pitchFamily="2" charset="2"/>
              <a:buNone/>
              <a:defRPr/>
            </a:pPr>
            <a:r>
              <a:rPr lang="fr-FR" sz="1800" b="1" dirty="0">
                <a:solidFill>
                  <a:srgbClr val="666666"/>
                </a:solidFill>
                <a:latin typeface="Courier New" pitchFamily="49" charset="0"/>
                <a:cs typeface="Courier New" pitchFamily="49" charset="0"/>
              </a:rPr>
              <a:t>&gt;&gt;&gt;</a:t>
            </a:r>
            <a:r>
              <a:rPr lang="fr-FR" sz="1800" b="1" dirty="0">
                <a:solidFill>
                  <a:srgbClr val="333333"/>
                </a:solidFill>
                <a:latin typeface="Courier New" pitchFamily="49" charset="0"/>
                <a:cs typeface="Courier New" pitchFamily="49" charset="0"/>
              </a:rPr>
              <a:t> </a:t>
            </a:r>
            <a:r>
              <a:rPr lang="fr-FR" sz="1800" b="1" dirty="0" err="1">
                <a:latin typeface="Courier New" pitchFamily="49" charset="0"/>
                <a:cs typeface="Courier New" pitchFamily="49" charset="0"/>
              </a:rPr>
              <a:t>ma_chaine</a:t>
            </a:r>
            <a:r>
              <a:rPr lang="fr-FR" sz="1800" b="1" dirty="0">
                <a:solidFill>
                  <a:srgbClr val="333333"/>
                </a:solidFill>
                <a:latin typeface="Courier New" pitchFamily="49" charset="0"/>
                <a:cs typeface="Courier New" pitchFamily="49" charset="0"/>
              </a:rPr>
              <a:t> </a:t>
            </a:r>
            <a:r>
              <a:rPr lang="fr-FR" sz="1800" b="1" dirty="0">
                <a:solidFill>
                  <a:srgbClr val="666666"/>
                </a:solidFill>
                <a:latin typeface="Courier New" pitchFamily="49" charset="0"/>
                <a:cs typeface="Courier New" pitchFamily="49" charset="0"/>
              </a:rPr>
              <a:t>=</a:t>
            </a:r>
            <a:r>
              <a:rPr lang="fr-FR" sz="1800" b="1" dirty="0">
                <a:solidFill>
                  <a:srgbClr val="333333"/>
                </a:solidFill>
                <a:latin typeface="Courier New" pitchFamily="49" charset="0"/>
                <a:cs typeface="Courier New" pitchFamily="49" charset="0"/>
              </a:rPr>
              <a:t> </a:t>
            </a:r>
            <a:r>
              <a:rPr lang="fr-FR" b="1" dirty="0" smtClean="0">
                <a:solidFill>
                  <a:srgbClr val="0000E6"/>
                </a:solidFill>
                <a:latin typeface="Courier New" pitchFamily="49" charset="0"/>
                <a:cs typeface="Courier New" pitchFamily="49" charset="0"/>
              </a:rPr>
              <a:t>"</a:t>
            </a:r>
            <a:r>
              <a:rPr lang="fr-FR" sz="1800" b="1" dirty="0" smtClean="0">
                <a:solidFill>
                  <a:srgbClr val="0000E6"/>
                </a:solidFill>
                <a:latin typeface="Courier New" pitchFamily="49" charset="0"/>
                <a:cs typeface="Courier New" pitchFamily="49" charset="0"/>
              </a:rPr>
              <a:t>FAROUK:OUATIK:ESTBM"</a:t>
            </a:r>
            <a:r>
              <a:rPr lang="fr-FR" sz="1800" b="1" dirty="0" smtClean="0">
                <a:solidFill>
                  <a:srgbClr val="333333"/>
                </a:solidFill>
                <a:latin typeface="Courier New" pitchFamily="49" charset="0"/>
                <a:cs typeface="Courier New" pitchFamily="49" charset="0"/>
              </a:rPr>
              <a:t> </a:t>
            </a:r>
            <a:endParaRPr lang="fr-FR" sz="1800" b="1" dirty="0">
              <a:solidFill>
                <a:srgbClr val="333333"/>
              </a:solidFill>
              <a:latin typeface="Courier New" pitchFamily="49" charset="0"/>
              <a:cs typeface="Courier New" pitchFamily="49" charset="0"/>
            </a:endParaRPr>
          </a:p>
          <a:p>
            <a:pPr>
              <a:spcBef>
                <a:spcPct val="30000"/>
              </a:spcBef>
              <a:buClr>
                <a:srgbClr val="336666"/>
              </a:buClr>
              <a:buFont typeface="Wingdings" pitchFamily="2" charset="2"/>
              <a:buNone/>
              <a:defRPr/>
            </a:pPr>
            <a:r>
              <a:rPr lang="fr-FR" sz="1800" b="1" dirty="0">
                <a:solidFill>
                  <a:srgbClr val="666666"/>
                </a:solidFill>
                <a:latin typeface="Courier New" pitchFamily="49" charset="0"/>
                <a:cs typeface="Courier New" pitchFamily="49" charset="0"/>
              </a:rPr>
              <a:t>&gt;&gt;&gt;</a:t>
            </a:r>
            <a:r>
              <a:rPr lang="fr-FR" sz="1800" b="1" dirty="0">
                <a:solidFill>
                  <a:srgbClr val="333333"/>
                </a:solidFill>
                <a:latin typeface="Courier New" pitchFamily="49" charset="0"/>
                <a:cs typeface="Courier New" pitchFamily="49" charset="0"/>
              </a:rPr>
              <a:t> </a:t>
            </a:r>
            <a:r>
              <a:rPr lang="fr-FR" sz="1800" b="1" dirty="0" err="1">
                <a:latin typeface="Courier New" pitchFamily="49" charset="0"/>
                <a:cs typeface="Courier New" pitchFamily="49" charset="0"/>
              </a:rPr>
              <a:t>ma_chaine</a:t>
            </a:r>
            <a:r>
              <a:rPr lang="fr-FR" sz="1800" b="1" dirty="0" err="1">
                <a:solidFill>
                  <a:srgbClr val="666666"/>
                </a:solidFill>
                <a:latin typeface="Courier New" pitchFamily="49" charset="0"/>
                <a:cs typeface="Courier New" pitchFamily="49" charset="0"/>
              </a:rPr>
              <a:t>.</a:t>
            </a:r>
            <a:r>
              <a:rPr lang="fr-FR" sz="1800" b="1" dirty="0" err="1">
                <a:latin typeface="Courier New" pitchFamily="49" charset="0"/>
                <a:cs typeface="Courier New" pitchFamily="49" charset="0"/>
              </a:rPr>
              <a:t>split</a:t>
            </a:r>
            <a:r>
              <a:rPr lang="fr-FR" sz="1800" b="1" dirty="0">
                <a:solidFill>
                  <a:srgbClr val="333333"/>
                </a:solidFill>
                <a:latin typeface="Courier New" pitchFamily="49" charset="0"/>
                <a:cs typeface="Courier New" pitchFamily="49" charset="0"/>
              </a:rPr>
              <a:t>(</a:t>
            </a:r>
            <a:r>
              <a:rPr lang="fr-FR" sz="1800" b="1" dirty="0">
                <a:solidFill>
                  <a:srgbClr val="0000E6"/>
                </a:solidFill>
                <a:latin typeface="Courier New" pitchFamily="49" charset="0"/>
                <a:cs typeface="Courier New" pitchFamily="49" charset="0"/>
              </a:rPr>
              <a:t>":"</a:t>
            </a:r>
            <a:r>
              <a:rPr lang="fr-FR" sz="1800" b="1" dirty="0">
                <a:solidFill>
                  <a:srgbClr val="333333"/>
                </a:solidFill>
                <a:latin typeface="Courier New" pitchFamily="49" charset="0"/>
                <a:cs typeface="Courier New" pitchFamily="49" charset="0"/>
              </a:rPr>
              <a:t>) </a:t>
            </a:r>
          </a:p>
          <a:p>
            <a:pPr>
              <a:spcBef>
                <a:spcPct val="30000"/>
              </a:spcBef>
              <a:buClr>
                <a:srgbClr val="336666"/>
              </a:buClr>
              <a:buFont typeface="Wingdings" pitchFamily="2" charset="2"/>
              <a:buNone/>
              <a:defRPr/>
            </a:pPr>
            <a:r>
              <a:rPr lang="fr-FR" sz="1800" b="1" dirty="0" smtClean="0">
                <a:solidFill>
                  <a:srgbClr val="333333"/>
                </a:solidFill>
                <a:latin typeface="Courier New" pitchFamily="49" charset="0"/>
                <a:cs typeface="Courier New" pitchFamily="49" charset="0"/>
              </a:rPr>
              <a:t>[</a:t>
            </a:r>
            <a:r>
              <a:rPr lang="fr-FR" sz="1800" b="1" dirty="0" smtClean="0">
                <a:solidFill>
                  <a:srgbClr val="0000E6"/>
                </a:solidFill>
                <a:latin typeface="Courier New" pitchFamily="49" charset="0"/>
                <a:cs typeface="Courier New" pitchFamily="49" charset="0"/>
              </a:rPr>
              <a:t>‘FAROUK'</a:t>
            </a:r>
            <a:r>
              <a:rPr lang="fr-FR" sz="1800" b="1" dirty="0" smtClean="0">
                <a:solidFill>
                  <a:srgbClr val="333333"/>
                </a:solidFill>
                <a:latin typeface="Courier New" pitchFamily="49" charset="0"/>
                <a:cs typeface="Courier New" pitchFamily="49" charset="0"/>
              </a:rPr>
              <a:t>, </a:t>
            </a:r>
            <a:r>
              <a:rPr lang="fr-FR" sz="1800" b="1" dirty="0" smtClean="0">
                <a:solidFill>
                  <a:srgbClr val="0000E6"/>
                </a:solidFill>
                <a:latin typeface="Courier New" pitchFamily="49" charset="0"/>
                <a:cs typeface="Courier New" pitchFamily="49" charset="0"/>
              </a:rPr>
              <a:t>‘OUATIK'</a:t>
            </a:r>
            <a:r>
              <a:rPr lang="fr-FR" sz="1800" b="1" dirty="0" smtClean="0">
                <a:solidFill>
                  <a:srgbClr val="333333"/>
                </a:solidFill>
                <a:latin typeface="Courier New" pitchFamily="49" charset="0"/>
                <a:cs typeface="Courier New" pitchFamily="49" charset="0"/>
              </a:rPr>
              <a:t>, </a:t>
            </a:r>
            <a:r>
              <a:rPr lang="fr-FR" sz="1800" b="1" dirty="0" smtClean="0">
                <a:solidFill>
                  <a:srgbClr val="0000E6"/>
                </a:solidFill>
                <a:latin typeface="Courier New" pitchFamily="49" charset="0"/>
                <a:cs typeface="Courier New" pitchFamily="49" charset="0"/>
              </a:rPr>
              <a:t>‘</a:t>
            </a:r>
            <a:r>
              <a:rPr lang="fr-FR" b="1" dirty="0" smtClean="0">
                <a:solidFill>
                  <a:srgbClr val="0000E6"/>
                </a:solidFill>
                <a:latin typeface="Courier New" pitchFamily="49" charset="0"/>
                <a:cs typeface="Courier New" pitchFamily="49" charset="0"/>
              </a:rPr>
              <a:t>EST</a:t>
            </a:r>
            <a:r>
              <a:rPr lang="fr-FR" sz="1800" b="1" dirty="0" smtClean="0">
                <a:solidFill>
                  <a:srgbClr val="0000E6"/>
                </a:solidFill>
                <a:latin typeface="Courier New" pitchFamily="49" charset="0"/>
                <a:cs typeface="Courier New" pitchFamily="49" charset="0"/>
              </a:rPr>
              <a:t>BM'</a:t>
            </a:r>
            <a:r>
              <a:rPr lang="fr-FR" sz="1800" b="1" dirty="0" smtClean="0">
                <a:solidFill>
                  <a:srgbClr val="333333"/>
                </a:solidFill>
                <a:latin typeface="Courier New" pitchFamily="49" charset="0"/>
                <a:cs typeface="Courier New" pitchFamily="49" charset="0"/>
              </a:rPr>
              <a:t>]</a:t>
            </a:r>
            <a:r>
              <a:rPr lang="fr-FR" sz="1800" b="1" dirty="0" smtClean="0">
                <a:latin typeface="Courier New" pitchFamily="49" charset="0"/>
                <a:cs typeface="Courier New" pitchFamily="49" charset="0"/>
              </a:rPr>
              <a:t> </a:t>
            </a:r>
            <a:endParaRPr lang="fr-FR" sz="1800" b="1" dirty="0">
              <a:latin typeface="Courier New" pitchFamily="49" charset="0"/>
              <a:cs typeface="Courier New" pitchFamily="49" charset="0"/>
            </a:endParaRPr>
          </a:p>
        </p:txBody>
      </p:sp>
      <p:sp>
        <p:nvSpPr>
          <p:cNvPr id="15" name="Rectangle 14"/>
          <p:cNvSpPr/>
          <p:nvPr/>
        </p:nvSpPr>
        <p:spPr>
          <a:xfrm>
            <a:off x="571500" y="5857875"/>
            <a:ext cx="2000250" cy="646113"/>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dirty="0">
                <a:latin typeface="+mn-lt"/>
              </a:rPr>
              <a:t>Transformer une liste en string</a:t>
            </a:r>
          </a:p>
        </p:txBody>
      </p:sp>
      <p:sp>
        <p:nvSpPr>
          <p:cNvPr id="194564" name="Rectangle 4"/>
          <p:cNvSpPr>
            <a:spLocks noChangeArrowheads="1"/>
          </p:cNvSpPr>
          <p:nvPr/>
        </p:nvSpPr>
        <p:spPr bwMode="auto">
          <a:xfrm>
            <a:off x="2571750" y="5591379"/>
            <a:ext cx="5786438" cy="1266416"/>
          </a:xfrm>
          <a:prstGeom prst="rect">
            <a:avLst/>
          </a:prstGeom>
          <a:solidFill>
            <a:schemeClr val="accent6">
              <a:lumMod val="40000"/>
              <a:lumOff val="60000"/>
            </a:schemeClr>
          </a:solidFill>
          <a:ln w="9525" cap="flat" cmpd="sng" algn="ctr">
            <a:noFill/>
            <a:prstDash val="solid"/>
            <a:miter lim="800000"/>
            <a:headEnd/>
            <a:tailEnd/>
          </a:ln>
          <a:effectLst/>
        </p:spPr>
        <p:txBody>
          <a:bodyPr lIns="0" tIns="133308" rIns="0" bIns="133308" anchor="ctr">
            <a:spAutoFit/>
          </a:bodyPr>
          <a:lstStyle/>
          <a:p>
            <a:pPr>
              <a:spcBef>
                <a:spcPct val="30000"/>
              </a:spcBef>
              <a:buClr>
                <a:srgbClr val="336666"/>
              </a:buClr>
              <a:buFont typeface="Wingdings" pitchFamily="2" charset="2"/>
              <a:buNone/>
              <a:defRPr/>
            </a:pPr>
            <a:r>
              <a:rPr lang="fr-FR" sz="1800" b="1" dirty="0">
                <a:solidFill>
                  <a:srgbClr val="666666"/>
                </a:solidFill>
                <a:latin typeface="Courier New" pitchFamily="49" charset="0"/>
                <a:cs typeface="Courier New" pitchFamily="49" charset="0"/>
              </a:rPr>
              <a:t>&gt;&gt;&gt;</a:t>
            </a:r>
            <a:r>
              <a:rPr lang="fr-FR" sz="1800" b="1" dirty="0">
                <a:solidFill>
                  <a:srgbClr val="333333"/>
                </a:solidFill>
                <a:latin typeface="Courier New" pitchFamily="49" charset="0"/>
                <a:cs typeface="Courier New" pitchFamily="49" charset="0"/>
              </a:rPr>
              <a:t> </a:t>
            </a:r>
            <a:r>
              <a:rPr lang="fr-FR" sz="1800" b="1" dirty="0">
                <a:latin typeface="Courier New" pitchFamily="49" charset="0"/>
                <a:cs typeface="Courier New" pitchFamily="49" charset="0"/>
              </a:rPr>
              <a:t>liste</a:t>
            </a:r>
            <a:r>
              <a:rPr lang="fr-FR" sz="1800" b="1" dirty="0">
                <a:solidFill>
                  <a:srgbClr val="333333"/>
                </a:solidFill>
                <a:latin typeface="Courier New" pitchFamily="49" charset="0"/>
                <a:cs typeface="Courier New" pitchFamily="49" charset="0"/>
              </a:rPr>
              <a:t> </a:t>
            </a:r>
            <a:r>
              <a:rPr lang="fr-FR" sz="1800" b="1" dirty="0" smtClean="0">
                <a:solidFill>
                  <a:srgbClr val="666666"/>
                </a:solidFill>
                <a:latin typeface="Courier New" pitchFamily="49" charset="0"/>
                <a:cs typeface="Courier New" pitchFamily="49" charset="0"/>
              </a:rPr>
              <a:t>=</a:t>
            </a:r>
            <a:r>
              <a:rPr lang="fr-FR" b="1" dirty="0">
                <a:solidFill>
                  <a:srgbClr val="0000E6"/>
                </a:solidFill>
                <a:latin typeface="Courier New" pitchFamily="49" charset="0"/>
                <a:cs typeface="Courier New" pitchFamily="49" charset="0"/>
              </a:rPr>
              <a:t> </a:t>
            </a:r>
            <a:r>
              <a:rPr lang="fr-FR" b="1" dirty="0" smtClean="0">
                <a:latin typeface="Courier New" pitchFamily="49" charset="0"/>
                <a:cs typeface="Courier New" pitchFamily="49" charset="0"/>
              </a:rPr>
              <a:t>[</a:t>
            </a:r>
            <a:r>
              <a:rPr lang="fr-FR" b="1" dirty="0" smtClean="0">
                <a:solidFill>
                  <a:srgbClr val="0000E6"/>
                </a:solidFill>
                <a:latin typeface="Courier New" pitchFamily="49" charset="0"/>
                <a:cs typeface="Courier New" pitchFamily="49" charset="0"/>
              </a:rPr>
              <a:t>"FAROUK","OUATIK</a:t>
            </a:r>
            <a:r>
              <a:rPr lang="fr-FR" sz="1800" b="1" dirty="0" smtClean="0">
                <a:solidFill>
                  <a:srgbClr val="0000E6"/>
                </a:solidFill>
                <a:latin typeface="Courier New" pitchFamily="49" charset="0"/>
                <a:cs typeface="Courier New" pitchFamily="49" charset="0"/>
              </a:rPr>
              <a:t>"</a:t>
            </a:r>
            <a:r>
              <a:rPr lang="fr-FR" sz="1800" b="1" dirty="0" smtClean="0">
                <a:solidFill>
                  <a:srgbClr val="333333"/>
                </a:solidFill>
                <a:latin typeface="Courier New" pitchFamily="49" charset="0"/>
                <a:cs typeface="Courier New" pitchFamily="49" charset="0"/>
              </a:rPr>
              <a:t>, </a:t>
            </a:r>
            <a:r>
              <a:rPr lang="fr-FR" b="1" dirty="0">
                <a:solidFill>
                  <a:srgbClr val="0000E6"/>
                </a:solidFill>
                <a:latin typeface="Courier New" pitchFamily="49" charset="0"/>
                <a:cs typeface="Courier New" pitchFamily="49" charset="0"/>
              </a:rPr>
              <a:t>"</a:t>
            </a:r>
            <a:r>
              <a:rPr lang="fr-FR" sz="1800" b="1" dirty="0" smtClean="0">
                <a:solidFill>
                  <a:srgbClr val="0000E6"/>
                </a:solidFill>
                <a:latin typeface="Courier New" pitchFamily="49" charset="0"/>
                <a:cs typeface="Courier New" pitchFamily="49" charset="0"/>
              </a:rPr>
              <a:t> ESTBM"</a:t>
            </a:r>
            <a:r>
              <a:rPr lang="fr-FR" sz="1800" b="1" dirty="0" smtClean="0">
                <a:solidFill>
                  <a:srgbClr val="333333"/>
                </a:solidFill>
                <a:latin typeface="Courier New" pitchFamily="49" charset="0"/>
                <a:cs typeface="Courier New" pitchFamily="49" charset="0"/>
              </a:rPr>
              <a:t>] </a:t>
            </a:r>
            <a:endParaRPr lang="fr-FR" sz="1800" b="1" dirty="0">
              <a:solidFill>
                <a:srgbClr val="333333"/>
              </a:solidFill>
              <a:latin typeface="Courier New" pitchFamily="49" charset="0"/>
              <a:cs typeface="Courier New" pitchFamily="49" charset="0"/>
            </a:endParaRPr>
          </a:p>
          <a:p>
            <a:pPr>
              <a:spcBef>
                <a:spcPct val="30000"/>
              </a:spcBef>
              <a:buClr>
                <a:srgbClr val="336666"/>
              </a:buClr>
              <a:buFont typeface="Wingdings" pitchFamily="2" charset="2"/>
              <a:buNone/>
              <a:defRPr/>
            </a:pPr>
            <a:r>
              <a:rPr lang="fr-FR" sz="1800" b="1" dirty="0">
                <a:solidFill>
                  <a:srgbClr val="666666"/>
                </a:solidFill>
                <a:latin typeface="Courier New" pitchFamily="49" charset="0"/>
                <a:cs typeface="Courier New" pitchFamily="49" charset="0"/>
              </a:rPr>
              <a:t>&gt;&gt;&gt;</a:t>
            </a:r>
            <a:r>
              <a:rPr lang="fr-FR" sz="1800" b="1" dirty="0">
                <a:solidFill>
                  <a:srgbClr val="333333"/>
                </a:solidFill>
                <a:latin typeface="Courier New" pitchFamily="49" charset="0"/>
                <a:cs typeface="Courier New" pitchFamily="49" charset="0"/>
              </a:rPr>
              <a:t> </a:t>
            </a:r>
            <a:r>
              <a:rPr lang="fr-FR" sz="1800" b="1" dirty="0" err="1" smtClean="0">
                <a:solidFill>
                  <a:srgbClr val="333333"/>
                </a:solidFill>
                <a:latin typeface="Courier New" pitchFamily="49" charset="0"/>
                <a:cs typeface="Courier New" pitchFamily="49" charset="0"/>
              </a:rPr>
              <a:t>print</a:t>
            </a:r>
            <a:r>
              <a:rPr lang="fr-FR" sz="1800" b="1" dirty="0" smtClean="0">
                <a:solidFill>
                  <a:srgbClr val="333333"/>
                </a:solidFill>
                <a:latin typeface="Courier New" pitchFamily="49" charset="0"/>
                <a:cs typeface="Courier New" pitchFamily="49" charset="0"/>
              </a:rPr>
              <a:t>(</a:t>
            </a:r>
            <a:r>
              <a:rPr lang="fr-FR" sz="1800" b="1" dirty="0" smtClean="0">
                <a:solidFill>
                  <a:srgbClr val="0000E6"/>
                </a:solidFill>
                <a:latin typeface="Courier New" pitchFamily="49" charset="0"/>
                <a:cs typeface="Courier New" pitchFamily="49" charset="0"/>
              </a:rPr>
              <a:t>":"</a:t>
            </a:r>
            <a:r>
              <a:rPr lang="fr-FR" sz="1800" b="1" dirty="0" smtClean="0">
                <a:solidFill>
                  <a:srgbClr val="666666"/>
                </a:solidFill>
                <a:latin typeface="Courier New" pitchFamily="49" charset="0"/>
                <a:cs typeface="Courier New" pitchFamily="49" charset="0"/>
              </a:rPr>
              <a:t>.</a:t>
            </a:r>
            <a:r>
              <a:rPr lang="fr-FR" sz="1800" b="1" dirty="0" err="1">
                <a:latin typeface="Courier New" pitchFamily="49" charset="0"/>
                <a:cs typeface="Courier New" pitchFamily="49" charset="0"/>
              </a:rPr>
              <a:t>join</a:t>
            </a:r>
            <a:r>
              <a:rPr lang="fr-FR" sz="1800" b="1" dirty="0">
                <a:solidFill>
                  <a:srgbClr val="333333"/>
                </a:solidFill>
                <a:latin typeface="Courier New" pitchFamily="49" charset="0"/>
                <a:cs typeface="Courier New" pitchFamily="49" charset="0"/>
              </a:rPr>
              <a:t>(</a:t>
            </a:r>
            <a:r>
              <a:rPr lang="fr-FR" sz="1800" b="1" dirty="0">
                <a:latin typeface="Courier New" pitchFamily="49" charset="0"/>
                <a:cs typeface="Courier New" pitchFamily="49" charset="0"/>
              </a:rPr>
              <a:t>liste</a:t>
            </a:r>
            <a:r>
              <a:rPr lang="fr-FR" sz="1800" b="1" dirty="0" smtClean="0">
                <a:solidFill>
                  <a:srgbClr val="333333"/>
                </a:solidFill>
                <a:latin typeface="Courier New" pitchFamily="49" charset="0"/>
                <a:cs typeface="Courier New" pitchFamily="49" charset="0"/>
              </a:rPr>
              <a:t>)) </a:t>
            </a:r>
            <a:endParaRPr lang="fr-FR" sz="1800" b="1" dirty="0">
              <a:solidFill>
                <a:srgbClr val="333333"/>
              </a:solidFill>
              <a:latin typeface="Courier New" pitchFamily="49" charset="0"/>
              <a:cs typeface="Courier New" pitchFamily="49" charset="0"/>
            </a:endParaRPr>
          </a:p>
          <a:p>
            <a:pPr>
              <a:spcBef>
                <a:spcPct val="30000"/>
              </a:spcBef>
              <a:buClr>
                <a:srgbClr val="336666"/>
              </a:buClr>
              <a:buFont typeface="Wingdings" pitchFamily="2" charset="2"/>
              <a:buNone/>
              <a:defRPr/>
            </a:pPr>
            <a:r>
              <a:rPr lang="fr-FR" sz="1800" b="1" dirty="0" smtClean="0">
                <a:solidFill>
                  <a:srgbClr val="0000E6"/>
                </a:solidFill>
                <a:latin typeface="Courier New" pitchFamily="49" charset="0"/>
                <a:cs typeface="Courier New" pitchFamily="49" charset="0"/>
              </a:rPr>
              <a:t>‘FAROUK:OUATIK:ESTBM'</a:t>
            </a:r>
            <a:r>
              <a:rPr lang="fr-FR" sz="1800" dirty="0" smtClean="0">
                <a:latin typeface="Courier New" pitchFamily="49" charset="0"/>
                <a:cs typeface="Courier New" pitchFamily="49" charset="0"/>
              </a:rPr>
              <a:t> </a:t>
            </a:r>
            <a:endParaRPr lang="fr-FR" dirty="0">
              <a:latin typeface="Courier New" pitchFamily="49" charset="0"/>
              <a:cs typeface="Courier New" pitchFamily="49" charset="0"/>
            </a:endParaRPr>
          </a:p>
        </p:txBody>
      </p:sp>
      <p:sp>
        <p:nvSpPr>
          <p:cNvPr id="17" name="Rectangle 16"/>
          <p:cNvSpPr/>
          <p:nvPr/>
        </p:nvSpPr>
        <p:spPr>
          <a:xfrm>
            <a:off x="500063" y="957263"/>
            <a:ext cx="6572250" cy="369887"/>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n-lt"/>
              </a:rPr>
              <a:t>Méthodes permettant de modifier une liste :</a:t>
            </a:r>
          </a:p>
        </p:txBody>
      </p:sp>
    </p:spTree>
    <p:custDataLst>
      <p:tags r:id="rId1"/>
    </p:custDataLst>
    <p:extLst>
      <p:ext uri="{BB962C8B-B14F-4D97-AF65-F5344CB8AC3E}">
        <p14:creationId xmlns:p14="http://schemas.microsoft.com/office/powerpoint/2010/main" val="353553508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94561"/>
                                        </p:tgtEl>
                                        <p:attrNameLst>
                                          <p:attrName>style.visibility</p:attrName>
                                        </p:attrNameLst>
                                      </p:cBhvr>
                                      <p:to>
                                        <p:strVal val="visible"/>
                                      </p:to>
                                    </p:set>
                                    <p:animEffect transition="in" filter="checkerboard(across)">
                                      <p:cBhvr>
                                        <p:cTn id="10" dur="500"/>
                                        <p:tgtEl>
                                          <p:spTgt spid="19456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94562"/>
                                        </p:tgtEl>
                                        <p:attrNameLst>
                                          <p:attrName>style.visibility</p:attrName>
                                        </p:attrNameLst>
                                      </p:cBhvr>
                                      <p:to>
                                        <p:strVal val="visible"/>
                                      </p:to>
                                    </p:set>
                                    <p:animEffect transition="in" filter="checkerboard(across)">
                                      <p:cBhvr>
                                        <p:cTn id="15" dur="500"/>
                                        <p:tgtEl>
                                          <p:spTgt spid="194562"/>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checkerboard(across)">
                                      <p:cBhvr>
                                        <p:cTn id="18" dur="500"/>
                                        <p:tgtEl>
                                          <p:spTgt spid="1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94563"/>
                                        </p:tgtEl>
                                        <p:attrNameLst>
                                          <p:attrName>style.visibility</p:attrName>
                                        </p:attrNameLst>
                                      </p:cBhvr>
                                      <p:to>
                                        <p:strVal val="visible"/>
                                      </p:to>
                                    </p:set>
                                    <p:animEffect transition="in" filter="checkerboard(across)">
                                      <p:cBhvr>
                                        <p:cTn id="23" dur="500"/>
                                        <p:tgtEl>
                                          <p:spTgt spid="194563"/>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checkerboard(across)">
                                      <p:cBhvr>
                                        <p:cTn id="26" dur="500"/>
                                        <p:tgtEl>
                                          <p:spTgt spid="1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94564"/>
                                        </p:tgtEl>
                                        <p:attrNameLst>
                                          <p:attrName>style.visibility</p:attrName>
                                        </p:attrNameLst>
                                      </p:cBhvr>
                                      <p:to>
                                        <p:strVal val="visible"/>
                                      </p:to>
                                    </p:set>
                                    <p:animEffect transition="in" filter="checkerboard(across)">
                                      <p:cBhvr>
                                        <p:cTn id="31" dur="500"/>
                                        <p:tgtEl>
                                          <p:spTgt spid="194564"/>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checkerboard(across)">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4561" grpId="0" animBg="1"/>
      <p:bldP spid="11" grpId="0"/>
      <p:bldP spid="194562" grpId="0" animBg="1"/>
      <p:bldP spid="13" grpId="0"/>
      <p:bldP spid="194563" grpId="0" animBg="1"/>
      <p:bldP spid="15" grpId="0"/>
      <p:bldP spid="19456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 multidimensionnelles</a:t>
            </a:r>
          </a:p>
        </p:txBody>
      </p:sp>
      <p:sp>
        <p:nvSpPr>
          <p:cNvPr id="10" name="Content Placeholder 2"/>
          <p:cNvSpPr txBox="1">
            <a:spLocks/>
          </p:cNvSpPr>
          <p:nvPr/>
        </p:nvSpPr>
        <p:spPr>
          <a:xfrm>
            <a:off x="457200" y="1071546"/>
            <a:ext cx="8435975" cy="5076825"/>
          </a:xfrm>
          <a:prstGeom prst="rect">
            <a:avLst/>
          </a:prstGeom>
        </p:spPr>
        <p:txBody>
          <a:bodyPr/>
          <a:lstStyle/>
          <a:p>
            <a:pPr marL="0" marR="0" lvl="0" indent="0" algn="just" defTabSz="914400" rtl="0" eaLnBrk="0" fontAlgn="base" latinLnBrk="0" hangingPunct="0">
              <a:lnSpc>
                <a:spcPct val="100000"/>
              </a:lnSpc>
              <a:spcBef>
                <a:spcPct val="20000"/>
              </a:spcBef>
              <a:spcAft>
                <a:spcPct val="30000"/>
              </a:spcAft>
              <a:buClr>
                <a:schemeClr val="hlink"/>
              </a:buClr>
              <a:buSzTx/>
              <a:buFont typeface="Arial" pitchFamily="34" charset="0"/>
              <a:buNone/>
              <a:tabLst/>
              <a:defRPr/>
            </a:pP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Exercice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écrire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une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fonction</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prenant</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une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lang="en-US" sz="2400" kern="0" dirty="0" err="1" smtClean="0">
                <a:latin typeface="+mn-lt"/>
                <a:ea typeface="ＭＳ Ｐゴシック" pitchFamily="34" charset="-128"/>
                <a:cs typeface="+mn-cs"/>
              </a:rPr>
              <a:t>liste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de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nombre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entiers</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en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paramètre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et qui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retourne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le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nombre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d</a:t>
            </a:r>
            <a:r>
              <a:rPr kumimoji="0" lang="en-US" altLang="fr-FR"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entiers</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pairs de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cette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séquence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11" name="Content Placeholder 2"/>
          <p:cNvSpPr txBox="1">
            <a:spLocks/>
          </p:cNvSpPr>
          <p:nvPr/>
        </p:nvSpPr>
        <p:spPr>
          <a:xfrm>
            <a:off x="493743" y="2281265"/>
            <a:ext cx="8435975" cy="5076825"/>
          </a:xfrm>
          <a:prstGeom prst="rect">
            <a:avLst/>
          </a:prstGeom>
        </p:spPr>
        <p:txBody>
          <a:bodyPr/>
          <a:lstStyle/>
          <a:p>
            <a:pPr marL="0" marR="0" lvl="0" indent="0" algn="l" defTabSz="914400" rtl="0" eaLnBrk="0" fontAlgn="base" latinLnBrk="0" hangingPunct="0">
              <a:lnSpc>
                <a:spcPct val="100000"/>
              </a:lnSpc>
              <a:spcBef>
                <a:spcPct val="20000"/>
              </a:spcBef>
              <a:spcAft>
                <a:spcPct val="30000"/>
              </a:spcAft>
              <a:buClr>
                <a:schemeClr val="hlink"/>
              </a:buClr>
              <a:buSzTx/>
              <a:buFont typeface="Arial" pitchFamily="34" charset="0"/>
              <a:buNone/>
              <a:tabLst/>
              <a:defRPr/>
            </a:pP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Solution</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p>
        </p:txBody>
      </p:sp>
      <p:sp>
        <p:nvSpPr>
          <p:cNvPr id="14" name="Rectangle à coins arrondis 13"/>
          <p:cNvSpPr/>
          <p:nvPr/>
        </p:nvSpPr>
        <p:spPr>
          <a:xfrm>
            <a:off x="714348" y="2714620"/>
            <a:ext cx="8001056" cy="32400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en-US" sz="2000" b="1" dirty="0">
                <a:solidFill>
                  <a:srgbClr val="0000FF"/>
                </a:solidFill>
                <a:latin typeface="Courier New"/>
                <a:cs typeface="Courier New"/>
              </a:rPr>
              <a:t>def </a:t>
            </a:r>
            <a:r>
              <a:rPr lang="en-US" sz="2000" b="1" dirty="0">
                <a:solidFill>
                  <a:schemeClr val="tx1"/>
                </a:solidFill>
                <a:latin typeface="Courier New"/>
                <a:cs typeface="Courier New"/>
              </a:rPr>
              <a:t>nbPairs(s):</a:t>
            </a:r>
          </a:p>
          <a:p>
            <a:pPr lvl="1">
              <a:defRPr/>
            </a:pPr>
            <a:r>
              <a:rPr lang="en-US" sz="2000" b="1" dirty="0">
                <a:solidFill>
                  <a:schemeClr val="tx1"/>
                </a:solidFill>
                <a:latin typeface="Courier New"/>
                <a:cs typeface="Courier New"/>
              </a:rPr>
              <a:t>    n = </a:t>
            </a:r>
            <a:r>
              <a:rPr lang="en-US" sz="2000" b="1" dirty="0">
                <a:solidFill>
                  <a:srgbClr val="3366FF"/>
                </a:solidFill>
                <a:latin typeface="Courier New"/>
                <a:cs typeface="Courier New"/>
              </a:rPr>
              <a:t>0</a:t>
            </a:r>
          </a:p>
          <a:p>
            <a:pPr lvl="1">
              <a:defRPr/>
            </a:pPr>
            <a:r>
              <a:rPr lang="en-US" sz="2000" b="1" dirty="0">
                <a:solidFill>
                  <a:schemeClr val="tx1"/>
                </a:solidFill>
                <a:latin typeface="Courier New"/>
                <a:cs typeface="Courier New"/>
              </a:rPr>
              <a:t>    </a:t>
            </a:r>
            <a:r>
              <a:rPr lang="en-US" sz="2000" b="1" dirty="0">
                <a:solidFill>
                  <a:srgbClr val="0000FF"/>
                </a:solidFill>
                <a:latin typeface="Courier New"/>
                <a:cs typeface="Courier New"/>
              </a:rPr>
              <a:t>for</a:t>
            </a:r>
            <a:r>
              <a:rPr lang="en-US" sz="2000" b="1" dirty="0">
                <a:solidFill>
                  <a:schemeClr val="tx1"/>
                </a:solidFill>
                <a:latin typeface="Courier New"/>
                <a:cs typeface="Courier New"/>
              </a:rPr>
              <a:t> x </a:t>
            </a:r>
            <a:r>
              <a:rPr lang="en-US" sz="2000" b="1" dirty="0">
                <a:solidFill>
                  <a:srgbClr val="0000FF"/>
                </a:solidFill>
                <a:latin typeface="Courier New"/>
                <a:cs typeface="Courier New"/>
              </a:rPr>
              <a:t>in</a:t>
            </a:r>
            <a:r>
              <a:rPr lang="en-US" sz="2000" b="1" dirty="0">
                <a:solidFill>
                  <a:schemeClr val="tx1"/>
                </a:solidFill>
                <a:latin typeface="Courier New"/>
                <a:cs typeface="Courier New"/>
              </a:rPr>
              <a:t> s:</a:t>
            </a:r>
          </a:p>
          <a:p>
            <a:pPr lvl="1">
              <a:defRPr/>
            </a:pPr>
            <a:r>
              <a:rPr lang="en-US" sz="2000" b="1" dirty="0">
                <a:solidFill>
                  <a:schemeClr val="tx1"/>
                </a:solidFill>
                <a:latin typeface="Courier New"/>
                <a:cs typeface="Courier New"/>
              </a:rPr>
              <a:t>        </a:t>
            </a:r>
            <a:r>
              <a:rPr lang="en-US" sz="2000" b="1" dirty="0">
                <a:solidFill>
                  <a:srgbClr val="0000FF"/>
                </a:solidFill>
                <a:latin typeface="Courier New"/>
                <a:cs typeface="Courier New"/>
              </a:rPr>
              <a:t>if</a:t>
            </a:r>
            <a:r>
              <a:rPr lang="en-US" sz="2000" b="1" dirty="0">
                <a:solidFill>
                  <a:schemeClr val="tx1"/>
                </a:solidFill>
                <a:latin typeface="Courier New"/>
                <a:cs typeface="Courier New"/>
              </a:rPr>
              <a:t> x%</a:t>
            </a:r>
            <a:r>
              <a:rPr lang="en-US" sz="2000" b="1" dirty="0">
                <a:solidFill>
                  <a:srgbClr val="3366FF"/>
                </a:solidFill>
                <a:latin typeface="Courier New"/>
                <a:cs typeface="Courier New"/>
              </a:rPr>
              <a:t>2</a:t>
            </a:r>
            <a:r>
              <a:rPr lang="en-US" sz="2000" b="1" dirty="0">
                <a:solidFill>
                  <a:schemeClr val="tx1"/>
                </a:solidFill>
                <a:latin typeface="Courier New"/>
                <a:cs typeface="Courier New"/>
              </a:rPr>
              <a:t> == </a:t>
            </a:r>
            <a:r>
              <a:rPr lang="en-US" sz="2000" b="1" dirty="0">
                <a:solidFill>
                  <a:srgbClr val="3366FF"/>
                </a:solidFill>
                <a:latin typeface="Courier New"/>
                <a:cs typeface="Courier New"/>
              </a:rPr>
              <a:t>0</a:t>
            </a:r>
            <a:r>
              <a:rPr lang="en-US" sz="2000" b="1" dirty="0">
                <a:solidFill>
                  <a:schemeClr val="tx1"/>
                </a:solidFill>
                <a:latin typeface="Courier New"/>
                <a:cs typeface="Courier New"/>
              </a:rPr>
              <a:t>:</a:t>
            </a:r>
          </a:p>
          <a:p>
            <a:pPr lvl="1">
              <a:defRPr/>
            </a:pPr>
            <a:r>
              <a:rPr lang="en-US" sz="2000" b="1" dirty="0">
                <a:solidFill>
                  <a:schemeClr val="tx1"/>
                </a:solidFill>
                <a:latin typeface="Courier New"/>
                <a:cs typeface="Courier New"/>
              </a:rPr>
              <a:t>            n += </a:t>
            </a:r>
            <a:r>
              <a:rPr lang="en-US" sz="2000" b="1" dirty="0">
                <a:solidFill>
                  <a:srgbClr val="3366FF"/>
                </a:solidFill>
                <a:latin typeface="Courier New"/>
                <a:cs typeface="Courier New"/>
              </a:rPr>
              <a:t>1</a:t>
            </a:r>
          </a:p>
          <a:p>
            <a:pPr lvl="1">
              <a:defRPr/>
            </a:pPr>
            <a:r>
              <a:rPr lang="en-US" sz="2000" b="1" dirty="0">
                <a:solidFill>
                  <a:schemeClr val="tx1"/>
                </a:solidFill>
                <a:latin typeface="Courier New"/>
                <a:cs typeface="Courier New"/>
              </a:rPr>
              <a:t>    </a:t>
            </a:r>
            <a:r>
              <a:rPr lang="en-US" sz="2000" b="1" dirty="0">
                <a:solidFill>
                  <a:srgbClr val="0000FF"/>
                </a:solidFill>
                <a:latin typeface="Courier New"/>
                <a:cs typeface="Courier New"/>
              </a:rPr>
              <a:t>return</a:t>
            </a:r>
            <a:r>
              <a:rPr lang="en-US" sz="2000" b="1" dirty="0">
                <a:solidFill>
                  <a:schemeClr val="tx1"/>
                </a:solidFill>
                <a:latin typeface="Courier New"/>
                <a:cs typeface="Courier New"/>
              </a:rPr>
              <a:t> n</a:t>
            </a:r>
          </a:p>
          <a:p>
            <a:pPr lvl="1">
              <a:defRPr/>
            </a:pPr>
            <a:endParaRPr lang="en-US" sz="2000" b="1" dirty="0">
              <a:solidFill>
                <a:schemeClr val="tx1"/>
              </a:solidFill>
              <a:latin typeface="Courier New"/>
              <a:cs typeface="Courier New"/>
            </a:endParaRPr>
          </a:p>
          <a:p>
            <a:pPr lvl="1">
              <a:defRPr/>
            </a:pPr>
            <a:r>
              <a:rPr lang="en-US" sz="2000" b="1" dirty="0" err="1" smtClean="0">
                <a:solidFill>
                  <a:schemeClr val="tx1"/>
                </a:solidFill>
                <a:latin typeface="Courier New"/>
                <a:cs typeface="Courier New"/>
              </a:rPr>
              <a:t>maListe</a:t>
            </a:r>
            <a:r>
              <a:rPr lang="en-US" sz="2000" b="1" dirty="0" smtClean="0">
                <a:solidFill>
                  <a:schemeClr val="tx1"/>
                </a:solidFill>
                <a:latin typeface="Courier New"/>
                <a:cs typeface="Courier New"/>
              </a:rPr>
              <a:t> </a:t>
            </a:r>
            <a:r>
              <a:rPr lang="en-US" sz="2000" b="1" dirty="0">
                <a:solidFill>
                  <a:schemeClr val="tx1"/>
                </a:solidFill>
                <a:latin typeface="Courier New"/>
                <a:cs typeface="Courier New"/>
              </a:rPr>
              <a:t>= (-</a:t>
            </a:r>
            <a:r>
              <a:rPr lang="en-US" sz="2000" b="1" dirty="0">
                <a:solidFill>
                  <a:srgbClr val="3366FF"/>
                </a:solidFill>
                <a:latin typeface="Courier New"/>
                <a:cs typeface="Courier New"/>
              </a:rPr>
              <a:t>4</a:t>
            </a:r>
            <a:r>
              <a:rPr lang="en-US" sz="2000" b="1" dirty="0">
                <a:solidFill>
                  <a:schemeClr val="tx1"/>
                </a:solidFill>
                <a:latin typeface="Courier New"/>
                <a:cs typeface="Courier New"/>
              </a:rPr>
              <a:t>, </a:t>
            </a:r>
            <a:r>
              <a:rPr lang="en-US" sz="2000" b="1" dirty="0">
                <a:solidFill>
                  <a:srgbClr val="3366FF"/>
                </a:solidFill>
                <a:latin typeface="Courier New"/>
                <a:cs typeface="Courier New"/>
              </a:rPr>
              <a:t>5</a:t>
            </a:r>
            <a:r>
              <a:rPr lang="en-US" sz="2000" b="1" dirty="0">
                <a:solidFill>
                  <a:schemeClr val="tx1"/>
                </a:solidFill>
                <a:latin typeface="Courier New"/>
                <a:cs typeface="Courier New"/>
              </a:rPr>
              <a:t>, </a:t>
            </a:r>
            <a:r>
              <a:rPr lang="en-US" sz="2000" b="1" dirty="0">
                <a:solidFill>
                  <a:srgbClr val="3366FF"/>
                </a:solidFill>
                <a:latin typeface="Courier New"/>
                <a:cs typeface="Courier New"/>
              </a:rPr>
              <a:t>2</a:t>
            </a:r>
            <a:r>
              <a:rPr lang="en-US" sz="2000" b="1" dirty="0">
                <a:solidFill>
                  <a:schemeClr val="tx1"/>
                </a:solidFill>
                <a:latin typeface="Courier New"/>
                <a:cs typeface="Courier New"/>
              </a:rPr>
              <a:t>, </a:t>
            </a:r>
            <a:r>
              <a:rPr lang="en-US" sz="2000" b="1" dirty="0">
                <a:solidFill>
                  <a:srgbClr val="3366FF"/>
                </a:solidFill>
                <a:latin typeface="Courier New"/>
                <a:cs typeface="Courier New"/>
              </a:rPr>
              <a:t>4</a:t>
            </a:r>
            <a:r>
              <a:rPr lang="en-US" sz="2000" b="1" dirty="0">
                <a:solidFill>
                  <a:schemeClr val="tx1"/>
                </a:solidFill>
                <a:latin typeface="Courier New"/>
                <a:cs typeface="Courier New"/>
              </a:rPr>
              <a:t>, </a:t>
            </a:r>
            <a:r>
              <a:rPr lang="en-US" sz="2000" b="1" dirty="0">
                <a:solidFill>
                  <a:srgbClr val="3366FF"/>
                </a:solidFill>
                <a:latin typeface="Courier New"/>
                <a:cs typeface="Courier New"/>
              </a:rPr>
              <a:t>1</a:t>
            </a:r>
            <a:r>
              <a:rPr lang="en-US" sz="2000" b="1" dirty="0">
                <a:solidFill>
                  <a:schemeClr val="tx1"/>
                </a:solidFill>
                <a:latin typeface="Courier New"/>
                <a:cs typeface="Courier New"/>
              </a:rPr>
              <a:t>)</a:t>
            </a:r>
          </a:p>
          <a:p>
            <a:pPr lvl="1">
              <a:defRPr/>
            </a:pPr>
            <a:r>
              <a:rPr lang="en-US" sz="2000" b="1" dirty="0" smtClean="0">
                <a:solidFill>
                  <a:srgbClr val="3366FF"/>
                </a:solidFill>
                <a:latin typeface="Courier New"/>
                <a:cs typeface="Courier New"/>
              </a:rPr>
              <a:t>print</a:t>
            </a:r>
            <a:r>
              <a:rPr lang="en-US" sz="2000" b="1" dirty="0" smtClean="0">
                <a:solidFill>
                  <a:schemeClr val="tx1"/>
                </a:solidFill>
                <a:latin typeface="Courier New"/>
                <a:cs typeface="Courier New"/>
              </a:rPr>
              <a:t>(</a:t>
            </a:r>
            <a:r>
              <a:rPr lang="en-US" sz="2000" b="1" dirty="0" err="1" smtClean="0">
                <a:solidFill>
                  <a:schemeClr val="tx1"/>
                </a:solidFill>
                <a:latin typeface="Courier New"/>
                <a:cs typeface="Courier New"/>
              </a:rPr>
              <a:t>nbPairs</a:t>
            </a:r>
            <a:r>
              <a:rPr lang="en-US" sz="2000" b="1" dirty="0" smtClean="0">
                <a:solidFill>
                  <a:schemeClr val="tx1"/>
                </a:solidFill>
                <a:latin typeface="Courier New"/>
                <a:cs typeface="Courier New"/>
              </a:rPr>
              <a:t>(</a:t>
            </a:r>
            <a:r>
              <a:rPr lang="en-US" sz="2000" b="1" dirty="0" err="1" smtClean="0">
                <a:solidFill>
                  <a:schemeClr val="tx1"/>
                </a:solidFill>
                <a:latin typeface="Courier New"/>
                <a:cs typeface="Courier New"/>
              </a:rPr>
              <a:t>maListe</a:t>
            </a:r>
            <a:r>
              <a:rPr lang="en-US" sz="2000" b="1" dirty="0" smtClean="0">
                <a:solidFill>
                  <a:schemeClr val="tx1"/>
                </a:solidFill>
                <a:latin typeface="Courier New"/>
                <a:cs typeface="Courier New"/>
              </a:rPr>
              <a:t>))</a:t>
            </a:r>
            <a:endParaRPr lang="fr-FR" sz="2000" b="1" dirty="0">
              <a:solidFill>
                <a:schemeClr val="tx1"/>
              </a:solidFill>
              <a:latin typeface="Courier New"/>
              <a:cs typeface="Courier New"/>
            </a:endParaRPr>
          </a:p>
        </p:txBody>
      </p:sp>
      <p:cxnSp>
        <p:nvCxnSpPr>
          <p:cNvPr id="15" name="Connecteur droit avec flèche 14"/>
          <p:cNvCxnSpPr>
            <a:cxnSpLocks noChangeShapeType="1"/>
          </p:cNvCxnSpPr>
          <p:nvPr/>
        </p:nvCxnSpPr>
        <p:spPr bwMode="auto">
          <a:xfrm>
            <a:off x="5357818" y="6286520"/>
            <a:ext cx="1296987"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pic>
        <p:nvPicPr>
          <p:cNvPr id="16" name="Image 1" descr="Image 1.png"/>
          <p:cNvPicPr>
            <a:picLocks noChangeAspect="1"/>
          </p:cNvPicPr>
          <p:nvPr/>
        </p:nvPicPr>
        <p:blipFill>
          <a:blip r:embed="rId4"/>
          <a:srcRect/>
          <a:stretch>
            <a:fillRect/>
          </a:stretch>
        </p:blipFill>
        <p:spPr bwMode="auto">
          <a:xfrm>
            <a:off x="7013580" y="6143645"/>
            <a:ext cx="177800" cy="241300"/>
          </a:xfrm>
          <a:prstGeom prst="rect">
            <a:avLst/>
          </a:prstGeom>
          <a:noFill/>
          <a:ln w="9525">
            <a:solidFill>
              <a:srgbClr val="000000"/>
            </a:solidFill>
            <a:miter lim="800000"/>
            <a:headEnd/>
            <a:tailEnd/>
          </a:ln>
        </p:spPr>
      </p:pic>
    </p:spTree>
    <p:custDataLst>
      <p:tags r:id="rId1"/>
    </p:custDataLst>
    <p:extLst>
      <p:ext uri="{BB962C8B-B14F-4D97-AF65-F5344CB8AC3E}">
        <p14:creationId xmlns:p14="http://schemas.microsoft.com/office/powerpoint/2010/main" val="1986426390"/>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par>
                                <p:cTn id="8" presetID="5"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heckerboard(across)">
                                      <p:cBhvr>
                                        <p:cTn id="10" dur="500"/>
                                        <p:tgtEl>
                                          <p:spTgt spid="1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checkerboard(across)">
                                      <p:cBhvr>
                                        <p:cTn id="13" dur="500"/>
                                        <p:tgtEl>
                                          <p:spTgt spid="1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heckerboard(across)">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12" name="Content Placeholder 2"/>
          <p:cNvSpPr txBox="1">
            <a:spLocks/>
          </p:cNvSpPr>
          <p:nvPr/>
        </p:nvSpPr>
        <p:spPr>
          <a:xfrm>
            <a:off x="457200" y="923943"/>
            <a:ext cx="8435975" cy="5076825"/>
          </a:xfrm>
          <a:prstGeom prst="rect">
            <a:avLst/>
          </a:prstGeom>
        </p:spPr>
        <p:txBody>
          <a:bodyPr/>
          <a:lstStyle/>
          <a:p>
            <a:pPr marL="0" marR="0" lvl="0" indent="0" algn="l" defTabSz="914400" rtl="0" eaLnBrk="0" fontAlgn="base" latinLnBrk="0" hangingPunct="0">
              <a:lnSpc>
                <a:spcPct val="100000"/>
              </a:lnSpc>
              <a:spcBef>
                <a:spcPct val="20000"/>
              </a:spcBef>
              <a:spcAft>
                <a:spcPct val="30000"/>
              </a:spcAft>
              <a:buClr>
                <a:schemeClr val="hlink"/>
              </a:buClr>
              <a:buSzTx/>
              <a:buFont typeface="Arial" pitchFamily="34" charset="0"/>
              <a:buNone/>
              <a:tabLst/>
              <a:defRPr/>
            </a:pP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Phénomène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d</a:t>
            </a:r>
            <a:r>
              <a:rPr kumimoji="0" lang="en-US" altLang="fr-FR"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alias</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a:p>
            <a:pPr marL="0" marR="0" lvl="0" indent="0" algn="just" defTabSz="914400" rtl="0" eaLnBrk="0" fontAlgn="base" latinLnBrk="0" hangingPunct="0">
              <a:lnSpc>
                <a:spcPct val="100000"/>
              </a:lnSpc>
              <a:spcBef>
                <a:spcPct val="20000"/>
              </a:spcBef>
              <a:spcAft>
                <a:spcPct val="30000"/>
              </a:spcAft>
              <a:buClr>
                <a:schemeClr val="hlink"/>
              </a:buClr>
              <a:buSzTx/>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La tentative de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copie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une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liste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avec la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syntaxe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naturelle</a:t>
            </a:r>
            <a:endParaRPr lang="en-US" sz="2400" kern="0" dirty="0" smtClean="0">
              <a:latin typeface="+mn-lt"/>
              <a:ea typeface="ＭＳ Ｐゴシック" pitchFamily="34" charset="-128"/>
              <a:cs typeface="+mn-cs"/>
            </a:endParaRPr>
          </a:p>
          <a:p>
            <a:pPr marL="0" marR="0" lvl="0" indent="0" algn="just" defTabSz="914400" rtl="0" eaLnBrk="0" fontAlgn="base" latinLnBrk="0" hangingPunct="0">
              <a:lnSpc>
                <a:spcPct val="100000"/>
              </a:lnSpc>
              <a:spcBef>
                <a:spcPct val="20000"/>
              </a:spcBef>
              <a:spcAft>
                <a:spcPct val="30000"/>
              </a:spcAft>
              <a:buClr>
                <a:schemeClr val="hlink"/>
              </a:buClr>
              <a:buSzTx/>
              <a:tabLst/>
              <a:defRPr/>
            </a:pPr>
            <a:r>
              <a:rPr kumimoji="0" lang="en-US" sz="2400" b="0" i="0" u="none" strike="noStrike" kern="0" cap="none" spc="0" normalizeH="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ne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crée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qu</a:t>
            </a:r>
            <a:r>
              <a:rPr kumimoji="0" lang="en-US" altLang="fr-FR"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un</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1" i="0" u="none" strike="noStrike" kern="0" cap="none" spc="0" normalizeH="0" baseline="0" noProof="0" dirty="0" smtClean="0">
                <a:ln>
                  <a:noFill/>
                </a:ln>
                <a:solidFill>
                  <a:srgbClr val="0000FF"/>
                </a:solidFill>
                <a:effectLst/>
                <a:uLnTx/>
                <a:uFillTx/>
                <a:latin typeface="+mn-lt"/>
                <a:ea typeface="ＭＳ Ｐゴシック" pitchFamily="34" charset="-128"/>
                <a:cs typeface="+mn-cs"/>
              </a:rPr>
              <a:t>alias</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p>
          <a:p>
            <a:pPr marL="0" marR="0" lvl="0" indent="0" algn="just" defTabSz="914400" rtl="0" eaLnBrk="0" fontAlgn="base" latinLnBrk="0" hangingPunct="0">
              <a:lnSpc>
                <a:spcPct val="100000"/>
              </a:lnSpc>
              <a:spcBef>
                <a:spcPct val="20000"/>
              </a:spcBef>
              <a:spcAft>
                <a:spcPct val="30000"/>
              </a:spcAft>
              <a:buClr>
                <a:schemeClr val="hlink"/>
              </a:buClr>
              <a:buSzTx/>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Les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deux</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noms</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pointeront</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vers</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le </a:t>
            </a:r>
            <a:r>
              <a:rPr kumimoji="0" lang="en-US" sz="2400" b="1" i="0" u="none" strike="noStrike" kern="0" cap="none" spc="0" normalizeH="0" baseline="0" noProof="0" dirty="0" err="1" smtClean="0">
                <a:ln>
                  <a:noFill/>
                </a:ln>
                <a:solidFill>
                  <a:srgbClr val="0000FF"/>
                </a:solidFill>
                <a:effectLst/>
                <a:uLnTx/>
                <a:uFillTx/>
                <a:latin typeface="+mn-lt"/>
                <a:ea typeface="ＭＳ Ｐゴシック" pitchFamily="34" charset="-128"/>
                <a:cs typeface="+mn-cs"/>
              </a:rPr>
              <a:t>même</a:t>
            </a:r>
            <a:r>
              <a:rPr kumimoji="0" lang="en-US" sz="2400" b="1" i="0" u="none" strike="noStrike" kern="0" cap="none" spc="0" normalizeH="0" baseline="0" noProof="0" dirty="0" smtClean="0">
                <a:ln>
                  <a:noFill/>
                </a:ln>
                <a:solidFill>
                  <a:srgbClr val="0000FF"/>
                </a:solidFill>
                <a:effectLst/>
                <a:uLnTx/>
                <a:uFillTx/>
                <a:latin typeface="+mn-lt"/>
                <a:ea typeface="ＭＳ Ｐゴシック" pitchFamily="34" charset="-128"/>
                <a:cs typeface="+mn-cs"/>
              </a:rPr>
              <a:t> emplacement </a:t>
            </a:r>
            <a:r>
              <a:rPr kumimoji="0" lang="en-US" sz="2400" b="1" i="0" u="none" strike="noStrike" kern="0" cap="none" spc="0" normalizeH="0" baseline="0" noProof="0" dirty="0" err="1" smtClean="0">
                <a:ln>
                  <a:noFill/>
                </a:ln>
                <a:solidFill>
                  <a:srgbClr val="0000FF"/>
                </a:solidFill>
                <a:effectLst/>
                <a:uLnTx/>
                <a:uFillTx/>
                <a:latin typeface="+mn-lt"/>
                <a:ea typeface="ＭＳ Ｐゴシック" pitchFamily="34" charset="-128"/>
                <a:cs typeface="+mn-cs"/>
              </a:rPr>
              <a:t>mémoire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Il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n</a:t>
            </a:r>
            <a:r>
              <a:rPr kumimoji="0" lang="en-US" altLang="fr-FR"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y</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aura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donc</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en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réalité</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qu</a:t>
            </a:r>
            <a:r>
              <a:rPr kumimoji="0" lang="en-US" altLang="fr-FR"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une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seule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liste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 </a:t>
            </a:r>
            <a:r>
              <a:rPr kumimoji="0" lang="en-US" sz="2400" b="0" i="0" u="none" strike="noStrike" kern="0" cap="none" spc="0" normalizeH="0" baseline="0" noProof="0" dirty="0" err="1" smtClean="0">
                <a:ln>
                  <a:noFill/>
                </a:ln>
                <a:solidFill>
                  <a:schemeClr val="tx1"/>
                </a:solidFill>
                <a:effectLst/>
                <a:uLnTx/>
                <a:uFillTx/>
                <a:latin typeface="+mn-lt"/>
                <a:ea typeface="ＭＳ Ｐゴシック" pitchFamily="34" charset="-128"/>
                <a:cs typeface="+mn-cs"/>
              </a:rPr>
              <a:t>existante</a:t>
            </a:r>
            <a:r>
              <a:rPr kumimoji="0" lang="en-US" sz="24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17" name="Rectangle à coins arrondis 16"/>
          <p:cNvSpPr/>
          <p:nvPr/>
        </p:nvSpPr>
        <p:spPr>
          <a:xfrm>
            <a:off x="3554422" y="2000240"/>
            <a:ext cx="4732354" cy="571504"/>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lgn="ctr">
              <a:defRPr/>
            </a:pPr>
            <a:r>
              <a:rPr lang="fr-FR" sz="2000" b="1" dirty="0">
                <a:solidFill>
                  <a:schemeClr val="tx1"/>
                </a:solidFill>
                <a:latin typeface="Courier New"/>
                <a:cs typeface="Courier New"/>
              </a:rPr>
              <a:t>maListe2 = maListe1</a:t>
            </a:r>
          </a:p>
        </p:txBody>
      </p:sp>
      <p:sp>
        <p:nvSpPr>
          <p:cNvPr id="18" name="Content Placeholder 2"/>
          <p:cNvSpPr txBox="1">
            <a:spLocks/>
          </p:cNvSpPr>
          <p:nvPr/>
        </p:nvSpPr>
        <p:spPr>
          <a:xfrm>
            <a:off x="500034" y="3638587"/>
            <a:ext cx="8435975" cy="5076825"/>
          </a:xfrm>
          <a:prstGeom prst="rect">
            <a:avLst/>
          </a:prstGeom>
        </p:spPr>
        <p:txBody>
          <a:bodyPr/>
          <a:lstStyle/>
          <a:p>
            <a:pPr marL="0" marR="0" lvl="0" indent="0" algn="l" defTabSz="914400" rtl="0" eaLnBrk="0" fontAlgn="base" latinLnBrk="0" hangingPunct="0">
              <a:lnSpc>
                <a:spcPct val="100000"/>
              </a:lnSpc>
              <a:spcBef>
                <a:spcPct val="20000"/>
              </a:spcBef>
              <a:spcAft>
                <a:spcPct val="30000"/>
              </a:spcAft>
              <a:buClr>
                <a:schemeClr val="hlink"/>
              </a:buClr>
              <a:buSzTx/>
              <a:buFont typeface="Arial" pitchFamily="34" charset="0"/>
              <a:buNone/>
              <a:tabLst/>
              <a:defRPr/>
            </a:pP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Exemple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du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problème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soulevé</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6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19" name="Rectangle à coins arrondis 18"/>
          <p:cNvSpPr/>
          <p:nvPr/>
        </p:nvSpPr>
        <p:spPr>
          <a:xfrm>
            <a:off x="822330" y="4143381"/>
            <a:ext cx="7500990" cy="264320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maListe1 = [</a:t>
            </a:r>
            <a:r>
              <a:rPr lang="en-US" sz="2000" b="1" dirty="0">
                <a:solidFill>
                  <a:srgbClr val="3366FF"/>
                </a:solidFill>
                <a:latin typeface="Courier New"/>
                <a:cs typeface="Courier New"/>
              </a:rPr>
              <a:t>1</a:t>
            </a:r>
            <a:r>
              <a:rPr lang="en-US" sz="2000" b="1" dirty="0">
                <a:solidFill>
                  <a:schemeClr val="tx1"/>
                </a:solidFill>
                <a:latin typeface="Courier New"/>
                <a:cs typeface="Courier New"/>
              </a:rPr>
              <a:t>, </a:t>
            </a:r>
            <a:r>
              <a:rPr lang="en-US" sz="2000" b="1" dirty="0">
                <a:solidFill>
                  <a:srgbClr val="3366FF"/>
                </a:solidFill>
                <a:latin typeface="Courier New"/>
                <a:cs typeface="Courier New"/>
              </a:rPr>
              <a:t>2</a:t>
            </a:r>
            <a:r>
              <a:rPr lang="en-US" sz="2000" b="1" dirty="0">
                <a:solidFill>
                  <a:schemeClr val="tx1"/>
                </a:solidFill>
                <a:latin typeface="Courier New"/>
                <a:cs typeface="Courier New"/>
              </a:rPr>
              <a:t>, </a:t>
            </a:r>
            <a:r>
              <a:rPr lang="en-US" sz="2000" b="1" dirty="0">
                <a:solidFill>
                  <a:srgbClr val="3366FF"/>
                </a:solidFill>
                <a:latin typeface="Courier New"/>
                <a:cs typeface="Courier New"/>
              </a:rPr>
              <a:t>3</a:t>
            </a:r>
            <a:r>
              <a:rPr lang="en-US" sz="2000" b="1" dirty="0">
                <a:solidFill>
                  <a:schemeClr val="tx1"/>
                </a:solidFill>
                <a:latin typeface="Courier New"/>
                <a:cs typeface="Courier New"/>
              </a:rPr>
              <a:t>, </a:t>
            </a:r>
            <a:r>
              <a:rPr lang="en-US" sz="2000" b="1" dirty="0">
                <a:solidFill>
                  <a:srgbClr val="3366FF"/>
                </a:solidFill>
                <a:latin typeface="Courier New"/>
                <a:cs typeface="Courier New"/>
              </a:rPr>
              <a:t>4</a:t>
            </a:r>
            <a:r>
              <a:rPr lang="en-US" sz="2000" b="1" dirty="0">
                <a:solidFill>
                  <a:schemeClr val="tx1"/>
                </a:solidFill>
                <a:latin typeface="Courier New"/>
                <a:cs typeface="Courier New"/>
              </a:rPr>
              <a:t>]</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maListe2 = maListe1</a:t>
            </a:r>
          </a:p>
          <a:p>
            <a:pPr lvl="1">
              <a:defRPr/>
            </a:pPr>
            <a:r>
              <a:rPr lang="en-US" sz="2000" b="1" dirty="0">
                <a:solidFill>
                  <a:srgbClr val="008000"/>
                </a:solidFill>
                <a:latin typeface="Courier New"/>
                <a:cs typeface="Courier New"/>
              </a:rPr>
              <a:t>&gt;&gt;&gt; </a:t>
            </a:r>
            <a:r>
              <a:rPr lang="en-US" sz="2000" b="1" dirty="0">
                <a:solidFill>
                  <a:schemeClr val="tx1"/>
                </a:solidFill>
                <a:latin typeface="Courier New"/>
                <a:cs typeface="Courier New"/>
              </a:rPr>
              <a:t>maListe2[</a:t>
            </a:r>
            <a:r>
              <a:rPr lang="en-US" sz="2000" b="1" dirty="0">
                <a:solidFill>
                  <a:srgbClr val="3366FF"/>
                </a:solidFill>
                <a:latin typeface="Courier New"/>
                <a:cs typeface="Courier New"/>
              </a:rPr>
              <a:t>3</a:t>
            </a:r>
            <a:r>
              <a:rPr lang="en-US" sz="2000" b="1" dirty="0">
                <a:solidFill>
                  <a:schemeClr val="tx1"/>
                </a:solidFill>
                <a:latin typeface="Courier New"/>
                <a:cs typeface="Courier New"/>
              </a:rPr>
              <a:t>] = </a:t>
            </a:r>
            <a:r>
              <a:rPr lang="en-US" sz="2000" b="1" dirty="0">
                <a:solidFill>
                  <a:srgbClr val="3366FF"/>
                </a:solidFill>
                <a:latin typeface="Courier New"/>
                <a:cs typeface="Courier New"/>
              </a:rPr>
              <a:t>666</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a:t>
            </a:r>
            <a:r>
              <a:rPr lang="en-US" sz="2000" b="1" dirty="0">
                <a:solidFill>
                  <a:srgbClr val="3366FF"/>
                </a:solidFill>
                <a:latin typeface="Courier New"/>
                <a:cs typeface="Courier New"/>
              </a:rPr>
              <a:t>print</a:t>
            </a:r>
            <a:r>
              <a:rPr lang="en-US" sz="2000" b="1" dirty="0">
                <a:solidFill>
                  <a:schemeClr val="tx1"/>
                </a:solidFill>
                <a:latin typeface="Courier New"/>
                <a:cs typeface="Courier New"/>
              </a:rPr>
              <a:t>(maListe1)</a:t>
            </a:r>
          </a:p>
          <a:p>
            <a:pPr lvl="1">
              <a:defRPr/>
            </a:pPr>
            <a:r>
              <a:rPr lang="en-US" sz="2000" b="1" dirty="0">
                <a:solidFill>
                  <a:schemeClr val="tx1"/>
                </a:solidFill>
                <a:latin typeface="Courier New"/>
                <a:cs typeface="Courier New"/>
              </a:rPr>
              <a:t>[</a:t>
            </a:r>
            <a:r>
              <a:rPr lang="en-US" sz="2000" b="1" dirty="0">
                <a:solidFill>
                  <a:srgbClr val="000000"/>
                </a:solidFill>
                <a:latin typeface="Courier New"/>
                <a:cs typeface="Courier New"/>
              </a:rPr>
              <a:t>1, 2, 3, 666]</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maListe1[</a:t>
            </a:r>
            <a:r>
              <a:rPr lang="en-US" sz="2000" b="1" dirty="0">
                <a:solidFill>
                  <a:srgbClr val="3366FF"/>
                </a:solidFill>
                <a:latin typeface="Courier New"/>
                <a:cs typeface="Courier New"/>
              </a:rPr>
              <a:t>0</a:t>
            </a:r>
            <a:r>
              <a:rPr lang="en-US" sz="2000" b="1" dirty="0">
                <a:solidFill>
                  <a:schemeClr val="tx1"/>
                </a:solidFill>
                <a:latin typeface="Courier New"/>
                <a:cs typeface="Courier New"/>
              </a:rPr>
              <a:t>] = </a:t>
            </a:r>
            <a:r>
              <a:rPr lang="en-US" sz="2000" b="1" dirty="0">
                <a:solidFill>
                  <a:srgbClr val="008000"/>
                </a:solidFill>
                <a:latin typeface="Courier New"/>
                <a:cs typeface="Courier New"/>
              </a:rPr>
              <a:t>'Python'</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a:t>
            </a:r>
            <a:r>
              <a:rPr lang="en-US" sz="2000" b="1" dirty="0">
                <a:solidFill>
                  <a:srgbClr val="3366FF"/>
                </a:solidFill>
                <a:latin typeface="Courier New"/>
                <a:cs typeface="Courier New"/>
              </a:rPr>
              <a:t>print</a:t>
            </a:r>
            <a:r>
              <a:rPr lang="en-US" sz="2000" b="1" dirty="0">
                <a:solidFill>
                  <a:schemeClr val="tx1"/>
                </a:solidFill>
                <a:latin typeface="Courier New"/>
                <a:cs typeface="Courier New"/>
              </a:rPr>
              <a:t>(maListe2)</a:t>
            </a:r>
          </a:p>
          <a:p>
            <a:pPr lvl="1">
              <a:defRPr/>
            </a:pPr>
            <a:r>
              <a:rPr lang="en-US" sz="2000" b="1" dirty="0">
                <a:solidFill>
                  <a:schemeClr val="tx1"/>
                </a:solidFill>
                <a:latin typeface="Courier New"/>
                <a:cs typeface="Courier New"/>
              </a:rPr>
              <a:t>[</a:t>
            </a:r>
            <a:r>
              <a:rPr lang="en-US" sz="2000" b="1" dirty="0">
                <a:solidFill>
                  <a:srgbClr val="000000"/>
                </a:solidFill>
                <a:latin typeface="Courier New"/>
                <a:cs typeface="Courier New"/>
              </a:rPr>
              <a:t>'Python', 2, 3, 666]</a:t>
            </a:r>
            <a:endParaRPr lang="fr-FR" sz="2000" b="1" dirty="0">
              <a:solidFill>
                <a:srgbClr val="000000"/>
              </a:solidFill>
              <a:latin typeface="Courier New"/>
              <a:cs typeface="Courier New"/>
            </a:endParaRPr>
          </a:p>
        </p:txBody>
      </p:sp>
    </p:spTree>
    <p:custDataLst>
      <p:tags r:id="rId1"/>
    </p:custDataLst>
    <p:extLst>
      <p:ext uri="{BB962C8B-B14F-4D97-AF65-F5344CB8AC3E}">
        <p14:creationId xmlns:p14="http://schemas.microsoft.com/office/powerpoint/2010/main" val="380802881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checkerboard(across)">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Content Placeholder 2"/>
          <p:cNvSpPr txBox="1">
            <a:spLocks/>
          </p:cNvSpPr>
          <p:nvPr/>
        </p:nvSpPr>
        <p:spPr>
          <a:xfrm>
            <a:off x="457200" y="1000108"/>
            <a:ext cx="8435975" cy="5076825"/>
          </a:xfrm>
          <a:prstGeom prst="rect">
            <a:avLst/>
          </a:prstGeom>
        </p:spPr>
        <p:txBody>
          <a:bodyPr/>
          <a:lstStyle/>
          <a:p>
            <a:pPr>
              <a:spcBef>
                <a:spcPct val="20000"/>
              </a:spcBef>
              <a:spcAft>
                <a:spcPct val="30000"/>
              </a:spcAft>
              <a:buClr>
                <a:schemeClr val="hlink"/>
              </a:buClr>
            </a:pP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Autre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e</a:t>
            </a:r>
            <a:r>
              <a:rPr lang="en-US" sz="2400" b="1" kern="0" dirty="0" err="1" smtClean="0">
                <a:solidFill>
                  <a:srgbClr val="FF0000"/>
                </a:solidFill>
                <a:latin typeface="+mn-lt"/>
                <a:ea typeface="ＭＳ Ｐゴシック" pitchFamily="34" charset="-128"/>
                <a:cs typeface="+mn-cs"/>
              </a:rPr>
              <a:t>xemple</a:t>
            </a:r>
            <a:r>
              <a:rPr lang="en-US" sz="2400" b="1" kern="0" dirty="0" smtClean="0">
                <a:solidFill>
                  <a:srgbClr val="FF0000"/>
                </a:solidFill>
                <a:latin typeface="+mn-lt"/>
                <a:ea typeface="ＭＳ Ｐゴシック" pitchFamily="34" charset="-128"/>
                <a:cs typeface="+mn-cs"/>
              </a:rPr>
              <a:t> du </a:t>
            </a:r>
            <a:r>
              <a:rPr lang="en-US" sz="2400" b="1" kern="0" dirty="0" err="1" smtClean="0">
                <a:solidFill>
                  <a:srgbClr val="FF0000"/>
                </a:solidFill>
                <a:latin typeface="+mn-lt"/>
                <a:ea typeface="ＭＳ Ｐゴシック" pitchFamily="34" charset="-128"/>
                <a:cs typeface="+mn-cs"/>
              </a:rPr>
              <a:t>problème</a:t>
            </a:r>
            <a:r>
              <a:rPr lang="en-US" sz="2400" b="1" kern="0" dirty="0" smtClean="0">
                <a:solidFill>
                  <a:srgbClr val="FF0000"/>
                </a:solidFill>
                <a:latin typeface="+mn-lt"/>
                <a:ea typeface="ＭＳ Ｐゴシック" pitchFamily="34" charset="-128"/>
                <a:cs typeface="+mn-cs"/>
              </a:rPr>
              <a:t> </a:t>
            </a:r>
            <a:r>
              <a:rPr lang="en-US" sz="2400" b="1" kern="0" dirty="0" err="1" smtClean="0">
                <a:solidFill>
                  <a:srgbClr val="FF0000"/>
                </a:solidFill>
                <a:latin typeface="+mn-lt"/>
                <a:ea typeface="ＭＳ Ｐゴシック" pitchFamily="34" charset="-128"/>
                <a:cs typeface="+mn-cs"/>
              </a:rPr>
              <a:t>soulevé</a:t>
            </a:r>
            <a:r>
              <a:rPr lang="en-US" sz="2400" b="1" kern="0" dirty="0" smtClean="0">
                <a:solidFill>
                  <a:srgbClr val="FF0000"/>
                </a:solidFill>
                <a:latin typeface="+mn-lt"/>
                <a:ea typeface="ＭＳ Ｐゴシック" pitchFamily="34" charset="-128"/>
                <a:cs typeface="+mn-cs"/>
              </a:rPr>
              <a:t> </a:t>
            </a:r>
            <a:r>
              <a:rPr kumimoji="0" lang="en-US" sz="26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6" name="Rectangle à coins arrondis 5"/>
          <p:cNvSpPr/>
          <p:nvPr/>
        </p:nvSpPr>
        <p:spPr>
          <a:xfrm>
            <a:off x="714348" y="1643050"/>
            <a:ext cx="8072494" cy="1928826"/>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fr-FR" b="1" dirty="0" smtClean="0">
                <a:latin typeface="Courier New" pitchFamily="49" charset="0"/>
                <a:cs typeface="Courier New" pitchFamily="49" charset="0"/>
              </a:rPr>
              <a:t>&gt;&gt;&gt; colours1 = ["</a:t>
            </a:r>
            <a:r>
              <a:rPr lang="fr-FR" b="1" dirty="0" err="1" smtClean="0">
                <a:latin typeface="Courier New" pitchFamily="49" charset="0"/>
                <a:cs typeface="Courier New" pitchFamily="49" charset="0"/>
              </a:rPr>
              <a:t>red</a:t>
            </a:r>
            <a:r>
              <a:rPr lang="fr-FR" b="1" dirty="0" smtClean="0">
                <a:latin typeface="Courier New" pitchFamily="49" charset="0"/>
                <a:cs typeface="Courier New" pitchFamily="49" charset="0"/>
              </a:rPr>
              <a:t>", "green"] </a:t>
            </a:r>
          </a:p>
          <a:p>
            <a:pPr lvl="1">
              <a:defRPr/>
            </a:pPr>
            <a:r>
              <a:rPr lang="fr-FR" b="1" dirty="0" smtClean="0">
                <a:latin typeface="Courier New" pitchFamily="49" charset="0"/>
                <a:cs typeface="Courier New" pitchFamily="49" charset="0"/>
              </a:rPr>
              <a:t>&gt;&gt;&gt; colours2 = colours1</a:t>
            </a:r>
          </a:p>
          <a:p>
            <a:pPr lvl="1">
              <a:defRPr/>
            </a:pPr>
            <a:r>
              <a:rPr lang="fr-FR" b="1" dirty="0" smtClean="0">
                <a:latin typeface="Courier New" pitchFamily="49" charset="0"/>
                <a:cs typeface="Courier New" pitchFamily="49" charset="0"/>
              </a:rPr>
              <a:t>&gt;&gt;&gt; </a:t>
            </a:r>
            <a:r>
              <a:rPr lang="fr-FR" b="1" dirty="0" err="1" smtClean="0">
                <a:latin typeface="Courier New" pitchFamily="49" charset="0"/>
                <a:cs typeface="Courier New" pitchFamily="49" charset="0"/>
              </a:rPr>
              <a:t>print</a:t>
            </a:r>
            <a:r>
              <a:rPr lang="fr-FR" b="1" dirty="0" smtClean="0">
                <a:latin typeface="Courier New" pitchFamily="49" charset="0"/>
                <a:cs typeface="Courier New" pitchFamily="49" charset="0"/>
              </a:rPr>
              <a:t> colours2 </a:t>
            </a:r>
          </a:p>
          <a:p>
            <a:pPr lvl="1">
              <a:defRPr/>
            </a:pPr>
            <a:r>
              <a:rPr lang="fr-FR" b="1" dirty="0" smtClean="0">
                <a:latin typeface="Courier New" pitchFamily="49" charset="0"/>
                <a:cs typeface="Courier New" pitchFamily="49" charset="0"/>
              </a:rPr>
              <a:t>           ['</a:t>
            </a:r>
            <a:r>
              <a:rPr lang="fr-FR" b="1" dirty="0" err="1" smtClean="0">
                <a:latin typeface="Courier New" pitchFamily="49" charset="0"/>
                <a:cs typeface="Courier New" pitchFamily="49" charset="0"/>
              </a:rPr>
              <a:t>red</a:t>
            </a:r>
            <a:r>
              <a:rPr lang="fr-FR" b="1" dirty="0" smtClean="0">
                <a:latin typeface="Courier New" pitchFamily="49" charset="0"/>
                <a:cs typeface="Courier New" pitchFamily="49" charset="0"/>
              </a:rPr>
              <a:t>', 'green']</a:t>
            </a:r>
            <a:endParaRPr lang="fr-FR" sz="2000" b="1" dirty="0">
              <a:solidFill>
                <a:srgbClr val="000000"/>
              </a:solidFill>
              <a:latin typeface="Courier New" pitchFamily="49" charset="0"/>
              <a:cs typeface="Courier New" pitchFamily="49" charset="0"/>
            </a:endParaRPr>
          </a:p>
        </p:txBody>
      </p:sp>
      <p:sp>
        <p:nvSpPr>
          <p:cNvPr id="9" name="Rectangle 8"/>
          <p:cNvSpPr/>
          <p:nvPr/>
        </p:nvSpPr>
        <p:spPr bwMode="auto">
          <a:xfrm>
            <a:off x="1714480" y="4286256"/>
            <a:ext cx="1357322" cy="357190"/>
          </a:xfrm>
          <a:prstGeom prst="rect">
            <a:avLst/>
          </a:prstGeom>
          <a:no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smtClean="0">
              <a:ln>
                <a:noFill/>
              </a:ln>
              <a:solidFill>
                <a:schemeClr val="tx1"/>
              </a:solidFill>
              <a:effectLst/>
              <a:latin typeface="Verdana" pitchFamily="34" charset="0"/>
              <a:cs typeface="Arial" charset="0"/>
            </a:endParaRPr>
          </a:p>
        </p:txBody>
      </p:sp>
      <p:pic>
        <p:nvPicPr>
          <p:cNvPr id="645122" name="Picture 2"/>
          <p:cNvPicPr>
            <a:picLocks noChangeAspect="1" noChangeArrowheads="1"/>
          </p:cNvPicPr>
          <p:nvPr/>
        </p:nvPicPr>
        <p:blipFill>
          <a:blip r:embed="rId4"/>
          <a:srcRect/>
          <a:stretch>
            <a:fillRect/>
          </a:stretch>
        </p:blipFill>
        <p:spPr bwMode="auto">
          <a:xfrm>
            <a:off x="2224088" y="3895741"/>
            <a:ext cx="4695825" cy="1819275"/>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val="4274398209"/>
      </p:ext>
    </p:extLst>
  </p:cSld>
  <p:clrMapOvr>
    <a:masterClrMapping/>
  </p:clrMapOvr>
  <p:transition>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Content Placeholder 2"/>
          <p:cNvSpPr txBox="1">
            <a:spLocks/>
          </p:cNvSpPr>
          <p:nvPr/>
        </p:nvSpPr>
        <p:spPr>
          <a:xfrm>
            <a:off x="457200" y="1000108"/>
            <a:ext cx="8435975" cy="5076825"/>
          </a:xfrm>
          <a:prstGeom prst="rect">
            <a:avLst/>
          </a:prstGeom>
        </p:spPr>
        <p:txBody>
          <a:bodyPr/>
          <a:lstStyle/>
          <a:p>
            <a:pPr>
              <a:spcBef>
                <a:spcPct val="20000"/>
              </a:spcBef>
              <a:spcAft>
                <a:spcPct val="30000"/>
              </a:spcAft>
              <a:buClr>
                <a:schemeClr val="hlink"/>
              </a:buClr>
            </a:pP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Autre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e</a:t>
            </a:r>
            <a:r>
              <a:rPr lang="en-US" sz="2400" b="1" kern="0" dirty="0" err="1" smtClean="0">
                <a:solidFill>
                  <a:srgbClr val="FF0000"/>
                </a:solidFill>
                <a:latin typeface="+mn-lt"/>
                <a:ea typeface="ＭＳ Ｐゴシック" pitchFamily="34" charset="-128"/>
                <a:cs typeface="+mn-cs"/>
              </a:rPr>
              <a:t>xemple</a:t>
            </a:r>
            <a:r>
              <a:rPr lang="en-US" sz="2400" b="1" kern="0" dirty="0" smtClean="0">
                <a:solidFill>
                  <a:srgbClr val="FF0000"/>
                </a:solidFill>
                <a:latin typeface="+mn-lt"/>
                <a:ea typeface="ＭＳ Ｐゴシック" pitchFamily="34" charset="-128"/>
                <a:cs typeface="+mn-cs"/>
              </a:rPr>
              <a:t> du </a:t>
            </a:r>
            <a:r>
              <a:rPr lang="en-US" sz="2400" b="1" kern="0" dirty="0" err="1" smtClean="0">
                <a:solidFill>
                  <a:srgbClr val="FF0000"/>
                </a:solidFill>
                <a:latin typeface="+mn-lt"/>
                <a:ea typeface="ＭＳ Ｐゴシック" pitchFamily="34" charset="-128"/>
                <a:cs typeface="+mn-cs"/>
              </a:rPr>
              <a:t>problème</a:t>
            </a:r>
            <a:r>
              <a:rPr lang="en-US" sz="2400" b="1" kern="0" dirty="0" smtClean="0">
                <a:solidFill>
                  <a:srgbClr val="FF0000"/>
                </a:solidFill>
                <a:latin typeface="+mn-lt"/>
                <a:ea typeface="ＭＳ Ｐゴシック" pitchFamily="34" charset="-128"/>
                <a:cs typeface="+mn-cs"/>
              </a:rPr>
              <a:t> </a:t>
            </a:r>
            <a:r>
              <a:rPr lang="en-US" sz="2400" b="1" kern="0" dirty="0" err="1" smtClean="0">
                <a:solidFill>
                  <a:srgbClr val="FF0000"/>
                </a:solidFill>
                <a:latin typeface="+mn-lt"/>
                <a:ea typeface="ＭＳ Ｐゴシック" pitchFamily="34" charset="-128"/>
                <a:cs typeface="+mn-cs"/>
              </a:rPr>
              <a:t>soulevé</a:t>
            </a:r>
            <a:r>
              <a:rPr lang="en-US" sz="2400" b="1" kern="0" dirty="0" smtClean="0">
                <a:solidFill>
                  <a:srgbClr val="FF0000"/>
                </a:solidFill>
                <a:latin typeface="+mn-lt"/>
                <a:ea typeface="ＭＳ Ｐゴシック" pitchFamily="34" charset="-128"/>
                <a:cs typeface="+mn-cs"/>
              </a:rPr>
              <a:t> </a:t>
            </a:r>
            <a:r>
              <a:rPr kumimoji="0" lang="en-US" sz="26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6" name="Rectangle à coins arrondis 5"/>
          <p:cNvSpPr/>
          <p:nvPr/>
        </p:nvSpPr>
        <p:spPr>
          <a:xfrm>
            <a:off x="714348" y="1643050"/>
            <a:ext cx="8072494" cy="1928826"/>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fr-FR" b="1" dirty="0" smtClean="0">
                <a:latin typeface="Courier New" pitchFamily="49" charset="0"/>
                <a:cs typeface="Courier New" pitchFamily="49" charset="0"/>
              </a:rPr>
              <a:t>&gt;&gt;&gt; colours1 = ["</a:t>
            </a:r>
            <a:r>
              <a:rPr lang="fr-FR" b="1" dirty="0" err="1" smtClean="0">
                <a:latin typeface="Courier New" pitchFamily="49" charset="0"/>
                <a:cs typeface="Courier New" pitchFamily="49" charset="0"/>
              </a:rPr>
              <a:t>red</a:t>
            </a:r>
            <a:r>
              <a:rPr lang="fr-FR" b="1" dirty="0" smtClean="0">
                <a:latin typeface="Courier New" pitchFamily="49" charset="0"/>
                <a:cs typeface="Courier New" pitchFamily="49" charset="0"/>
              </a:rPr>
              <a:t>", "green"] </a:t>
            </a:r>
          </a:p>
          <a:p>
            <a:pPr lvl="1">
              <a:defRPr/>
            </a:pPr>
            <a:r>
              <a:rPr lang="fr-FR" b="1" dirty="0" smtClean="0">
                <a:latin typeface="Courier New" pitchFamily="49" charset="0"/>
                <a:cs typeface="Courier New" pitchFamily="49" charset="0"/>
              </a:rPr>
              <a:t>&gt;&gt;&gt; colours2 = colours1 </a:t>
            </a:r>
          </a:p>
          <a:p>
            <a:pPr lvl="1">
              <a:defRPr/>
            </a:pPr>
            <a:r>
              <a:rPr lang="fr-FR" b="1" dirty="0" smtClean="0">
                <a:latin typeface="Courier New" pitchFamily="49" charset="0"/>
                <a:cs typeface="Courier New" pitchFamily="49" charset="0"/>
              </a:rPr>
              <a:t>&gt;&gt;&gt; colours2[1] = "</a:t>
            </a:r>
            <a:r>
              <a:rPr lang="fr-FR" b="1" dirty="0" err="1" smtClean="0">
                <a:latin typeface="Courier New" pitchFamily="49" charset="0"/>
                <a:cs typeface="Courier New" pitchFamily="49" charset="0"/>
              </a:rPr>
              <a:t>blue</a:t>
            </a:r>
            <a:r>
              <a:rPr lang="fr-FR" b="1" dirty="0" smtClean="0">
                <a:latin typeface="Courier New" pitchFamily="49" charset="0"/>
                <a:cs typeface="Courier New" pitchFamily="49" charset="0"/>
              </a:rPr>
              <a:t>" </a:t>
            </a:r>
          </a:p>
          <a:p>
            <a:pPr lvl="1">
              <a:defRPr/>
            </a:pPr>
            <a:r>
              <a:rPr lang="fr-FR" b="1" dirty="0" smtClean="0">
                <a:latin typeface="Courier New" pitchFamily="49" charset="0"/>
                <a:cs typeface="Courier New" pitchFamily="49" charset="0"/>
              </a:rPr>
              <a:t>&gt;&gt;&gt; colours1 </a:t>
            </a:r>
          </a:p>
          <a:p>
            <a:pPr lvl="1">
              <a:defRPr/>
            </a:pPr>
            <a:r>
              <a:rPr lang="fr-FR" b="1" dirty="0" smtClean="0">
                <a:latin typeface="Courier New" pitchFamily="49" charset="0"/>
                <a:cs typeface="Courier New" pitchFamily="49" charset="0"/>
              </a:rPr>
              <a:t>     ['</a:t>
            </a:r>
            <a:r>
              <a:rPr lang="fr-FR" b="1" dirty="0" err="1" smtClean="0">
                <a:latin typeface="Courier New" pitchFamily="49" charset="0"/>
                <a:cs typeface="Courier New" pitchFamily="49" charset="0"/>
              </a:rPr>
              <a:t>red</a:t>
            </a:r>
            <a:r>
              <a:rPr lang="fr-FR" b="1" dirty="0" smtClean="0">
                <a:latin typeface="Courier New" pitchFamily="49" charset="0"/>
                <a:cs typeface="Courier New" pitchFamily="49" charset="0"/>
              </a:rPr>
              <a:t>', '</a:t>
            </a:r>
            <a:r>
              <a:rPr lang="fr-FR" b="1" dirty="0" err="1" smtClean="0">
                <a:latin typeface="Courier New" pitchFamily="49" charset="0"/>
                <a:cs typeface="Courier New" pitchFamily="49" charset="0"/>
              </a:rPr>
              <a:t>blue</a:t>
            </a:r>
            <a:r>
              <a:rPr lang="fr-FR" b="1" dirty="0" smtClean="0">
                <a:latin typeface="Courier New" pitchFamily="49" charset="0"/>
                <a:cs typeface="Courier New" pitchFamily="49" charset="0"/>
              </a:rPr>
              <a:t>']</a:t>
            </a:r>
            <a:endParaRPr lang="fr-FR" sz="2000" b="1" dirty="0">
              <a:solidFill>
                <a:srgbClr val="000000"/>
              </a:solidFill>
              <a:latin typeface="Courier New" pitchFamily="49" charset="0"/>
              <a:cs typeface="Courier New" pitchFamily="49" charset="0"/>
            </a:endParaRPr>
          </a:p>
        </p:txBody>
      </p:sp>
      <p:sp>
        <p:nvSpPr>
          <p:cNvPr id="9" name="Rectangle 8"/>
          <p:cNvSpPr/>
          <p:nvPr/>
        </p:nvSpPr>
        <p:spPr bwMode="auto">
          <a:xfrm>
            <a:off x="1714480" y="4286256"/>
            <a:ext cx="1357322" cy="357190"/>
          </a:xfrm>
          <a:prstGeom prst="rect">
            <a:avLst/>
          </a:prstGeom>
          <a:no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smtClean="0">
              <a:ln>
                <a:noFill/>
              </a:ln>
              <a:solidFill>
                <a:schemeClr val="tx1"/>
              </a:solidFill>
              <a:effectLst/>
              <a:latin typeface="Verdana" pitchFamily="34" charset="0"/>
              <a:cs typeface="Arial" charset="0"/>
            </a:endParaRPr>
          </a:p>
        </p:txBody>
      </p:sp>
      <p:pic>
        <p:nvPicPr>
          <p:cNvPr id="646146" name="Picture 2"/>
          <p:cNvPicPr>
            <a:picLocks noChangeAspect="1" noChangeArrowheads="1"/>
          </p:cNvPicPr>
          <p:nvPr/>
        </p:nvPicPr>
        <p:blipFill>
          <a:blip r:embed="rId4"/>
          <a:srcRect/>
          <a:stretch>
            <a:fillRect/>
          </a:stretch>
        </p:blipFill>
        <p:spPr bwMode="auto">
          <a:xfrm>
            <a:off x="2185988" y="3786203"/>
            <a:ext cx="4772025" cy="1857375"/>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val="3815679913"/>
      </p:ext>
    </p:extLst>
  </p:cSld>
  <p:clrMapOvr>
    <a:masterClrMapping/>
  </p:clrMapOvr>
  <p:transition>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Rectangle à coins arrondis 4"/>
          <p:cNvSpPr/>
          <p:nvPr/>
        </p:nvSpPr>
        <p:spPr>
          <a:xfrm>
            <a:off x="1500166" y="3427674"/>
            <a:ext cx="6408738" cy="43338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anchor="ctr"/>
          <a:lstStyle/>
          <a:p>
            <a:pPr lvl="1" algn="ctr">
              <a:defRPr/>
            </a:pPr>
            <a:r>
              <a:rPr lang="fr-FR" sz="2000" b="1" dirty="0">
                <a:solidFill>
                  <a:schemeClr val="tx1"/>
                </a:solidFill>
                <a:latin typeface="Courier New"/>
                <a:cs typeface="Courier New"/>
              </a:rPr>
              <a:t>maListe2 = maListe1.copy()</a:t>
            </a:r>
          </a:p>
        </p:txBody>
      </p:sp>
      <p:sp>
        <p:nvSpPr>
          <p:cNvPr id="6" name="Rectangle à coins arrondis 5"/>
          <p:cNvSpPr/>
          <p:nvPr/>
        </p:nvSpPr>
        <p:spPr>
          <a:xfrm>
            <a:off x="1476375" y="4797190"/>
            <a:ext cx="6408738" cy="434448"/>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anchor="ctr"/>
          <a:lstStyle/>
          <a:p>
            <a:pPr lvl="1" algn="ctr">
              <a:defRPr/>
            </a:pPr>
            <a:r>
              <a:rPr lang="fr-FR" sz="2000" b="1" dirty="0">
                <a:solidFill>
                  <a:schemeClr val="tx1"/>
                </a:solidFill>
                <a:latin typeface="Courier New"/>
                <a:cs typeface="Courier New"/>
              </a:rPr>
              <a:t>maListe2 = list(maListe1)</a:t>
            </a:r>
          </a:p>
        </p:txBody>
      </p:sp>
      <p:sp>
        <p:nvSpPr>
          <p:cNvPr id="7" name="Rectangle à coins arrondis 6"/>
          <p:cNvSpPr/>
          <p:nvPr/>
        </p:nvSpPr>
        <p:spPr>
          <a:xfrm>
            <a:off x="1476375" y="4005080"/>
            <a:ext cx="6408738" cy="62073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anchor="ctr"/>
          <a:lstStyle/>
          <a:p>
            <a:pPr lvl="1">
              <a:defRPr/>
            </a:pPr>
            <a:r>
              <a:rPr lang="fr-FR" sz="2000" b="1" dirty="0">
                <a:solidFill>
                  <a:schemeClr val="tx1"/>
                </a:solidFill>
                <a:latin typeface="Courier New"/>
                <a:cs typeface="Courier New"/>
              </a:rPr>
              <a:t>import copy</a:t>
            </a:r>
          </a:p>
          <a:p>
            <a:pPr lvl="1">
              <a:defRPr/>
            </a:pPr>
            <a:r>
              <a:rPr lang="fr-FR" sz="2000" b="1" dirty="0">
                <a:solidFill>
                  <a:schemeClr val="tx1"/>
                </a:solidFill>
                <a:latin typeface="Courier New"/>
                <a:cs typeface="Courier New"/>
              </a:rPr>
              <a:t>maListe2 = copy.copy(maListe1)</a:t>
            </a:r>
          </a:p>
        </p:txBody>
      </p:sp>
      <p:sp>
        <p:nvSpPr>
          <p:cNvPr id="9" name="Rectangle à coins arrondis 8"/>
          <p:cNvSpPr/>
          <p:nvPr/>
        </p:nvSpPr>
        <p:spPr>
          <a:xfrm>
            <a:off x="1476375" y="6308074"/>
            <a:ext cx="6408738" cy="43338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anchor="ctr"/>
          <a:lstStyle/>
          <a:p>
            <a:pPr lvl="1" algn="ctr">
              <a:defRPr/>
            </a:pPr>
            <a:r>
              <a:rPr lang="fr-FR" sz="2000" b="1" dirty="0">
                <a:solidFill>
                  <a:schemeClr val="tx1"/>
                </a:solidFill>
                <a:latin typeface="Courier New"/>
                <a:cs typeface="Courier New"/>
              </a:rPr>
              <a:t>maListe2 = maListe1[:]</a:t>
            </a:r>
          </a:p>
        </p:txBody>
      </p:sp>
      <p:sp>
        <p:nvSpPr>
          <p:cNvPr id="10" name="Rectangle à coins arrondis 9"/>
          <p:cNvSpPr/>
          <p:nvPr/>
        </p:nvSpPr>
        <p:spPr>
          <a:xfrm>
            <a:off x="1476375" y="5445280"/>
            <a:ext cx="6408738" cy="642942"/>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anchor="ctr"/>
          <a:lstStyle/>
          <a:p>
            <a:pPr lvl="1">
              <a:defRPr/>
            </a:pPr>
            <a:r>
              <a:rPr lang="fr-FR" sz="2000" b="1" dirty="0">
                <a:solidFill>
                  <a:schemeClr val="tx1"/>
                </a:solidFill>
                <a:latin typeface="Courier New"/>
                <a:cs typeface="Courier New"/>
              </a:rPr>
              <a:t>maListe2 = []</a:t>
            </a:r>
          </a:p>
          <a:p>
            <a:pPr lvl="1">
              <a:defRPr/>
            </a:pPr>
            <a:r>
              <a:rPr lang="fr-FR" sz="2000" b="1" dirty="0">
                <a:solidFill>
                  <a:schemeClr val="tx1"/>
                </a:solidFill>
                <a:latin typeface="Courier New"/>
                <a:cs typeface="Courier New"/>
              </a:rPr>
              <a:t>maListe2.extend(maListe1)</a:t>
            </a:r>
          </a:p>
        </p:txBody>
      </p:sp>
      <p:sp>
        <p:nvSpPr>
          <p:cNvPr id="14" name="Content Placeholder 2"/>
          <p:cNvSpPr txBox="1">
            <a:spLocks/>
          </p:cNvSpPr>
          <p:nvPr/>
        </p:nvSpPr>
        <p:spPr>
          <a:xfrm>
            <a:off x="457200" y="908070"/>
            <a:ext cx="8435975" cy="5378450"/>
          </a:xfrm>
          <a:prstGeom prst="rect">
            <a:avLst/>
          </a:prstGeom>
        </p:spPr>
        <p:txBody>
          <a:bodyPr/>
          <a:lstStyle/>
          <a:p>
            <a:pPr lvl="0">
              <a:spcBef>
                <a:spcPct val="20000"/>
              </a:spcBef>
              <a:spcAft>
                <a:spcPct val="30000"/>
              </a:spcAft>
              <a:buClr>
                <a:schemeClr val="hlink"/>
              </a:buClr>
              <a:defRPr/>
            </a:pPr>
            <a:r>
              <a:rPr lang="fr-FR" sz="2400" b="1" kern="0" dirty="0">
                <a:solidFill>
                  <a:srgbClr val="FF0000"/>
                </a:solidFill>
                <a:latin typeface="+mn-lt"/>
                <a:ea typeface="ＭＳ Ｐゴシック" pitchFamily="34" charset="-128"/>
                <a:cs typeface="+mn-cs"/>
              </a:rPr>
              <a:t>Solution pour réaliser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une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copie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superficielle</a:t>
            </a:r>
            <a:endPar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endParaRPr>
          </a:p>
          <a:p>
            <a:pPr marL="342900" lvl="0" indent="-342900" algn="just">
              <a:spcBef>
                <a:spcPts val="0"/>
              </a:spcBef>
              <a:spcAft>
                <a:spcPts val="600"/>
              </a:spcAft>
              <a:buClr>
                <a:schemeClr val="hlink"/>
              </a:buClr>
              <a:buFont typeface="Wingdings" pitchFamily="2" charset="2"/>
              <a:buChar char="§"/>
            </a:pPr>
            <a:r>
              <a:rPr lang="fr-FR" sz="2400" dirty="0" smtClean="0">
                <a:latin typeface="+mj-lt"/>
              </a:rPr>
              <a:t>Elle est  utilisée lorsqu’on a besoin de manipuler le </a:t>
            </a:r>
            <a:r>
              <a:rPr lang="fr-FR" sz="2400" dirty="0" smtClean="0">
                <a:solidFill>
                  <a:srgbClr val="FF0000"/>
                </a:solidFill>
                <a:latin typeface="+mj-lt"/>
              </a:rPr>
              <a:t>premier niveau </a:t>
            </a:r>
            <a:r>
              <a:rPr lang="fr-FR" sz="2400" dirty="0" smtClean="0">
                <a:latin typeface="+mj-lt"/>
              </a:rPr>
              <a:t>ou que l'on veux que les </a:t>
            </a:r>
            <a:r>
              <a:rPr lang="fr-FR" sz="2400" dirty="0" smtClean="0">
                <a:solidFill>
                  <a:srgbClr val="FF0000"/>
                </a:solidFill>
                <a:latin typeface="+mj-lt"/>
              </a:rPr>
              <a:t>niveaux inférieurs restent </a:t>
            </a:r>
            <a:r>
              <a:rPr lang="fr-FR" sz="2400" dirty="0">
                <a:solidFill>
                  <a:srgbClr val="FF0000"/>
                </a:solidFill>
                <a:latin typeface="+mj-lt"/>
              </a:rPr>
              <a:t>synchrones</a:t>
            </a:r>
            <a:r>
              <a:rPr lang="fr-FR" sz="2400" dirty="0">
                <a:latin typeface="+mj-lt"/>
              </a:rPr>
              <a:t>.</a:t>
            </a:r>
            <a:r>
              <a:rPr lang="en-US" sz="2400" dirty="0">
                <a:latin typeface="+mj-lt"/>
              </a:rPr>
              <a:t> </a:t>
            </a:r>
            <a:endParaRPr lang="en-US" sz="2400" dirty="0" smtClean="0">
              <a:latin typeface="+mj-lt"/>
            </a:endParaRPr>
          </a:p>
          <a:p>
            <a:pPr marL="342900" lvl="0" indent="-342900" algn="just">
              <a:spcBef>
                <a:spcPts val="0"/>
              </a:spcBef>
              <a:spcAft>
                <a:spcPts val="600"/>
              </a:spcAft>
              <a:buClr>
                <a:schemeClr val="hlink"/>
              </a:buClr>
              <a:buFont typeface="Wingdings" pitchFamily="2" charset="2"/>
              <a:buChar char="§"/>
            </a:pPr>
            <a:r>
              <a:rPr lang="fr-FR" sz="2400" dirty="0" smtClean="0">
                <a:latin typeface="+mj-lt"/>
              </a:rPr>
              <a:t>Il existe plusieurs méthodes pour réaliser une copie superficielle.</a:t>
            </a:r>
          </a:p>
          <a:p>
            <a:pPr lvl="0">
              <a:spcBef>
                <a:spcPct val="20000"/>
              </a:spcBef>
              <a:spcAft>
                <a:spcPct val="30000"/>
              </a:spcAft>
              <a:buClr>
                <a:schemeClr val="hlink"/>
              </a:buClr>
            </a:pPr>
            <a:endParaRPr lang="en-US" sz="2400" dirty="0">
              <a:latin typeface="+mj-lt"/>
            </a:endParaRPr>
          </a:p>
        </p:txBody>
      </p:sp>
    </p:spTree>
    <p:custDataLst>
      <p:tags r:id="rId1"/>
    </p:custDataLst>
    <p:extLst>
      <p:ext uri="{BB962C8B-B14F-4D97-AF65-F5344CB8AC3E}">
        <p14:creationId xmlns:p14="http://schemas.microsoft.com/office/powerpoint/2010/main" val="1818025916"/>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barn(inVertical)">
                                      <p:cBhvr>
                                        <p:cTn id="7" dur="500"/>
                                        <p:tgtEl>
                                          <p:spTgt spid="1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Content Placeholder 2"/>
          <p:cNvSpPr txBox="1">
            <a:spLocks/>
          </p:cNvSpPr>
          <p:nvPr/>
        </p:nvSpPr>
        <p:spPr>
          <a:xfrm>
            <a:off x="457200" y="1354138"/>
            <a:ext cx="8435975" cy="5076825"/>
          </a:xfrm>
          <a:prstGeom prst="rect">
            <a:avLst/>
          </a:prstGeom>
        </p:spPr>
        <p:txBody>
          <a:bodyPr/>
          <a:lstStyle/>
          <a:p>
            <a:pPr marL="0" marR="0" lvl="0" indent="0" algn="l" defTabSz="914400" rtl="0" eaLnBrk="0" fontAlgn="base" latinLnBrk="0" hangingPunct="0">
              <a:lnSpc>
                <a:spcPct val="100000"/>
              </a:lnSpc>
              <a:spcBef>
                <a:spcPct val="20000"/>
              </a:spcBef>
              <a:spcAft>
                <a:spcPct val="30000"/>
              </a:spcAft>
              <a:buClr>
                <a:schemeClr val="hlink"/>
              </a:buClr>
              <a:buSzTx/>
              <a:buFont typeface="Arial" pitchFamily="34" charset="0"/>
              <a:buNone/>
              <a:tabLst/>
              <a:defRPr/>
            </a:pP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Exemple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d</a:t>
            </a:r>
            <a:r>
              <a:rPr kumimoji="0" lang="en-US" altLang="fr-FR"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une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copie</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altLang="fr-FR"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qui </a:t>
            </a:r>
            <a:r>
              <a:rPr kumimoji="0" lang="en-US" sz="2400"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marche</a:t>
            </a:r>
            <a:r>
              <a:rPr kumimoji="0" lang="en-US" altLang="fr-FR"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a:t>
            </a:r>
            <a:r>
              <a:rPr kumimoji="0" lang="en-US" sz="2400"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6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6" name="Rectangle à coins arrondis 5"/>
          <p:cNvSpPr/>
          <p:nvPr/>
        </p:nvSpPr>
        <p:spPr>
          <a:xfrm>
            <a:off x="571472" y="2285992"/>
            <a:ext cx="8429652" cy="35004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maListe1 = [</a:t>
            </a:r>
            <a:r>
              <a:rPr lang="en-US" sz="2000" b="1" dirty="0">
                <a:solidFill>
                  <a:srgbClr val="3366FF"/>
                </a:solidFill>
                <a:latin typeface="Courier New"/>
                <a:cs typeface="Courier New"/>
              </a:rPr>
              <a:t>1</a:t>
            </a:r>
            <a:r>
              <a:rPr lang="en-US" sz="2000" b="1" dirty="0">
                <a:solidFill>
                  <a:schemeClr val="tx1"/>
                </a:solidFill>
                <a:latin typeface="Courier New"/>
                <a:cs typeface="Courier New"/>
              </a:rPr>
              <a:t>, </a:t>
            </a:r>
            <a:r>
              <a:rPr lang="en-US" sz="2000" b="1" dirty="0">
                <a:solidFill>
                  <a:srgbClr val="3366FF"/>
                </a:solidFill>
                <a:latin typeface="Courier New"/>
                <a:cs typeface="Courier New"/>
              </a:rPr>
              <a:t>2</a:t>
            </a:r>
            <a:r>
              <a:rPr lang="en-US" sz="2000" b="1" dirty="0">
                <a:solidFill>
                  <a:schemeClr val="tx1"/>
                </a:solidFill>
                <a:latin typeface="Courier New"/>
                <a:cs typeface="Courier New"/>
              </a:rPr>
              <a:t>, </a:t>
            </a:r>
            <a:r>
              <a:rPr lang="en-US" sz="2000" b="1" dirty="0">
                <a:solidFill>
                  <a:srgbClr val="3366FF"/>
                </a:solidFill>
                <a:latin typeface="Courier New"/>
                <a:cs typeface="Courier New"/>
              </a:rPr>
              <a:t>3</a:t>
            </a:r>
            <a:r>
              <a:rPr lang="en-US" sz="2000" b="1" dirty="0">
                <a:solidFill>
                  <a:schemeClr val="tx1"/>
                </a:solidFill>
                <a:latin typeface="Courier New"/>
                <a:cs typeface="Courier New"/>
              </a:rPr>
              <a:t>, </a:t>
            </a:r>
            <a:r>
              <a:rPr lang="en-US" sz="2000" b="1" dirty="0">
                <a:solidFill>
                  <a:srgbClr val="3366FF"/>
                </a:solidFill>
                <a:latin typeface="Courier New"/>
                <a:cs typeface="Courier New"/>
              </a:rPr>
              <a:t>4</a:t>
            </a:r>
            <a:r>
              <a:rPr lang="en-US" sz="2000" b="1" dirty="0">
                <a:solidFill>
                  <a:schemeClr val="tx1"/>
                </a:solidFill>
                <a:latin typeface="Courier New"/>
                <a:cs typeface="Courier New"/>
              </a:rPr>
              <a:t>]</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maListe2 = maListe1[:]</a:t>
            </a:r>
          </a:p>
          <a:p>
            <a:pPr lvl="1">
              <a:defRPr/>
            </a:pPr>
            <a:r>
              <a:rPr lang="en-US" sz="2000" b="1" dirty="0">
                <a:solidFill>
                  <a:srgbClr val="008000"/>
                </a:solidFill>
                <a:latin typeface="Courier New"/>
                <a:cs typeface="Courier New"/>
              </a:rPr>
              <a:t>&gt;&gt;&gt; </a:t>
            </a:r>
            <a:r>
              <a:rPr lang="en-US" sz="2000" b="1" dirty="0">
                <a:solidFill>
                  <a:schemeClr val="tx1"/>
                </a:solidFill>
                <a:latin typeface="Courier New"/>
                <a:cs typeface="Courier New"/>
              </a:rPr>
              <a:t>maListe2[</a:t>
            </a:r>
            <a:r>
              <a:rPr lang="en-US" sz="2000" b="1" dirty="0">
                <a:solidFill>
                  <a:srgbClr val="3366FF"/>
                </a:solidFill>
                <a:latin typeface="Courier New"/>
                <a:cs typeface="Courier New"/>
              </a:rPr>
              <a:t>3</a:t>
            </a:r>
            <a:r>
              <a:rPr lang="en-US" sz="2000" b="1" dirty="0">
                <a:solidFill>
                  <a:schemeClr val="tx1"/>
                </a:solidFill>
                <a:latin typeface="Courier New"/>
                <a:cs typeface="Courier New"/>
              </a:rPr>
              <a:t>] = </a:t>
            </a:r>
            <a:r>
              <a:rPr lang="en-US" sz="2000" b="1" dirty="0">
                <a:solidFill>
                  <a:srgbClr val="3366FF"/>
                </a:solidFill>
                <a:latin typeface="Courier New"/>
                <a:cs typeface="Courier New"/>
              </a:rPr>
              <a:t>666</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a:t>
            </a:r>
            <a:r>
              <a:rPr lang="en-US" sz="2000" b="1" dirty="0">
                <a:solidFill>
                  <a:srgbClr val="3366FF"/>
                </a:solidFill>
                <a:latin typeface="Courier New"/>
                <a:cs typeface="Courier New"/>
              </a:rPr>
              <a:t>print</a:t>
            </a:r>
            <a:r>
              <a:rPr lang="en-US" sz="2000" b="1" dirty="0">
                <a:solidFill>
                  <a:schemeClr val="tx1"/>
                </a:solidFill>
                <a:latin typeface="Courier New"/>
                <a:cs typeface="Courier New"/>
              </a:rPr>
              <a:t>(maListe1)</a:t>
            </a:r>
          </a:p>
          <a:p>
            <a:pPr lvl="1">
              <a:defRPr/>
            </a:pPr>
            <a:r>
              <a:rPr lang="en-US" sz="2000" b="1" dirty="0">
                <a:solidFill>
                  <a:srgbClr val="000000"/>
                </a:solidFill>
                <a:latin typeface="Courier New"/>
                <a:cs typeface="Courier New"/>
              </a:rPr>
              <a:t>[1, 2, 3, 4]</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maListe1[</a:t>
            </a:r>
            <a:r>
              <a:rPr lang="en-US" sz="2000" b="1" dirty="0">
                <a:solidFill>
                  <a:srgbClr val="3366FF"/>
                </a:solidFill>
                <a:latin typeface="Courier New"/>
                <a:cs typeface="Courier New"/>
              </a:rPr>
              <a:t>0</a:t>
            </a:r>
            <a:r>
              <a:rPr lang="en-US" sz="2000" b="1" dirty="0">
                <a:solidFill>
                  <a:schemeClr val="tx1"/>
                </a:solidFill>
                <a:latin typeface="Courier New"/>
                <a:cs typeface="Courier New"/>
              </a:rPr>
              <a:t>] = </a:t>
            </a:r>
            <a:r>
              <a:rPr lang="en-US" sz="2000" b="1" dirty="0">
                <a:solidFill>
                  <a:srgbClr val="008000"/>
                </a:solidFill>
                <a:latin typeface="Courier New"/>
                <a:cs typeface="Courier New"/>
              </a:rPr>
              <a:t>'Python'</a:t>
            </a:r>
          </a:p>
          <a:p>
            <a:pPr lvl="1">
              <a:defRPr/>
            </a:pPr>
            <a:r>
              <a:rPr lang="en-US" sz="2000" b="1" dirty="0">
                <a:solidFill>
                  <a:srgbClr val="008000"/>
                </a:solidFill>
                <a:latin typeface="Courier New"/>
                <a:cs typeface="Courier New"/>
              </a:rPr>
              <a:t>&gt;&gt;&gt;</a:t>
            </a:r>
            <a:r>
              <a:rPr lang="en-US" sz="2000" b="1" dirty="0">
                <a:solidFill>
                  <a:schemeClr val="tx1"/>
                </a:solidFill>
                <a:latin typeface="Courier New"/>
                <a:cs typeface="Courier New"/>
              </a:rPr>
              <a:t> </a:t>
            </a:r>
            <a:r>
              <a:rPr lang="en-US" sz="2000" b="1" dirty="0">
                <a:solidFill>
                  <a:srgbClr val="3366FF"/>
                </a:solidFill>
                <a:latin typeface="Courier New"/>
                <a:cs typeface="Courier New"/>
              </a:rPr>
              <a:t>print</a:t>
            </a:r>
            <a:r>
              <a:rPr lang="en-US" sz="2000" b="1" dirty="0">
                <a:solidFill>
                  <a:schemeClr val="tx1"/>
                </a:solidFill>
                <a:latin typeface="Courier New"/>
                <a:cs typeface="Courier New"/>
              </a:rPr>
              <a:t>(maListe2)</a:t>
            </a:r>
          </a:p>
          <a:p>
            <a:pPr lvl="1">
              <a:defRPr/>
            </a:pPr>
            <a:r>
              <a:rPr lang="en-US" sz="2000" b="1" dirty="0">
                <a:solidFill>
                  <a:srgbClr val="000000"/>
                </a:solidFill>
                <a:latin typeface="Courier New"/>
                <a:cs typeface="Courier New"/>
              </a:rPr>
              <a:t>[1, 2, 3, 666</a:t>
            </a:r>
            <a:r>
              <a:rPr lang="en-US" sz="2000" b="1" dirty="0" smtClean="0">
                <a:solidFill>
                  <a:srgbClr val="000000"/>
                </a:solidFill>
                <a:latin typeface="Courier New"/>
                <a:cs typeface="Courier New"/>
              </a:rPr>
              <a:t>]</a:t>
            </a:r>
          </a:p>
          <a:p>
            <a:pPr lvl="1">
              <a:defRPr/>
            </a:pPr>
            <a:r>
              <a:rPr lang="en-US" b="1" dirty="0" smtClean="0">
                <a:solidFill>
                  <a:srgbClr val="008000"/>
                </a:solidFill>
                <a:latin typeface="Courier New"/>
                <a:cs typeface="Courier New"/>
              </a:rPr>
              <a:t>&gt;&gt;&gt; </a:t>
            </a:r>
            <a:r>
              <a:rPr lang="fr-FR" b="1" dirty="0" err="1" smtClean="0">
                <a:solidFill>
                  <a:srgbClr val="000000"/>
                </a:solidFill>
                <a:latin typeface="Courier New"/>
                <a:cs typeface="Courier New"/>
              </a:rPr>
              <a:t>print</a:t>
            </a:r>
            <a:r>
              <a:rPr lang="fr-FR" b="1" dirty="0" smtClean="0">
                <a:solidFill>
                  <a:srgbClr val="000000"/>
                </a:solidFill>
                <a:latin typeface="Courier New"/>
                <a:cs typeface="Courier New"/>
              </a:rPr>
              <a:t>(maListe1)</a:t>
            </a:r>
          </a:p>
          <a:p>
            <a:pPr lvl="1">
              <a:defRPr/>
            </a:pPr>
            <a:r>
              <a:rPr lang="fr-FR" b="1" dirty="0" smtClean="0">
                <a:solidFill>
                  <a:srgbClr val="000000"/>
                </a:solidFill>
                <a:latin typeface="Courier New"/>
                <a:cs typeface="Courier New"/>
              </a:rPr>
              <a:t>['Python', 2, 3, 4]</a:t>
            </a:r>
            <a:endParaRPr lang="fr-FR" sz="2000" b="1" dirty="0">
              <a:solidFill>
                <a:srgbClr val="000000"/>
              </a:solidFill>
              <a:latin typeface="Courier New"/>
              <a:cs typeface="Courier New"/>
            </a:endParaRPr>
          </a:p>
        </p:txBody>
      </p:sp>
    </p:spTree>
    <p:custDataLst>
      <p:tags r:id="rId1"/>
    </p:custDataLst>
    <p:extLst>
      <p:ext uri="{BB962C8B-B14F-4D97-AF65-F5344CB8AC3E}">
        <p14:creationId xmlns:p14="http://schemas.microsoft.com/office/powerpoint/2010/main" val="569284909"/>
      </p:ext>
    </p:extLst>
  </p:cSld>
  <p:clrMapOvr>
    <a:masterClrMapping/>
  </p:clrMapOvr>
  <p:transition>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Rectangle 4"/>
          <p:cNvSpPr/>
          <p:nvPr/>
        </p:nvSpPr>
        <p:spPr>
          <a:xfrm>
            <a:off x="642910" y="1000108"/>
            <a:ext cx="5715040" cy="400110"/>
          </a:xfrm>
          <a:prstGeom prst="rect">
            <a:avLst/>
          </a:prstGeom>
        </p:spPr>
        <p:txBody>
          <a:bodyPr wrap="square">
            <a:spAutoFit/>
          </a:bodyPr>
          <a:lstStyle/>
          <a:p>
            <a:r>
              <a:rPr lang="fr-FR" b="1" dirty="0" smtClean="0">
                <a:solidFill>
                  <a:srgbClr val="FF0000"/>
                </a:solidFill>
                <a:latin typeface="+mj-lt"/>
              </a:rPr>
              <a:t>Exemple d’une copie “qui marche” :</a:t>
            </a:r>
            <a:endParaRPr lang="fr-FR" b="1" dirty="0">
              <a:solidFill>
                <a:srgbClr val="FF0000"/>
              </a:solidFill>
              <a:latin typeface="+mj-lt"/>
            </a:endParaRPr>
          </a:p>
        </p:txBody>
      </p:sp>
      <p:sp>
        <p:nvSpPr>
          <p:cNvPr id="6" name="Rectangle à coins arrondis 5"/>
          <p:cNvSpPr/>
          <p:nvPr/>
        </p:nvSpPr>
        <p:spPr>
          <a:xfrm>
            <a:off x="571472" y="1714488"/>
            <a:ext cx="8072494" cy="928694"/>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fr-FR" b="1" dirty="0" smtClean="0">
                <a:latin typeface="Courier New" pitchFamily="49" charset="0"/>
                <a:cs typeface="Courier New" pitchFamily="49" charset="0"/>
              </a:rPr>
              <a:t>&gt;&gt;&gt; lst1 = ['a','b',['ab','</a:t>
            </a:r>
            <a:r>
              <a:rPr lang="fr-FR" b="1" dirty="0" err="1" smtClean="0">
                <a:latin typeface="Courier New" pitchFamily="49" charset="0"/>
                <a:cs typeface="Courier New" pitchFamily="49" charset="0"/>
              </a:rPr>
              <a:t>ba</a:t>
            </a:r>
            <a:r>
              <a:rPr lang="fr-FR" b="1" dirty="0" smtClean="0">
                <a:latin typeface="Courier New" pitchFamily="49" charset="0"/>
                <a:cs typeface="Courier New" pitchFamily="49" charset="0"/>
              </a:rPr>
              <a:t>']] </a:t>
            </a:r>
          </a:p>
          <a:p>
            <a:pPr lvl="1">
              <a:defRPr/>
            </a:pPr>
            <a:r>
              <a:rPr lang="fr-FR" b="1" dirty="0" smtClean="0">
                <a:latin typeface="Courier New" pitchFamily="49" charset="0"/>
                <a:cs typeface="Courier New" pitchFamily="49" charset="0"/>
              </a:rPr>
              <a:t>&gt;&gt;&gt; lst2 = lst1[:]</a:t>
            </a:r>
            <a:endParaRPr lang="fr-FR" sz="2000" b="1" dirty="0">
              <a:solidFill>
                <a:srgbClr val="000000"/>
              </a:solidFill>
              <a:latin typeface="Courier New" pitchFamily="49" charset="0"/>
              <a:cs typeface="Courier New" pitchFamily="49" charset="0"/>
            </a:endParaRPr>
          </a:p>
        </p:txBody>
      </p:sp>
      <p:pic>
        <p:nvPicPr>
          <p:cNvPr id="650241" name="Picture 1"/>
          <p:cNvPicPr>
            <a:picLocks noChangeAspect="1" noChangeArrowheads="1"/>
          </p:cNvPicPr>
          <p:nvPr/>
        </p:nvPicPr>
        <p:blipFill>
          <a:blip r:embed="rId4"/>
          <a:srcRect/>
          <a:stretch>
            <a:fillRect/>
          </a:stretch>
        </p:blipFill>
        <p:spPr bwMode="auto">
          <a:xfrm>
            <a:off x="2057400" y="2786058"/>
            <a:ext cx="5029200" cy="2857500"/>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val="233831968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50241"/>
                                        </p:tgtEl>
                                        <p:attrNameLst>
                                          <p:attrName>style.visibility</p:attrName>
                                        </p:attrNameLst>
                                      </p:cBhvr>
                                      <p:to>
                                        <p:strVal val="visible"/>
                                      </p:to>
                                    </p:set>
                                    <p:animEffect transition="in" filter="checkerboard(across)">
                                      <p:cBhvr>
                                        <p:cTn id="7" dur="500"/>
                                        <p:tgtEl>
                                          <p:spTgt spid="650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Rectangle 4"/>
          <p:cNvSpPr/>
          <p:nvPr/>
        </p:nvSpPr>
        <p:spPr>
          <a:xfrm>
            <a:off x="642910" y="1000108"/>
            <a:ext cx="5715040" cy="400110"/>
          </a:xfrm>
          <a:prstGeom prst="rect">
            <a:avLst/>
          </a:prstGeom>
        </p:spPr>
        <p:txBody>
          <a:bodyPr wrap="square">
            <a:spAutoFit/>
          </a:bodyPr>
          <a:lstStyle/>
          <a:p>
            <a:r>
              <a:rPr lang="fr-FR" b="1" dirty="0" smtClean="0">
                <a:solidFill>
                  <a:srgbClr val="FF0000"/>
                </a:solidFill>
                <a:latin typeface="+mj-lt"/>
              </a:rPr>
              <a:t>Exemple d’une copie “qui marche” :</a:t>
            </a:r>
            <a:endParaRPr lang="fr-FR" b="1" dirty="0">
              <a:solidFill>
                <a:srgbClr val="FF0000"/>
              </a:solidFill>
              <a:latin typeface="+mj-lt"/>
            </a:endParaRPr>
          </a:p>
        </p:txBody>
      </p:sp>
      <p:sp>
        <p:nvSpPr>
          <p:cNvPr id="6" name="Rectangle à coins arrondis 5"/>
          <p:cNvSpPr/>
          <p:nvPr/>
        </p:nvSpPr>
        <p:spPr>
          <a:xfrm>
            <a:off x="571472" y="1428736"/>
            <a:ext cx="8072494" cy="214314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fr-FR" b="1" dirty="0" smtClean="0">
                <a:latin typeface="Courier New" pitchFamily="49" charset="0"/>
                <a:cs typeface="Courier New" pitchFamily="49" charset="0"/>
              </a:rPr>
              <a:t>&gt;&gt;&gt; lst1 = ['a','b',['ab','</a:t>
            </a:r>
            <a:r>
              <a:rPr lang="fr-FR" b="1" dirty="0" err="1" smtClean="0">
                <a:latin typeface="Courier New" pitchFamily="49" charset="0"/>
                <a:cs typeface="Courier New" pitchFamily="49" charset="0"/>
              </a:rPr>
              <a:t>ba</a:t>
            </a:r>
            <a:r>
              <a:rPr lang="fr-FR" b="1" dirty="0" smtClean="0">
                <a:latin typeface="Courier New" pitchFamily="49" charset="0"/>
                <a:cs typeface="Courier New" pitchFamily="49" charset="0"/>
              </a:rPr>
              <a:t>']]</a:t>
            </a:r>
          </a:p>
          <a:p>
            <a:pPr lvl="1">
              <a:defRPr/>
            </a:pPr>
            <a:r>
              <a:rPr lang="fr-FR" b="1" dirty="0" smtClean="0">
                <a:latin typeface="Courier New" pitchFamily="49" charset="0"/>
                <a:cs typeface="Courier New" pitchFamily="49" charset="0"/>
              </a:rPr>
              <a:t> &gt;&gt;&gt; lst2 = lst1[:] </a:t>
            </a:r>
          </a:p>
          <a:p>
            <a:pPr lvl="1">
              <a:defRPr/>
            </a:pPr>
            <a:r>
              <a:rPr lang="fr-FR" b="1" dirty="0" smtClean="0">
                <a:latin typeface="Courier New" pitchFamily="49" charset="0"/>
                <a:cs typeface="Courier New" pitchFamily="49" charset="0"/>
              </a:rPr>
              <a:t>&gt;&gt;&gt; lst2[0] = 'c‘</a:t>
            </a:r>
          </a:p>
          <a:p>
            <a:pPr lvl="1">
              <a:defRPr/>
            </a:pPr>
            <a:r>
              <a:rPr lang="fr-FR" b="1" dirty="0" smtClean="0">
                <a:latin typeface="Courier New" pitchFamily="49" charset="0"/>
                <a:cs typeface="Courier New" pitchFamily="49" charset="0"/>
              </a:rPr>
              <a:t> &gt;&gt;&gt; lst2[2][1] = 'd' </a:t>
            </a:r>
          </a:p>
          <a:p>
            <a:pPr lvl="1">
              <a:defRPr/>
            </a:pPr>
            <a:r>
              <a:rPr lang="fr-FR" b="1" dirty="0" smtClean="0">
                <a:latin typeface="Courier New" pitchFamily="49" charset="0"/>
                <a:cs typeface="Courier New" pitchFamily="49" charset="0"/>
              </a:rPr>
              <a:t>&gt;&gt;&gt; </a:t>
            </a:r>
            <a:r>
              <a:rPr lang="fr-FR" b="1" dirty="0" err="1" smtClean="0">
                <a:latin typeface="Courier New" pitchFamily="49" charset="0"/>
                <a:cs typeface="Courier New" pitchFamily="49" charset="0"/>
              </a:rPr>
              <a:t>print</a:t>
            </a:r>
            <a:r>
              <a:rPr lang="fr-FR" b="1" dirty="0" smtClean="0">
                <a:latin typeface="Courier New" pitchFamily="49" charset="0"/>
                <a:cs typeface="Courier New" pitchFamily="49" charset="0"/>
              </a:rPr>
              <a:t>(lst1) </a:t>
            </a:r>
          </a:p>
          <a:p>
            <a:pPr lvl="1">
              <a:defRPr/>
            </a:pPr>
            <a:r>
              <a:rPr lang="fr-FR" b="1" dirty="0" smtClean="0">
                <a:latin typeface="Courier New" pitchFamily="49" charset="0"/>
                <a:cs typeface="Courier New" pitchFamily="49" charset="0"/>
              </a:rPr>
              <a:t>['a', 'b', ['ab', 'd']]</a:t>
            </a:r>
            <a:endParaRPr lang="fr-FR" sz="2000" b="1" dirty="0">
              <a:solidFill>
                <a:srgbClr val="000000"/>
              </a:solidFill>
              <a:latin typeface="Courier New" pitchFamily="49" charset="0"/>
              <a:cs typeface="Courier New" pitchFamily="49" charset="0"/>
            </a:endParaRPr>
          </a:p>
        </p:txBody>
      </p:sp>
      <p:pic>
        <p:nvPicPr>
          <p:cNvPr id="648193" name="Picture 1"/>
          <p:cNvPicPr>
            <a:picLocks noChangeAspect="1" noChangeArrowheads="1"/>
          </p:cNvPicPr>
          <p:nvPr/>
        </p:nvPicPr>
        <p:blipFill>
          <a:blip r:embed="rId4"/>
          <a:srcRect/>
          <a:stretch>
            <a:fillRect/>
          </a:stretch>
        </p:blipFill>
        <p:spPr bwMode="auto">
          <a:xfrm>
            <a:off x="1971675" y="3690960"/>
            <a:ext cx="5200650" cy="2952750"/>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val="235099057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48193"/>
                                        </p:tgtEl>
                                        <p:attrNameLst>
                                          <p:attrName>style.visibility</p:attrName>
                                        </p:attrNameLst>
                                      </p:cBhvr>
                                      <p:to>
                                        <p:strVal val="visible"/>
                                      </p:to>
                                    </p:set>
                                    <p:animEffect transition="in" filter="checkerboard(across)">
                                      <p:cBhvr>
                                        <p:cTn id="7" dur="500"/>
                                        <p:tgtEl>
                                          <p:spTgt spid="648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Rectangle 4"/>
          <p:cNvSpPr/>
          <p:nvPr/>
        </p:nvSpPr>
        <p:spPr>
          <a:xfrm>
            <a:off x="642910" y="928670"/>
            <a:ext cx="7858180" cy="1015663"/>
          </a:xfrm>
          <a:prstGeom prst="rect">
            <a:avLst/>
          </a:prstGeom>
        </p:spPr>
        <p:txBody>
          <a:bodyPr wrap="square">
            <a:spAutoFit/>
          </a:bodyPr>
          <a:lstStyle/>
          <a:p>
            <a:pPr marL="0" indent="0">
              <a:buFont typeface="Arial" pitchFamily="34" charset="0"/>
              <a:buNone/>
            </a:pPr>
            <a:r>
              <a:rPr lang="en-US" b="1" dirty="0" smtClean="0">
                <a:solidFill>
                  <a:srgbClr val="FF0000"/>
                </a:solidFill>
                <a:latin typeface="+mj-lt"/>
                <a:ea typeface="ＭＳ Ｐゴシック" pitchFamily="34" charset="-128"/>
              </a:rPr>
              <a:t>Solution pour </a:t>
            </a:r>
            <a:r>
              <a:rPr lang="en-US" b="1" dirty="0" err="1" smtClean="0">
                <a:solidFill>
                  <a:srgbClr val="FF0000"/>
                </a:solidFill>
                <a:latin typeface="+mj-lt"/>
                <a:ea typeface="ＭＳ Ｐゴシック" pitchFamily="34" charset="-128"/>
              </a:rPr>
              <a:t>réaliser</a:t>
            </a:r>
            <a:r>
              <a:rPr lang="en-US" b="1" dirty="0" smtClean="0">
                <a:solidFill>
                  <a:srgbClr val="FF0000"/>
                </a:solidFill>
                <a:latin typeface="+mj-lt"/>
                <a:ea typeface="ＭＳ Ｐゴシック" pitchFamily="34" charset="-128"/>
              </a:rPr>
              <a:t> </a:t>
            </a:r>
            <a:r>
              <a:rPr lang="en-US" b="1" dirty="0" err="1" smtClean="0">
                <a:solidFill>
                  <a:srgbClr val="FF0000"/>
                </a:solidFill>
                <a:latin typeface="+mj-lt"/>
                <a:ea typeface="ＭＳ Ｐゴシック" pitchFamily="34" charset="-128"/>
              </a:rPr>
              <a:t>une</a:t>
            </a:r>
            <a:r>
              <a:rPr lang="en-US" b="1" dirty="0" smtClean="0">
                <a:solidFill>
                  <a:srgbClr val="FF0000"/>
                </a:solidFill>
                <a:latin typeface="+mj-lt"/>
                <a:ea typeface="ＭＳ Ｐゴシック" pitchFamily="34" charset="-128"/>
              </a:rPr>
              <a:t> </a:t>
            </a:r>
            <a:r>
              <a:rPr lang="en-US" b="1" dirty="0" err="1" smtClean="0">
                <a:solidFill>
                  <a:srgbClr val="FF0000"/>
                </a:solidFill>
                <a:latin typeface="+mj-lt"/>
                <a:ea typeface="ＭＳ Ｐゴシック" pitchFamily="34" charset="-128"/>
              </a:rPr>
              <a:t>copie</a:t>
            </a:r>
            <a:r>
              <a:rPr lang="en-US" b="1" dirty="0" smtClean="0">
                <a:solidFill>
                  <a:srgbClr val="FF0000"/>
                </a:solidFill>
                <a:latin typeface="+mj-lt"/>
                <a:ea typeface="ＭＳ Ｐゴシック" pitchFamily="34" charset="-128"/>
              </a:rPr>
              <a:t> </a:t>
            </a:r>
            <a:r>
              <a:rPr lang="en-US" b="1" dirty="0" err="1" smtClean="0">
                <a:solidFill>
                  <a:srgbClr val="FF0000"/>
                </a:solidFill>
                <a:latin typeface="+mj-lt"/>
                <a:ea typeface="ＭＳ Ｐゴシック" pitchFamily="34" charset="-128"/>
              </a:rPr>
              <a:t>profonde</a:t>
            </a:r>
            <a:r>
              <a:rPr lang="en-US" b="1" dirty="0" smtClean="0">
                <a:solidFill>
                  <a:srgbClr val="FF0000"/>
                </a:solidFill>
                <a:latin typeface="+mj-lt"/>
                <a:ea typeface="ＭＳ Ｐゴシック" pitchFamily="34" charset="-128"/>
              </a:rPr>
              <a:t> </a:t>
            </a:r>
            <a:r>
              <a:rPr lang="en-US" dirty="0" smtClean="0">
                <a:latin typeface="+mj-lt"/>
                <a:ea typeface="ＭＳ Ｐゴシック" pitchFamily="34" charset="-128"/>
              </a:rPr>
              <a:t>:</a:t>
            </a:r>
          </a:p>
          <a:p>
            <a:pPr marL="0" indent="0">
              <a:buFont typeface="Arial" pitchFamily="34" charset="0"/>
              <a:buNone/>
            </a:pPr>
            <a:r>
              <a:rPr lang="fr-FR" dirty="0" smtClean="0">
                <a:latin typeface="+mj-lt"/>
              </a:rPr>
              <a:t>Tout est copié récursivement, il n'y a pas de référence vers des objets commun entre la source et la destination.</a:t>
            </a:r>
            <a:endParaRPr lang="en-US" dirty="0" smtClean="0">
              <a:latin typeface="+mj-lt"/>
              <a:ea typeface="ＭＳ Ｐゴシック" pitchFamily="34" charset="-128"/>
            </a:endParaRPr>
          </a:p>
        </p:txBody>
      </p:sp>
      <p:sp>
        <p:nvSpPr>
          <p:cNvPr id="6" name="Rectangle à coins arrondis 5"/>
          <p:cNvSpPr/>
          <p:nvPr/>
        </p:nvSpPr>
        <p:spPr>
          <a:xfrm>
            <a:off x="714348" y="1928802"/>
            <a:ext cx="7632700" cy="928694"/>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fr-FR" sz="2000" b="1" dirty="0">
                <a:solidFill>
                  <a:schemeClr val="tx1"/>
                </a:solidFill>
                <a:latin typeface="Courier New"/>
                <a:cs typeface="Courier New"/>
              </a:rPr>
              <a:t>import copy</a:t>
            </a:r>
          </a:p>
          <a:p>
            <a:pPr lvl="1">
              <a:defRPr/>
            </a:pPr>
            <a:r>
              <a:rPr lang="fr-FR" sz="2000" b="1" dirty="0">
                <a:solidFill>
                  <a:schemeClr val="tx1"/>
                </a:solidFill>
                <a:latin typeface="Courier New"/>
                <a:cs typeface="Courier New"/>
              </a:rPr>
              <a:t>maListe2 = copy.deepcopy(maListe1)</a:t>
            </a:r>
          </a:p>
        </p:txBody>
      </p:sp>
      <p:sp>
        <p:nvSpPr>
          <p:cNvPr id="7" name="Content Placeholder 2"/>
          <p:cNvSpPr txBox="1">
            <a:spLocks/>
          </p:cNvSpPr>
          <p:nvPr/>
        </p:nvSpPr>
        <p:spPr>
          <a:xfrm>
            <a:off x="500034" y="2862416"/>
            <a:ext cx="8435975" cy="4781426"/>
          </a:xfrm>
          <a:prstGeom prst="rect">
            <a:avLst/>
          </a:prstGeom>
        </p:spPr>
        <p:txBody>
          <a:bodyPr/>
          <a:lstStyle/>
          <a:p>
            <a:pPr marL="0" marR="0" lvl="0" indent="0" algn="l" defTabSz="914400" rtl="0" eaLnBrk="0" fontAlgn="base" latinLnBrk="0" hangingPunct="0">
              <a:lnSpc>
                <a:spcPct val="100000"/>
              </a:lnSpc>
              <a:spcBef>
                <a:spcPct val="20000"/>
              </a:spcBef>
              <a:spcAft>
                <a:spcPct val="30000"/>
              </a:spcAft>
              <a:buClr>
                <a:schemeClr val="hlink"/>
              </a:buClr>
              <a:buSzTx/>
              <a:buFont typeface="Arial" pitchFamily="34" charset="0"/>
              <a:buNone/>
              <a:tabLst/>
              <a:defRPr/>
            </a:pP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Exemple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d</a:t>
            </a:r>
            <a:r>
              <a:rPr kumimoji="0" lang="en-US" altLang="fr-FR"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une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copie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profonde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6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9" name="Rectangle à coins arrondis 8"/>
          <p:cNvSpPr/>
          <p:nvPr/>
        </p:nvSpPr>
        <p:spPr>
          <a:xfrm>
            <a:off x="714348" y="3322699"/>
            <a:ext cx="8250265" cy="3392449"/>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nl-NL" sz="2000" b="1" dirty="0">
                <a:solidFill>
                  <a:srgbClr val="008000"/>
                </a:solidFill>
                <a:latin typeface="Courier New"/>
                <a:cs typeface="Courier New"/>
              </a:rPr>
              <a:t>&gt;&gt;&gt; </a:t>
            </a:r>
            <a:r>
              <a:rPr lang="nl-NL" sz="2000" b="1" dirty="0">
                <a:solidFill>
                  <a:schemeClr val="tx1"/>
                </a:solidFill>
                <a:latin typeface="Courier New"/>
                <a:cs typeface="Courier New"/>
              </a:rPr>
              <a:t>maListe1 = [</a:t>
            </a:r>
            <a:r>
              <a:rPr lang="nl-NL" sz="2000" b="1" dirty="0">
                <a:solidFill>
                  <a:srgbClr val="3366FF"/>
                </a:solidFill>
                <a:latin typeface="Courier New"/>
                <a:cs typeface="Courier New"/>
              </a:rPr>
              <a:t>1</a:t>
            </a:r>
            <a:r>
              <a:rPr lang="nl-NL" sz="2000" b="1" dirty="0">
                <a:solidFill>
                  <a:schemeClr val="tx1"/>
                </a:solidFill>
                <a:latin typeface="Courier New"/>
                <a:cs typeface="Courier New"/>
              </a:rPr>
              <a:t>, [</a:t>
            </a:r>
            <a:r>
              <a:rPr lang="nl-NL" sz="2000" b="1" dirty="0">
                <a:solidFill>
                  <a:srgbClr val="3366FF"/>
                </a:solidFill>
                <a:latin typeface="Courier New"/>
                <a:cs typeface="Courier New"/>
              </a:rPr>
              <a:t>11</a:t>
            </a:r>
            <a:r>
              <a:rPr lang="nl-NL" sz="2000" b="1" dirty="0">
                <a:solidFill>
                  <a:schemeClr val="tx1"/>
                </a:solidFill>
                <a:latin typeface="Courier New"/>
                <a:cs typeface="Courier New"/>
              </a:rPr>
              <a:t>, </a:t>
            </a:r>
            <a:r>
              <a:rPr lang="nl-NL" sz="2000" b="1" dirty="0">
                <a:solidFill>
                  <a:srgbClr val="3366FF"/>
                </a:solidFill>
                <a:latin typeface="Courier New"/>
                <a:cs typeface="Courier New"/>
              </a:rPr>
              <a:t>22</a:t>
            </a:r>
            <a:r>
              <a:rPr lang="nl-NL" sz="2000" b="1" dirty="0">
                <a:solidFill>
                  <a:schemeClr val="tx1"/>
                </a:solidFill>
                <a:latin typeface="Courier New"/>
                <a:cs typeface="Courier New"/>
              </a:rPr>
              <a:t>]]</a:t>
            </a:r>
          </a:p>
          <a:p>
            <a:pPr lvl="1">
              <a:defRPr/>
            </a:pPr>
            <a:r>
              <a:rPr lang="nl-NL" sz="2000" b="1" dirty="0">
                <a:solidFill>
                  <a:srgbClr val="008000"/>
                </a:solidFill>
                <a:latin typeface="Courier New"/>
                <a:cs typeface="Courier New"/>
              </a:rPr>
              <a:t>&gt;&gt;&gt;</a:t>
            </a:r>
            <a:r>
              <a:rPr lang="nl-NL" sz="2000" b="1" dirty="0">
                <a:solidFill>
                  <a:schemeClr val="tx1"/>
                </a:solidFill>
                <a:latin typeface="Courier New"/>
                <a:cs typeface="Courier New"/>
              </a:rPr>
              <a:t> maListe2 = </a:t>
            </a:r>
            <a:r>
              <a:rPr lang="nl-NL" sz="2000" b="1" dirty="0">
                <a:solidFill>
                  <a:srgbClr val="0000FF"/>
                </a:solidFill>
                <a:latin typeface="Courier New"/>
                <a:cs typeface="Courier New"/>
              </a:rPr>
              <a:t>list</a:t>
            </a:r>
            <a:r>
              <a:rPr lang="nl-NL" sz="2000" b="1" dirty="0">
                <a:solidFill>
                  <a:schemeClr val="tx1"/>
                </a:solidFill>
                <a:latin typeface="Courier New"/>
                <a:cs typeface="Courier New"/>
              </a:rPr>
              <a:t>(maListe1)</a:t>
            </a:r>
          </a:p>
          <a:p>
            <a:pPr lvl="1">
              <a:defRPr/>
            </a:pPr>
            <a:r>
              <a:rPr lang="nl-NL" sz="2000" b="1" dirty="0">
                <a:solidFill>
                  <a:srgbClr val="008000"/>
                </a:solidFill>
                <a:latin typeface="Courier New"/>
                <a:cs typeface="Courier New"/>
              </a:rPr>
              <a:t>&gt;&gt;&gt;</a:t>
            </a:r>
            <a:r>
              <a:rPr lang="nl-NL" sz="2000" b="1" dirty="0">
                <a:solidFill>
                  <a:schemeClr val="tx1"/>
                </a:solidFill>
                <a:latin typeface="Courier New"/>
                <a:cs typeface="Courier New"/>
              </a:rPr>
              <a:t> maListe2[</a:t>
            </a:r>
            <a:r>
              <a:rPr lang="nl-NL" sz="2000" b="1" dirty="0">
                <a:solidFill>
                  <a:srgbClr val="3366FF"/>
                </a:solidFill>
                <a:latin typeface="Courier New"/>
                <a:cs typeface="Courier New"/>
              </a:rPr>
              <a:t>1</a:t>
            </a:r>
            <a:r>
              <a:rPr lang="nl-NL" sz="2000" b="1" dirty="0">
                <a:solidFill>
                  <a:schemeClr val="tx1"/>
                </a:solidFill>
                <a:latin typeface="Courier New"/>
                <a:cs typeface="Courier New"/>
              </a:rPr>
              <a:t>][</a:t>
            </a:r>
            <a:r>
              <a:rPr lang="nl-NL" sz="2000" b="1" dirty="0">
                <a:solidFill>
                  <a:srgbClr val="3366FF"/>
                </a:solidFill>
                <a:latin typeface="Courier New"/>
                <a:cs typeface="Courier New"/>
              </a:rPr>
              <a:t>0</a:t>
            </a:r>
            <a:r>
              <a:rPr lang="nl-NL" sz="2000" b="1" dirty="0">
                <a:solidFill>
                  <a:schemeClr val="tx1"/>
                </a:solidFill>
                <a:latin typeface="Courier New"/>
                <a:cs typeface="Courier New"/>
              </a:rPr>
              <a:t>] = </a:t>
            </a:r>
            <a:r>
              <a:rPr lang="nl-NL" sz="2000" b="1" dirty="0">
                <a:solidFill>
                  <a:srgbClr val="3366FF"/>
                </a:solidFill>
                <a:latin typeface="Courier New"/>
                <a:cs typeface="Courier New"/>
              </a:rPr>
              <a:t>33</a:t>
            </a:r>
          </a:p>
          <a:p>
            <a:pPr lvl="1">
              <a:defRPr/>
            </a:pPr>
            <a:r>
              <a:rPr lang="nl-NL" sz="2000" b="1" dirty="0">
                <a:solidFill>
                  <a:srgbClr val="008000"/>
                </a:solidFill>
                <a:latin typeface="Courier New"/>
                <a:cs typeface="Courier New"/>
              </a:rPr>
              <a:t>&gt;&gt;&gt;</a:t>
            </a:r>
            <a:r>
              <a:rPr lang="nl-NL" sz="2000" b="1" dirty="0">
                <a:solidFill>
                  <a:schemeClr val="tx1"/>
                </a:solidFill>
                <a:latin typeface="Courier New"/>
                <a:cs typeface="Courier New"/>
              </a:rPr>
              <a:t> </a:t>
            </a:r>
            <a:r>
              <a:rPr lang="nl-NL" sz="2000" b="1" dirty="0">
                <a:solidFill>
                  <a:srgbClr val="3366FF"/>
                </a:solidFill>
                <a:latin typeface="Courier New"/>
                <a:cs typeface="Courier New"/>
              </a:rPr>
              <a:t>print</a:t>
            </a:r>
            <a:r>
              <a:rPr lang="nl-NL" sz="2000" b="1" dirty="0">
                <a:solidFill>
                  <a:schemeClr val="tx1"/>
                </a:solidFill>
                <a:latin typeface="Courier New"/>
                <a:cs typeface="Courier New"/>
              </a:rPr>
              <a:t>(maListe1)</a:t>
            </a:r>
          </a:p>
          <a:p>
            <a:pPr lvl="1">
              <a:defRPr/>
            </a:pPr>
            <a:r>
              <a:rPr lang="nl-NL" sz="2000" b="1" dirty="0">
                <a:solidFill>
                  <a:srgbClr val="000000"/>
                </a:solidFill>
                <a:latin typeface="Courier New"/>
                <a:cs typeface="Courier New"/>
              </a:rPr>
              <a:t>[1, [33, 22]]</a:t>
            </a:r>
          </a:p>
          <a:p>
            <a:pPr lvl="1">
              <a:defRPr/>
            </a:pPr>
            <a:r>
              <a:rPr lang="nl-NL" sz="2000" b="1" dirty="0">
                <a:solidFill>
                  <a:srgbClr val="008000"/>
                </a:solidFill>
                <a:latin typeface="Courier New"/>
                <a:cs typeface="Courier New"/>
              </a:rPr>
              <a:t>&gt;&gt;&gt;</a:t>
            </a:r>
            <a:r>
              <a:rPr lang="nl-NL" sz="2000" b="1" dirty="0">
                <a:solidFill>
                  <a:schemeClr val="tx1"/>
                </a:solidFill>
                <a:latin typeface="Courier New"/>
                <a:cs typeface="Courier New"/>
              </a:rPr>
              <a:t> import copy</a:t>
            </a:r>
          </a:p>
          <a:p>
            <a:pPr lvl="1">
              <a:defRPr/>
            </a:pPr>
            <a:r>
              <a:rPr lang="nl-NL" sz="2000" b="1" dirty="0">
                <a:solidFill>
                  <a:srgbClr val="008000"/>
                </a:solidFill>
                <a:latin typeface="Courier New"/>
                <a:cs typeface="Courier New"/>
              </a:rPr>
              <a:t>&gt;&gt;&gt;</a:t>
            </a:r>
            <a:r>
              <a:rPr lang="nl-NL" sz="2000" b="1" dirty="0">
                <a:solidFill>
                  <a:schemeClr val="tx1"/>
                </a:solidFill>
                <a:latin typeface="Courier New"/>
                <a:cs typeface="Courier New"/>
              </a:rPr>
              <a:t> maListe3 = copy.deepcopy(maListe1)</a:t>
            </a:r>
          </a:p>
          <a:p>
            <a:pPr lvl="1">
              <a:defRPr/>
            </a:pPr>
            <a:r>
              <a:rPr lang="nl-NL" sz="2000" b="1" dirty="0">
                <a:solidFill>
                  <a:srgbClr val="008000"/>
                </a:solidFill>
                <a:latin typeface="Courier New"/>
                <a:cs typeface="Courier New"/>
              </a:rPr>
              <a:t>&gt;&gt;&gt;</a:t>
            </a:r>
            <a:r>
              <a:rPr lang="nl-NL" sz="2000" b="1" dirty="0">
                <a:solidFill>
                  <a:schemeClr val="tx1"/>
                </a:solidFill>
                <a:latin typeface="Courier New"/>
                <a:cs typeface="Courier New"/>
              </a:rPr>
              <a:t> maListe3[</a:t>
            </a:r>
            <a:r>
              <a:rPr lang="nl-NL" sz="2000" b="1" dirty="0">
                <a:solidFill>
                  <a:srgbClr val="3366FF"/>
                </a:solidFill>
                <a:latin typeface="Courier New"/>
                <a:cs typeface="Courier New"/>
              </a:rPr>
              <a:t>1</a:t>
            </a:r>
            <a:r>
              <a:rPr lang="nl-NL" sz="2000" b="1" dirty="0">
                <a:solidFill>
                  <a:schemeClr val="tx1"/>
                </a:solidFill>
                <a:latin typeface="Courier New"/>
                <a:cs typeface="Courier New"/>
              </a:rPr>
              <a:t>][</a:t>
            </a:r>
            <a:r>
              <a:rPr lang="nl-NL" sz="2000" b="1" dirty="0">
                <a:solidFill>
                  <a:srgbClr val="3366FF"/>
                </a:solidFill>
                <a:latin typeface="Courier New"/>
                <a:cs typeface="Courier New"/>
              </a:rPr>
              <a:t>0</a:t>
            </a:r>
            <a:r>
              <a:rPr lang="nl-NL" sz="2000" b="1" dirty="0">
                <a:solidFill>
                  <a:schemeClr val="tx1"/>
                </a:solidFill>
                <a:latin typeface="Courier New"/>
                <a:cs typeface="Courier New"/>
              </a:rPr>
              <a:t>] = </a:t>
            </a:r>
            <a:r>
              <a:rPr lang="nl-NL" sz="2000" b="1" dirty="0">
                <a:solidFill>
                  <a:srgbClr val="3366FF"/>
                </a:solidFill>
                <a:latin typeface="Courier New"/>
                <a:cs typeface="Courier New"/>
              </a:rPr>
              <a:t>44</a:t>
            </a:r>
          </a:p>
          <a:p>
            <a:pPr lvl="1">
              <a:defRPr/>
            </a:pPr>
            <a:r>
              <a:rPr lang="nl-NL" sz="2000" b="1" dirty="0">
                <a:solidFill>
                  <a:srgbClr val="008000"/>
                </a:solidFill>
                <a:latin typeface="Courier New"/>
                <a:cs typeface="Courier New"/>
              </a:rPr>
              <a:t>&gt;&gt;&gt;</a:t>
            </a:r>
            <a:r>
              <a:rPr lang="nl-NL" sz="2000" b="1" dirty="0">
                <a:solidFill>
                  <a:schemeClr val="tx1"/>
                </a:solidFill>
                <a:latin typeface="Courier New"/>
                <a:cs typeface="Courier New"/>
              </a:rPr>
              <a:t> </a:t>
            </a:r>
            <a:r>
              <a:rPr lang="nl-NL" sz="2000" b="1" dirty="0">
                <a:solidFill>
                  <a:srgbClr val="3366FF"/>
                </a:solidFill>
                <a:latin typeface="Courier New"/>
                <a:cs typeface="Courier New"/>
              </a:rPr>
              <a:t>print</a:t>
            </a:r>
            <a:r>
              <a:rPr lang="nl-NL" sz="2000" b="1" dirty="0">
                <a:solidFill>
                  <a:schemeClr val="tx1"/>
                </a:solidFill>
                <a:latin typeface="Courier New"/>
                <a:cs typeface="Courier New"/>
              </a:rPr>
              <a:t>(maListe1)</a:t>
            </a:r>
          </a:p>
          <a:p>
            <a:pPr lvl="1">
              <a:defRPr/>
            </a:pPr>
            <a:r>
              <a:rPr lang="nl-NL" sz="2000" b="1" dirty="0">
                <a:solidFill>
                  <a:srgbClr val="000000"/>
                </a:solidFill>
                <a:latin typeface="Courier New"/>
                <a:cs typeface="Courier New"/>
              </a:rPr>
              <a:t>[1, [33, 22]]</a:t>
            </a:r>
            <a:endParaRPr lang="fr-FR" sz="2000" b="1" dirty="0">
              <a:solidFill>
                <a:srgbClr val="000000"/>
              </a:solidFill>
              <a:latin typeface="Courier New"/>
              <a:cs typeface="Courier New"/>
            </a:endParaRPr>
          </a:p>
        </p:txBody>
      </p:sp>
    </p:spTree>
    <p:custDataLst>
      <p:tags r:id="rId1"/>
    </p:custDataLst>
    <p:extLst>
      <p:ext uri="{BB962C8B-B14F-4D97-AF65-F5344CB8AC3E}">
        <p14:creationId xmlns:p14="http://schemas.microsoft.com/office/powerpoint/2010/main" val="93303961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across)">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Le délicat problèmes des copies</a:t>
            </a:r>
            <a:endParaRPr lang="fr-FR" sz="2400" b="1" dirty="0">
              <a:latin typeface="+mj-lt"/>
            </a:endParaRPr>
          </a:p>
        </p:txBody>
      </p:sp>
      <p:sp>
        <p:nvSpPr>
          <p:cNvPr id="5" name="Content Placeholder 2"/>
          <p:cNvSpPr txBox="1">
            <a:spLocks/>
          </p:cNvSpPr>
          <p:nvPr/>
        </p:nvSpPr>
        <p:spPr>
          <a:xfrm>
            <a:off x="428596" y="785794"/>
            <a:ext cx="8435975" cy="5076825"/>
          </a:xfrm>
          <a:prstGeom prst="rect">
            <a:avLst/>
          </a:prstGeom>
        </p:spPr>
        <p:txBody>
          <a:bodyPr/>
          <a:lstStyle/>
          <a:p>
            <a:pPr marL="0" marR="0" lvl="0" indent="0" algn="l" defTabSz="914400" rtl="0" eaLnBrk="0" fontAlgn="base" latinLnBrk="0" hangingPunct="0">
              <a:lnSpc>
                <a:spcPct val="100000"/>
              </a:lnSpc>
              <a:spcBef>
                <a:spcPct val="20000"/>
              </a:spcBef>
              <a:spcAft>
                <a:spcPct val="30000"/>
              </a:spcAft>
              <a:buClr>
                <a:schemeClr val="hlink"/>
              </a:buClr>
              <a:buSzTx/>
              <a:buFont typeface="Arial" pitchFamily="34" charset="0"/>
              <a:buNone/>
              <a:tabLst/>
              <a:defRPr/>
            </a:pP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Autre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exemple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d</a:t>
            </a:r>
            <a:r>
              <a:rPr kumimoji="0" lang="en-US" altLang="fr-FR"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une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copie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b="1" i="0" u="none" strike="noStrike" kern="0" cap="none" spc="0" normalizeH="0" baseline="0" noProof="0" dirty="0" err="1" smtClean="0">
                <a:ln>
                  <a:noFill/>
                </a:ln>
                <a:solidFill>
                  <a:srgbClr val="FF0000"/>
                </a:solidFill>
                <a:effectLst/>
                <a:uLnTx/>
                <a:uFillTx/>
                <a:latin typeface="+mn-lt"/>
                <a:ea typeface="ＭＳ Ｐゴシック" pitchFamily="34" charset="-128"/>
                <a:cs typeface="+mn-cs"/>
              </a:rPr>
              <a:t>profonde</a:t>
            </a:r>
            <a:r>
              <a:rPr kumimoji="0" lang="en-US" b="1" i="0" u="none" strike="noStrike" kern="0" cap="none" spc="0" normalizeH="0" baseline="0" noProof="0" dirty="0" smtClean="0">
                <a:ln>
                  <a:noFill/>
                </a:ln>
                <a:solidFill>
                  <a:srgbClr val="FF0000"/>
                </a:solidFill>
                <a:effectLst/>
                <a:uLnTx/>
                <a:uFillTx/>
                <a:latin typeface="+mn-lt"/>
                <a:ea typeface="ＭＳ Ｐゴシック" pitchFamily="34" charset="-128"/>
                <a:cs typeface="+mn-cs"/>
              </a:rPr>
              <a:t> </a:t>
            </a:r>
            <a:r>
              <a:rPr kumimoji="0" lang="en-US" sz="2600" b="0" i="0" u="none" strike="noStrike" kern="0" cap="none" spc="0" normalizeH="0" baseline="0" noProof="0" dirty="0" smtClean="0">
                <a:ln>
                  <a:noFill/>
                </a:ln>
                <a:solidFill>
                  <a:schemeClr val="tx1"/>
                </a:solidFill>
                <a:effectLst/>
                <a:uLnTx/>
                <a:uFillTx/>
                <a:latin typeface="+mn-lt"/>
                <a:ea typeface="ＭＳ Ｐゴシック" pitchFamily="34" charset="-128"/>
                <a:cs typeface="+mn-cs"/>
              </a:rPr>
              <a:t>:</a:t>
            </a:r>
          </a:p>
        </p:txBody>
      </p:sp>
      <p:sp>
        <p:nvSpPr>
          <p:cNvPr id="6" name="Rectangle à coins arrondis 5"/>
          <p:cNvSpPr/>
          <p:nvPr/>
        </p:nvSpPr>
        <p:spPr>
          <a:xfrm>
            <a:off x="571472" y="1255724"/>
            <a:ext cx="8107389" cy="2816218"/>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nl-NL" b="1" dirty="0" smtClean="0">
                <a:solidFill>
                  <a:srgbClr val="008000"/>
                </a:solidFill>
                <a:latin typeface="Courier New"/>
                <a:cs typeface="Courier New"/>
              </a:rPr>
              <a:t>&gt;&gt;&gt; </a:t>
            </a:r>
            <a:r>
              <a:rPr lang="fr-FR" b="1" dirty="0" err="1" smtClean="0">
                <a:latin typeface="Courier New" pitchFamily="49" charset="0"/>
                <a:cs typeface="Courier New" pitchFamily="49" charset="0"/>
              </a:rPr>
              <a:t>from</a:t>
            </a:r>
            <a:r>
              <a:rPr lang="fr-FR" b="1" dirty="0" smtClean="0">
                <a:latin typeface="Courier New" pitchFamily="49" charset="0"/>
                <a:cs typeface="Courier New" pitchFamily="49" charset="0"/>
              </a:rPr>
              <a:t> copy import </a:t>
            </a:r>
            <a:r>
              <a:rPr lang="fr-FR" b="1" dirty="0" err="1" smtClean="0">
                <a:latin typeface="Courier New" pitchFamily="49" charset="0"/>
                <a:cs typeface="Courier New" pitchFamily="49" charset="0"/>
              </a:rPr>
              <a:t>deepcopy</a:t>
            </a:r>
            <a:r>
              <a:rPr lang="fr-FR" b="1" dirty="0" smtClean="0">
                <a:latin typeface="Courier New" pitchFamily="49" charset="0"/>
                <a:cs typeface="Courier New" pitchFamily="49" charset="0"/>
              </a:rPr>
              <a:t> </a:t>
            </a:r>
          </a:p>
          <a:p>
            <a:pPr lvl="1">
              <a:defRPr/>
            </a:pPr>
            <a:r>
              <a:rPr lang="nl-NL" b="1" dirty="0" smtClean="0">
                <a:solidFill>
                  <a:srgbClr val="008000"/>
                </a:solidFill>
                <a:latin typeface="Courier New"/>
                <a:cs typeface="Courier New"/>
              </a:rPr>
              <a:t>&gt;&gt;&gt; </a:t>
            </a:r>
            <a:r>
              <a:rPr lang="fr-FR" b="1" dirty="0" smtClean="0">
                <a:latin typeface="Courier New" pitchFamily="49" charset="0"/>
                <a:cs typeface="Courier New" pitchFamily="49" charset="0"/>
              </a:rPr>
              <a:t>lst1 = ['a','b',['ab','</a:t>
            </a:r>
            <a:r>
              <a:rPr lang="fr-FR" b="1" dirty="0" err="1" smtClean="0">
                <a:latin typeface="Courier New" pitchFamily="49" charset="0"/>
                <a:cs typeface="Courier New" pitchFamily="49" charset="0"/>
              </a:rPr>
              <a:t>ba</a:t>
            </a:r>
            <a:r>
              <a:rPr lang="fr-FR" b="1" dirty="0" smtClean="0">
                <a:latin typeface="Courier New" pitchFamily="49" charset="0"/>
                <a:cs typeface="Courier New" pitchFamily="49" charset="0"/>
              </a:rPr>
              <a:t>']]</a:t>
            </a:r>
          </a:p>
          <a:p>
            <a:pPr lvl="1">
              <a:defRPr/>
            </a:pPr>
            <a:r>
              <a:rPr lang="nl-NL" b="1" dirty="0" smtClean="0">
                <a:solidFill>
                  <a:srgbClr val="008000"/>
                </a:solidFill>
                <a:latin typeface="Courier New"/>
                <a:cs typeface="Courier New"/>
              </a:rPr>
              <a:t>&gt;&gt;&gt; </a:t>
            </a:r>
            <a:r>
              <a:rPr lang="fr-FR" b="1" dirty="0" smtClean="0">
                <a:latin typeface="Courier New" pitchFamily="49" charset="0"/>
                <a:cs typeface="Courier New" pitchFamily="49" charset="0"/>
              </a:rPr>
              <a:t>lst2 = </a:t>
            </a:r>
            <a:r>
              <a:rPr lang="fr-FR" b="1" dirty="0" err="1" smtClean="0">
                <a:latin typeface="Courier New" pitchFamily="49" charset="0"/>
                <a:cs typeface="Courier New" pitchFamily="49" charset="0"/>
              </a:rPr>
              <a:t>deepcopy</a:t>
            </a:r>
            <a:r>
              <a:rPr lang="fr-FR" b="1" dirty="0" smtClean="0">
                <a:latin typeface="Courier New" pitchFamily="49" charset="0"/>
                <a:cs typeface="Courier New" pitchFamily="49" charset="0"/>
              </a:rPr>
              <a:t>(lst1) </a:t>
            </a:r>
          </a:p>
          <a:p>
            <a:pPr lvl="1">
              <a:defRPr/>
            </a:pPr>
            <a:r>
              <a:rPr lang="nl-NL" b="1" dirty="0" smtClean="0">
                <a:solidFill>
                  <a:srgbClr val="008000"/>
                </a:solidFill>
                <a:latin typeface="Courier New"/>
                <a:cs typeface="Courier New"/>
              </a:rPr>
              <a:t>&gt;&gt;&gt; </a:t>
            </a:r>
            <a:r>
              <a:rPr lang="fr-FR" b="1" dirty="0" smtClean="0">
                <a:latin typeface="Courier New" pitchFamily="49" charset="0"/>
                <a:cs typeface="Courier New" pitchFamily="49" charset="0"/>
              </a:rPr>
              <a:t>lst2[2][1] = "d" </a:t>
            </a:r>
          </a:p>
          <a:p>
            <a:pPr lvl="1">
              <a:defRPr/>
            </a:pPr>
            <a:r>
              <a:rPr lang="nl-NL" b="1" dirty="0" smtClean="0">
                <a:solidFill>
                  <a:srgbClr val="008000"/>
                </a:solidFill>
                <a:latin typeface="Courier New"/>
                <a:cs typeface="Courier New"/>
              </a:rPr>
              <a:t>&gt;&gt;&gt; </a:t>
            </a:r>
            <a:r>
              <a:rPr lang="fr-FR" b="1" dirty="0" smtClean="0">
                <a:latin typeface="Courier New" pitchFamily="49" charset="0"/>
                <a:cs typeface="Courier New" pitchFamily="49" charset="0"/>
              </a:rPr>
              <a:t>lst2[0] = "c"; </a:t>
            </a:r>
          </a:p>
          <a:p>
            <a:pPr lvl="1">
              <a:defRPr/>
            </a:pPr>
            <a:r>
              <a:rPr lang="nl-NL" b="1" dirty="0" smtClean="0">
                <a:solidFill>
                  <a:srgbClr val="008000"/>
                </a:solidFill>
                <a:latin typeface="Courier New"/>
                <a:cs typeface="Courier New"/>
              </a:rPr>
              <a:t>&gt;&gt;&gt; </a:t>
            </a:r>
            <a:r>
              <a:rPr lang="fr-FR" b="1" dirty="0" err="1" smtClean="0">
                <a:latin typeface="Courier New" pitchFamily="49" charset="0"/>
                <a:cs typeface="Courier New" pitchFamily="49" charset="0"/>
              </a:rPr>
              <a:t>print</a:t>
            </a:r>
            <a:r>
              <a:rPr lang="fr-FR" b="1" dirty="0" smtClean="0">
                <a:latin typeface="Courier New" pitchFamily="49" charset="0"/>
                <a:cs typeface="Courier New" pitchFamily="49" charset="0"/>
              </a:rPr>
              <a:t> lst2 </a:t>
            </a:r>
          </a:p>
          <a:p>
            <a:pPr lvl="1">
              <a:defRPr/>
            </a:pPr>
            <a:r>
              <a:rPr lang="fr-FR" b="1" dirty="0" smtClean="0">
                <a:latin typeface="Courier New" pitchFamily="49" charset="0"/>
                <a:cs typeface="Courier New" pitchFamily="49" charset="0"/>
              </a:rPr>
              <a:t>['c', 'b', ['ab', 'd']]</a:t>
            </a:r>
          </a:p>
          <a:p>
            <a:pPr lvl="1">
              <a:defRPr/>
            </a:pPr>
            <a:r>
              <a:rPr lang="nl-NL" b="1" dirty="0" smtClean="0">
                <a:solidFill>
                  <a:srgbClr val="008000"/>
                </a:solidFill>
                <a:latin typeface="Courier New"/>
                <a:cs typeface="Courier New"/>
              </a:rPr>
              <a:t>&gt;&gt;&gt; </a:t>
            </a:r>
            <a:r>
              <a:rPr lang="fr-FR" b="1" dirty="0" err="1" smtClean="0">
                <a:latin typeface="Courier New" pitchFamily="49" charset="0"/>
                <a:cs typeface="Courier New" pitchFamily="49" charset="0"/>
              </a:rPr>
              <a:t>print</a:t>
            </a:r>
            <a:r>
              <a:rPr lang="fr-FR" b="1" dirty="0" smtClean="0">
                <a:latin typeface="Courier New" pitchFamily="49" charset="0"/>
                <a:cs typeface="Courier New" pitchFamily="49" charset="0"/>
              </a:rPr>
              <a:t> lst1</a:t>
            </a:r>
          </a:p>
          <a:p>
            <a:pPr lvl="1">
              <a:defRPr/>
            </a:pPr>
            <a:r>
              <a:rPr lang="fr-FR" b="1" dirty="0" smtClean="0">
                <a:latin typeface="Courier New" pitchFamily="49" charset="0"/>
                <a:cs typeface="Courier New" pitchFamily="49" charset="0"/>
              </a:rPr>
              <a:t>['a', 'b', ['ab', '</a:t>
            </a:r>
            <a:r>
              <a:rPr lang="fr-FR" b="1" dirty="0" err="1" smtClean="0">
                <a:latin typeface="Courier New" pitchFamily="49" charset="0"/>
                <a:cs typeface="Courier New" pitchFamily="49" charset="0"/>
              </a:rPr>
              <a:t>ba</a:t>
            </a:r>
            <a:r>
              <a:rPr lang="fr-FR" b="1" dirty="0" smtClean="0">
                <a:latin typeface="Courier New" pitchFamily="49" charset="0"/>
                <a:cs typeface="Courier New" pitchFamily="49" charset="0"/>
              </a:rPr>
              <a:t>']]</a:t>
            </a:r>
            <a:endParaRPr lang="fr-FR" sz="2000" b="1" dirty="0">
              <a:solidFill>
                <a:srgbClr val="000000"/>
              </a:solidFill>
              <a:latin typeface="Courier New" pitchFamily="49" charset="0"/>
              <a:cs typeface="Courier New" pitchFamily="49" charset="0"/>
            </a:endParaRPr>
          </a:p>
        </p:txBody>
      </p:sp>
      <p:pic>
        <p:nvPicPr>
          <p:cNvPr id="837634" name="Picture 2"/>
          <p:cNvPicPr>
            <a:picLocks noChangeAspect="1" noChangeArrowheads="1"/>
          </p:cNvPicPr>
          <p:nvPr/>
        </p:nvPicPr>
        <p:blipFill>
          <a:blip r:embed="rId4"/>
          <a:srcRect/>
          <a:stretch>
            <a:fillRect/>
          </a:stretch>
        </p:blipFill>
        <p:spPr bwMode="auto">
          <a:xfrm>
            <a:off x="1833563" y="4191023"/>
            <a:ext cx="5476875" cy="2524125"/>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val="85325168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37634"/>
                                        </p:tgtEl>
                                        <p:attrNameLst>
                                          <p:attrName>style.visibility</p:attrName>
                                        </p:attrNameLst>
                                      </p:cBhvr>
                                      <p:to>
                                        <p:strVal val="visible"/>
                                      </p:to>
                                    </p:set>
                                    <p:animEffect transition="in" filter="checkerboard(across)">
                                      <p:cBhvr>
                                        <p:cTn id="7" dur="500"/>
                                        <p:tgtEl>
                                          <p:spTgt spid="837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 multidimensionnelles</a:t>
            </a:r>
          </a:p>
        </p:txBody>
      </p:sp>
      <p:cxnSp>
        <p:nvCxnSpPr>
          <p:cNvPr id="13517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517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457200" y="1354138"/>
            <a:ext cx="8435975" cy="5076825"/>
          </a:xfrm>
          <a:prstGeom prst="rect">
            <a:avLst/>
          </a:prstGeom>
        </p:spPr>
        <p:txBody>
          <a:bodyPr/>
          <a:lstStyle/>
          <a:p>
            <a:pPr marL="342900" indent="-342900" algn="just">
              <a:spcBef>
                <a:spcPct val="20000"/>
              </a:spcBef>
              <a:spcAft>
                <a:spcPct val="30000"/>
              </a:spcAft>
              <a:buClr>
                <a:schemeClr val="hlink"/>
              </a:buClr>
              <a:buFont typeface="Wingdings" pitchFamily="2" charset="2"/>
              <a:buChar char="n"/>
              <a:defRPr/>
            </a:pPr>
            <a:r>
              <a:rPr lang="en-US" kern="0" dirty="0" err="1">
                <a:latin typeface="+mn-lt"/>
                <a:ea typeface="ＭＳ Ｐゴシック" pitchFamily="34" charset="-128"/>
                <a:cs typeface="+mn-cs"/>
              </a:rPr>
              <a:t>Comme</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constaté</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sur</a:t>
            </a:r>
            <a:r>
              <a:rPr lang="en-US" kern="0" dirty="0">
                <a:latin typeface="+mn-lt"/>
                <a:ea typeface="ＭＳ Ｐゴシック" pitchFamily="34" charset="-128"/>
                <a:cs typeface="+mn-cs"/>
              </a:rPr>
              <a:t> un </a:t>
            </a:r>
            <a:r>
              <a:rPr lang="en-US" kern="0" dirty="0" err="1">
                <a:latin typeface="+mn-lt"/>
                <a:ea typeface="ＭＳ Ｐゴシック" pitchFamily="34" charset="-128"/>
                <a:cs typeface="+mn-cs"/>
              </a:rPr>
              <a:t>exemple</a:t>
            </a:r>
            <a:r>
              <a:rPr lang="en-US" kern="0" dirty="0">
                <a:latin typeface="+mn-lt"/>
                <a:ea typeface="ＭＳ Ｐゴシック" pitchFamily="34" charset="-128"/>
                <a:cs typeface="+mn-cs"/>
              </a:rPr>
              <a:t> les </a:t>
            </a:r>
            <a:r>
              <a:rPr lang="en-US" kern="0" dirty="0" err="1">
                <a:latin typeface="+mn-lt"/>
                <a:ea typeface="ＭＳ Ｐゴシック" pitchFamily="34" charset="-128"/>
                <a:cs typeface="+mn-cs"/>
              </a:rPr>
              <a:t>éléments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d</a:t>
            </a:r>
            <a:r>
              <a:rPr lang="en-US" altLang="fr-FR" kern="0" dirty="0" err="1">
                <a:latin typeface="+mn-lt"/>
                <a:ea typeface="ＭＳ Ｐゴシック" pitchFamily="34" charset="-128"/>
                <a:cs typeface="+mn-cs"/>
              </a:rPr>
              <a:t>’</a:t>
            </a:r>
            <a:r>
              <a:rPr lang="en-US" kern="0" dirty="0" err="1">
                <a:latin typeface="+mn-lt"/>
                <a:ea typeface="ＭＳ Ｐゴシック" pitchFamily="34" charset="-128"/>
                <a:cs typeface="+mn-cs"/>
              </a:rPr>
              <a:t>une</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liste</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peuvent</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eux-mêmes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être</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une</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liste</a:t>
            </a:r>
            <a:r>
              <a:rPr lang="en-US" kern="0" dirty="0">
                <a:latin typeface="+mn-lt"/>
                <a:ea typeface="ＭＳ Ｐゴシック" pitchFamily="34" charset="-128"/>
                <a:cs typeface="+mn-cs"/>
              </a:rPr>
              <a:t>.</a:t>
            </a:r>
          </a:p>
          <a:p>
            <a:pPr marL="342900" indent="-342900" algn="just">
              <a:spcBef>
                <a:spcPct val="20000"/>
              </a:spcBef>
              <a:spcAft>
                <a:spcPct val="30000"/>
              </a:spcAft>
              <a:buClr>
                <a:schemeClr val="hlink"/>
              </a:buClr>
              <a:buFont typeface="Wingdings" pitchFamily="2" charset="2"/>
              <a:buChar char="n"/>
              <a:defRPr/>
            </a:pPr>
            <a:endParaRPr lang="en-US" kern="0" dirty="0">
              <a:latin typeface="+mn-lt"/>
              <a:ea typeface="ＭＳ Ｐゴシック" pitchFamily="34" charset="-128"/>
              <a:cs typeface="+mn-cs"/>
            </a:endParaRPr>
          </a:p>
          <a:p>
            <a:pPr marL="342900" indent="-342900" algn="just">
              <a:spcBef>
                <a:spcPct val="20000"/>
              </a:spcBef>
              <a:spcAft>
                <a:spcPct val="30000"/>
              </a:spcAft>
              <a:buClr>
                <a:schemeClr val="hlink"/>
              </a:buClr>
              <a:buFont typeface="Wingdings" pitchFamily="2" charset="2"/>
              <a:buChar char="n"/>
              <a:defRPr/>
            </a:pPr>
            <a:r>
              <a:rPr lang="en-US" kern="0" dirty="0">
                <a:latin typeface="+mn-lt"/>
                <a:ea typeface="ＭＳ Ｐゴシック" pitchFamily="34" charset="-128"/>
                <a:cs typeface="+mn-cs"/>
              </a:rPr>
              <a:t>On </a:t>
            </a:r>
            <a:r>
              <a:rPr lang="en-US" kern="0" dirty="0" err="1">
                <a:latin typeface="+mn-lt"/>
                <a:ea typeface="ＭＳ Ｐゴシック" pitchFamily="34" charset="-128"/>
                <a:cs typeface="+mn-cs"/>
              </a:rPr>
              <a:t>peut</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ainsi</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créer</a:t>
            </a:r>
            <a:r>
              <a:rPr lang="en-US" kern="0" dirty="0">
                <a:latin typeface="+mn-lt"/>
                <a:ea typeface="ＭＳ Ｐゴシック" pitchFamily="34" charset="-128"/>
                <a:cs typeface="+mn-cs"/>
              </a:rPr>
              <a:t> des </a:t>
            </a:r>
            <a:r>
              <a:rPr lang="en-US" kern="0" dirty="0" err="1">
                <a:latin typeface="+mn-lt"/>
                <a:ea typeface="ＭＳ Ｐゴシック" pitchFamily="34" charset="-128"/>
                <a:cs typeface="+mn-cs"/>
              </a:rPr>
              <a:t>listes</a:t>
            </a:r>
            <a:r>
              <a:rPr lang="en-US" kern="0" dirty="0">
                <a:latin typeface="+mn-lt"/>
                <a:ea typeface="ＭＳ Ｐゴシック" pitchFamily="34" charset="-128"/>
                <a:cs typeface="+mn-cs"/>
              </a:rPr>
              <a:t> </a:t>
            </a:r>
            <a:r>
              <a:rPr lang="en-US" b="1" kern="0" dirty="0" err="1">
                <a:solidFill>
                  <a:srgbClr val="0000FF"/>
                </a:solidFill>
                <a:latin typeface="+mn-lt"/>
                <a:ea typeface="ＭＳ Ｐゴシック" pitchFamily="34" charset="-128"/>
                <a:cs typeface="+mn-cs"/>
              </a:rPr>
              <a:t>multidimensionnelles</a:t>
            </a:r>
            <a:r>
              <a:rPr lang="en-US" kern="0" dirty="0">
                <a:latin typeface="+mn-lt"/>
                <a:ea typeface="ＭＳ Ｐゴシック" pitchFamily="34" charset="-128"/>
                <a:cs typeface="+mn-cs"/>
              </a:rPr>
              <a:t>.</a:t>
            </a:r>
          </a:p>
          <a:p>
            <a:pPr marL="342900" indent="-342900" algn="just">
              <a:spcBef>
                <a:spcPct val="20000"/>
              </a:spcBef>
              <a:spcAft>
                <a:spcPct val="30000"/>
              </a:spcAft>
              <a:buClr>
                <a:schemeClr val="hlink"/>
              </a:buClr>
              <a:buFont typeface="Wingdings" pitchFamily="2" charset="2"/>
              <a:buChar char="n"/>
              <a:defRPr/>
            </a:pPr>
            <a:endParaRPr lang="en-US" kern="0" dirty="0">
              <a:latin typeface="+mn-lt"/>
              <a:ea typeface="ＭＳ Ｐゴシック" pitchFamily="34" charset="-128"/>
              <a:cs typeface="+mn-cs"/>
            </a:endParaRPr>
          </a:p>
          <a:p>
            <a:pPr marL="342900" indent="-342900" algn="just">
              <a:spcBef>
                <a:spcPct val="20000"/>
              </a:spcBef>
              <a:spcAft>
                <a:spcPct val="30000"/>
              </a:spcAft>
              <a:buClr>
                <a:schemeClr val="hlink"/>
              </a:buClr>
              <a:buFont typeface="Wingdings" pitchFamily="2" charset="2"/>
              <a:buChar char="n"/>
              <a:defRPr/>
            </a:pPr>
            <a:r>
              <a:rPr lang="en-US" kern="0" dirty="0" err="1">
                <a:latin typeface="+mn-lt"/>
                <a:ea typeface="ＭＳ Ｐゴシック" pitchFamily="34" charset="-128"/>
                <a:cs typeface="+mn-cs"/>
              </a:rPr>
              <a:t>L</a:t>
            </a:r>
            <a:r>
              <a:rPr lang="en-US" altLang="fr-FR" kern="0" dirty="0" err="1">
                <a:latin typeface="+mn-lt"/>
                <a:ea typeface="ＭＳ Ｐゴシック" pitchFamily="34" charset="-128"/>
                <a:cs typeface="+mn-cs"/>
              </a:rPr>
              <a:t>’</a:t>
            </a:r>
            <a:r>
              <a:rPr lang="en-US" kern="0" dirty="0" err="1">
                <a:latin typeface="+mn-lt"/>
                <a:ea typeface="ＭＳ Ｐゴシック" pitchFamily="34" charset="-128"/>
                <a:cs typeface="+mn-cs"/>
              </a:rPr>
              <a:t>accès</a:t>
            </a:r>
            <a:r>
              <a:rPr lang="en-US" kern="0" dirty="0">
                <a:latin typeface="+mn-lt"/>
                <a:ea typeface="ＭＳ Ｐゴシック" pitchFamily="34" charset="-128"/>
                <a:cs typeface="+mn-cs"/>
              </a:rPr>
              <a:t> aux </a:t>
            </a:r>
            <a:r>
              <a:rPr lang="en-US" kern="0" dirty="0" err="1">
                <a:latin typeface="+mn-lt"/>
                <a:ea typeface="ＭＳ Ｐゴシック" pitchFamily="34" charset="-128"/>
                <a:cs typeface="+mn-cs"/>
              </a:rPr>
              <a:t>élément</a:t>
            </a:r>
            <a:r>
              <a:rPr lang="en-US" kern="0" dirty="0">
                <a:latin typeface="+mn-lt"/>
                <a:ea typeface="ＭＳ Ｐゴシック" pitchFamily="34" charset="-128"/>
                <a:cs typeface="+mn-cs"/>
              </a:rPr>
              <a:t> se fait </a:t>
            </a:r>
            <a:r>
              <a:rPr lang="en-US" kern="0" dirty="0" err="1">
                <a:latin typeface="+mn-lt"/>
                <a:ea typeface="ＭＳ Ｐゴシック" pitchFamily="34" charset="-128"/>
                <a:cs typeface="+mn-cs"/>
              </a:rPr>
              <a:t>alors</a:t>
            </a:r>
            <a:r>
              <a:rPr lang="en-US" kern="0" dirty="0">
                <a:latin typeface="+mn-lt"/>
                <a:ea typeface="ＭＳ Ｐゴシック" pitchFamily="34" charset="-128"/>
                <a:cs typeface="+mn-cs"/>
              </a:rPr>
              <a:t> avec </a:t>
            </a:r>
            <a:r>
              <a:rPr lang="en-US" kern="0" dirty="0" err="1">
                <a:latin typeface="+mn-lt"/>
                <a:ea typeface="ＭＳ Ｐゴシック" pitchFamily="34" charset="-128"/>
                <a:cs typeface="+mn-cs"/>
              </a:rPr>
              <a:t>une</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syntaxe</a:t>
            </a:r>
            <a:r>
              <a:rPr lang="en-US" kern="0" dirty="0">
                <a:latin typeface="+mn-lt"/>
                <a:ea typeface="ＭＳ Ｐゴシック" pitchFamily="34" charset="-128"/>
                <a:cs typeface="+mn-cs"/>
              </a:rPr>
              <a:t> de la </a:t>
            </a:r>
            <a:r>
              <a:rPr lang="en-US" kern="0" dirty="0" err="1">
                <a:latin typeface="+mn-lt"/>
                <a:ea typeface="ＭＳ Ｐゴシック" pitchFamily="34" charset="-128"/>
                <a:cs typeface="+mn-cs"/>
              </a:rPr>
              <a:t>forme</a:t>
            </a:r>
            <a:r>
              <a:rPr lang="en-US" kern="0" dirty="0">
                <a:latin typeface="+mn-lt"/>
                <a:ea typeface="ＭＳ Ｐゴシック" pitchFamily="34" charset="-128"/>
                <a:cs typeface="+mn-cs"/>
              </a:rPr>
              <a:t> :</a:t>
            </a:r>
          </a:p>
          <a:p>
            <a:pPr marL="342900" indent="-342900">
              <a:spcBef>
                <a:spcPct val="20000"/>
              </a:spcBef>
              <a:spcAft>
                <a:spcPct val="30000"/>
              </a:spcAft>
              <a:buClr>
                <a:schemeClr val="hlink"/>
              </a:buClr>
              <a:buFont typeface="Arial" pitchFamily="34" charset="0"/>
              <a:buNone/>
              <a:defRPr/>
            </a:pPr>
            <a:endParaRPr lang="en-US" sz="2600" kern="0" dirty="0">
              <a:latin typeface="+mn-lt"/>
              <a:ea typeface="ＭＳ Ｐゴシック" pitchFamily="34" charset="-128"/>
              <a:cs typeface="+mn-cs"/>
            </a:endParaRPr>
          </a:p>
        </p:txBody>
      </p:sp>
      <p:sp>
        <p:nvSpPr>
          <p:cNvPr id="11" name="Rectangle à coins arrondis 10"/>
          <p:cNvSpPr/>
          <p:nvPr/>
        </p:nvSpPr>
        <p:spPr>
          <a:xfrm>
            <a:off x="1071563" y="4429125"/>
            <a:ext cx="6408737" cy="1006475"/>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lvl="1" algn="ctr" eaLnBrk="1" hangingPunct="1">
              <a:spcBef>
                <a:spcPct val="50000"/>
              </a:spcBef>
              <a:buClr>
                <a:srgbClr val="336666"/>
              </a:buClr>
              <a:buFont typeface="Wingdings" pitchFamily="2" charset="2"/>
              <a:buNone/>
              <a:defRPr/>
            </a:pPr>
            <a:r>
              <a:rPr lang="fr-FR" b="1" i="1" dirty="0">
                <a:solidFill>
                  <a:schemeClr val="tx1"/>
                </a:solidFill>
                <a:latin typeface="Courier New"/>
                <a:cs typeface="Courier New"/>
              </a:rPr>
              <a:t>maListe</a:t>
            </a:r>
            <a:r>
              <a:rPr lang="fr-FR" b="1" dirty="0">
                <a:solidFill>
                  <a:schemeClr val="tx1"/>
                </a:solidFill>
                <a:latin typeface="Courier New"/>
                <a:cs typeface="Courier New"/>
              </a:rPr>
              <a:t>[</a:t>
            </a:r>
            <a:r>
              <a:rPr lang="fr-FR" b="1" i="1" dirty="0">
                <a:solidFill>
                  <a:schemeClr val="tx1">
                    <a:lumMod val="50000"/>
                    <a:lumOff val="50000"/>
                  </a:schemeClr>
                </a:solidFill>
                <a:latin typeface="Courier New"/>
                <a:cs typeface="Courier New"/>
              </a:rPr>
              <a:t>i</a:t>
            </a:r>
            <a:r>
              <a:rPr lang="fr-FR" b="1" i="1" baseline="-25000" dirty="0">
                <a:solidFill>
                  <a:schemeClr val="tx1">
                    <a:lumMod val="50000"/>
                    <a:lumOff val="50000"/>
                  </a:schemeClr>
                </a:solidFill>
                <a:latin typeface="Courier New"/>
                <a:cs typeface="Courier New"/>
              </a:rPr>
              <a:t>1</a:t>
            </a:r>
            <a:r>
              <a:rPr lang="fr-FR" b="1" dirty="0">
                <a:solidFill>
                  <a:schemeClr val="tx1"/>
                </a:solidFill>
                <a:latin typeface="Courier New"/>
                <a:cs typeface="Courier New"/>
              </a:rPr>
              <a:t>][</a:t>
            </a:r>
            <a:r>
              <a:rPr lang="fr-FR" b="1" i="1" dirty="0">
                <a:solidFill>
                  <a:srgbClr val="7F7F7F"/>
                </a:solidFill>
                <a:latin typeface="Courier New"/>
                <a:cs typeface="Courier New"/>
              </a:rPr>
              <a:t>i</a:t>
            </a:r>
            <a:r>
              <a:rPr lang="fr-FR" b="1" i="1" baseline="-25000" dirty="0">
                <a:solidFill>
                  <a:srgbClr val="7F7F7F"/>
                </a:solidFill>
                <a:latin typeface="Courier New"/>
                <a:cs typeface="Courier New"/>
              </a:rPr>
              <a:t>2</a:t>
            </a:r>
            <a:r>
              <a:rPr lang="fr-FR" b="1" dirty="0">
                <a:solidFill>
                  <a:schemeClr val="tx1"/>
                </a:solidFill>
                <a:latin typeface="Courier New"/>
                <a:cs typeface="Courier New"/>
              </a:rPr>
              <a:t>]...[</a:t>
            </a:r>
            <a:r>
              <a:rPr lang="fr-FR" b="1" i="1" dirty="0">
                <a:solidFill>
                  <a:srgbClr val="7F7F7F"/>
                </a:solidFill>
                <a:latin typeface="Courier New"/>
                <a:cs typeface="Courier New"/>
              </a:rPr>
              <a:t>i</a:t>
            </a:r>
            <a:r>
              <a:rPr lang="fr-FR" b="1" i="1" baseline="-25000" dirty="0">
                <a:solidFill>
                  <a:srgbClr val="7F7F7F"/>
                </a:solidFill>
                <a:latin typeface="Courier New"/>
                <a:cs typeface="Courier New"/>
              </a:rPr>
              <a:t>N</a:t>
            </a:r>
            <a:r>
              <a:rPr lang="fr-FR" b="1" dirty="0">
                <a:solidFill>
                  <a:schemeClr val="tx1"/>
                </a:solidFill>
                <a:latin typeface="Courier New"/>
                <a:cs typeface="Courier New"/>
              </a:rPr>
              <a:t>]</a:t>
            </a:r>
          </a:p>
        </p:txBody>
      </p:sp>
    </p:spTree>
    <p:custDataLst>
      <p:tags r:id="rId1"/>
    </p:custDataLst>
    <p:extLst>
      <p:ext uri="{BB962C8B-B14F-4D97-AF65-F5344CB8AC3E}">
        <p14:creationId xmlns:p14="http://schemas.microsoft.com/office/powerpoint/2010/main" val="4200158565"/>
      </p:ext>
    </p:extLst>
  </p:cSld>
  <p:clrMapOvr>
    <a:masterClrMapping/>
  </p:clrMapOvr>
  <p:transition>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 multidimensionnelles</a:t>
            </a:r>
          </a:p>
        </p:txBody>
      </p:sp>
      <p:cxnSp>
        <p:nvCxnSpPr>
          <p:cNvPr id="13619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619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9" name="Content Placeholder 2"/>
          <p:cNvSpPr txBox="1">
            <a:spLocks/>
          </p:cNvSpPr>
          <p:nvPr/>
        </p:nvSpPr>
        <p:spPr>
          <a:xfrm>
            <a:off x="457200" y="1354138"/>
            <a:ext cx="8435975" cy="5076825"/>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a:solidFill>
                  <a:srgbClr val="FF0000"/>
                </a:solidFill>
                <a:latin typeface="+mn-lt"/>
                <a:ea typeface="ＭＳ Ｐゴシック" pitchFamily="34" charset="-128"/>
                <a:cs typeface="+mn-cs"/>
              </a:rPr>
              <a:t>Remarque </a:t>
            </a:r>
            <a:r>
              <a:rPr lang="en-US" b="1" kern="0" dirty="0" err="1">
                <a:solidFill>
                  <a:srgbClr val="FF0000"/>
                </a:solidFill>
                <a:latin typeface="+mn-lt"/>
                <a:ea typeface="ＭＳ Ｐゴシック" pitchFamily="34" charset="-128"/>
                <a:cs typeface="+mn-cs"/>
              </a:rPr>
              <a:t>importante</a:t>
            </a:r>
            <a:r>
              <a:rPr lang="en-US" b="1" kern="0" dirty="0">
                <a:solidFill>
                  <a:srgbClr val="FF0000"/>
                </a:solidFill>
                <a:latin typeface="+mn-lt"/>
                <a:ea typeface="ＭＳ Ｐゴシック" pitchFamily="34" charset="-128"/>
                <a:cs typeface="+mn-cs"/>
              </a:rPr>
              <a:t> et </a:t>
            </a:r>
            <a:r>
              <a:rPr lang="en-US" b="1" kern="0" dirty="0" err="1">
                <a:solidFill>
                  <a:srgbClr val="FF0000"/>
                </a:solidFill>
                <a:latin typeface="+mn-lt"/>
                <a:ea typeface="ＭＳ Ｐゴシック" pitchFamily="34" charset="-128"/>
                <a:cs typeface="+mn-cs"/>
              </a:rPr>
              <a:t>exemple</a:t>
            </a:r>
            <a:r>
              <a:rPr lang="en-US" b="1" kern="0" dirty="0">
                <a:solidFill>
                  <a:srgbClr val="FF0000"/>
                </a:solidFill>
                <a:latin typeface="+mn-lt"/>
                <a:ea typeface="ＭＳ Ｐゴシック" pitchFamily="34" charset="-128"/>
                <a:cs typeface="+mn-cs"/>
              </a:rPr>
              <a:t> </a:t>
            </a:r>
            <a:r>
              <a:rPr lang="en-US" kern="0" dirty="0">
                <a:latin typeface="+mn-lt"/>
                <a:ea typeface="ＭＳ Ｐゴシック" pitchFamily="34" charset="-128"/>
                <a:cs typeface="+mn-cs"/>
              </a:rPr>
              <a:t>: attention à </a:t>
            </a:r>
            <a:r>
              <a:rPr lang="en-US" kern="0" dirty="0" err="1">
                <a:latin typeface="+mn-lt"/>
                <a:ea typeface="ＭＳ Ｐゴシック" pitchFamily="34" charset="-128"/>
                <a:cs typeface="+mn-cs"/>
              </a:rPr>
              <a:t>l</a:t>
            </a:r>
            <a:r>
              <a:rPr lang="en-US" altLang="fr-FR" kern="0" dirty="0" err="1">
                <a:latin typeface="+mn-lt"/>
                <a:ea typeface="ＭＳ Ｐゴシック" pitchFamily="34" charset="-128"/>
                <a:cs typeface="+mn-cs"/>
              </a:rPr>
              <a:t>’</a:t>
            </a:r>
            <a:r>
              <a:rPr lang="en-US" kern="0" dirty="0" err="1">
                <a:latin typeface="+mn-lt"/>
                <a:ea typeface="ＭＳ Ｐゴシック" pitchFamily="34" charset="-128"/>
                <a:cs typeface="+mn-cs"/>
              </a:rPr>
              <a:t>initialisation</a:t>
            </a:r>
            <a:r>
              <a:rPr lang="en-US" kern="0" dirty="0">
                <a:latin typeface="+mn-lt"/>
                <a:ea typeface="ＭＳ Ｐゴシック" pitchFamily="34" charset="-128"/>
                <a:cs typeface="+mn-cs"/>
              </a:rPr>
              <a:t> des </a:t>
            </a:r>
            <a:r>
              <a:rPr lang="en-US" kern="0" dirty="0" err="1">
                <a:latin typeface="+mn-lt"/>
                <a:ea typeface="ＭＳ Ｐゴシック" pitchFamily="34" charset="-128"/>
                <a:cs typeface="+mn-cs"/>
              </a:rPr>
              <a:t>listes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multimensionnelles</a:t>
            </a:r>
            <a:r>
              <a:rPr lang="en-US" kern="0" dirty="0">
                <a:latin typeface="+mn-lt"/>
                <a:ea typeface="ＭＳ Ｐゴシック" pitchFamily="34" charset="-128"/>
                <a:cs typeface="+mn-cs"/>
              </a:rPr>
              <a:t>.</a:t>
            </a:r>
          </a:p>
        </p:txBody>
      </p:sp>
      <p:sp>
        <p:nvSpPr>
          <p:cNvPr id="12" name="Rectangle à coins arrondis 11"/>
          <p:cNvSpPr/>
          <p:nvPr/>
        </p:nvSpPr>
        <p:spPr>
          <a:xfrm>
            <a:off x="642938" y="2428875"/>
            <a:ext cx="8321675" cy="2160588"/>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fr-FR" b="1" dirty="0">
                <a:solidFill>
                  <a:schemeClr val="tx1"/>
                </a:solidFill>
                <a:latin typeface="Courier New"/>
                <a:cs typeface="Courier New"/>
              </a:rPr>
              <a:t>plateau = [[</a:t>
            </a:r>
            <a:r>
              <a:rPr lang="fr-FR" b="1" dirty="0">
                <a:solidFill>
                  <a:srgbClr val="3366FF"/>
                </a:solidFill>
                <a:latin typeface="Courier New"/>
                <a:cs typeface="Courier New"/>
              </a:rPr>
              <a:t>0</a:t>
            </a:r>
            <a:r>
              <a:rPr lang="fr-FR" b="1" dirty="0">
                <a:solidFill>
                  <a:schemeClr val="tx1"/>
                </a:solidFill>
                <a:latin typeface="Courier New"/>
                <a:cs typeface="Courier New"/>
              </a:rPr>
              <a:t>]*</a:t>
            </a:r>
            <a:r>
              <a:rPr lang="fr-FR" b="1" dirty="0">
                <a:solidFill>
                  <a:srgbClr val="3366FF"/>
                </a:solidFill>
                <a:latin typeface="Courier New"/>
                <a:cs typeface="Courier New"/>
              </a:rPr>
              <a:t>3</a:t>
            </a:r>
            <a:r>
              <a:rPr lang="fr-FR" b="1" dirty="0">
                <a:solidFill>
                  <a:schemeClr val="tx1"/>
                </a:solidFill>
                <a:latin typeface="Courier New"/>
                <a:cs typeface="Courier New"/>
              </a:rPr>
              <a:t>]*</a:t>
            </a:r>
            <a:r>
              <a:rPr lang="fr-FR" b="1" dirty="0">
                <a:solidFill>
                  <a:srgbClr val="3366FF"/>
                </a:solidFill>
                <a:latin typeface="Courier New"/>
                <a:cs typeface="Courier New"/>
              </a:rPr>
              <a:t>4</a:t>
            </a:r>
          </a:p>
          <a:p>
            <a:pPr lvl="1" eaLnBrk="1" hangingPunct="1">
              <a:spcBef>
                <a:spcPct val="50000"/>
              </a:spcBef>
              <a:buClr>
                <a:srgbClr val="336666"/>
              </a:buClr>
              <a:buFont typeface="Wingdings" pitchFamily="2" charset="2"/>
              <a:buNone/>
              <a:defRPr/>
            </a:pPr>
            <a:r>
              <a:rPr lang="fr-FR" b="1" dirty="0">
                <a:solidFill>
                  <a:srgbClr val="3366FF"/>
                </a:solidFill>
                <a:latin typeface="Courier New"/>
                <a:cs typeface="Courier New"/>
              </a:rPr>
              <a:t>print</a:t>
            </a:r>
            <a:r>
              <a:rPr lang="fr-FR" b="1" dirty="0">
                <a:solidFill>
                  <a:schemeClr val="tx1"/>
                </a:solidFill>
                <a:latin typeface="Courier New"/>
                <a:cs typeface="Courier New"/>
              </a:rPr>
              <a:t>(plateau)</a:t>
            </a:r>
          </a:p>
          <a:p>
            <a:pPr lvl="1" eaLnBrk="1" hangingPunct="1">
              <a:spcBef>
                <a:spcPct val="50000"/>
              </a:spcBef>
              <a:buClr>
                <a:srgbClr val="336666"/>
              </a:buClr>
              <a:buFont typeface="Wingdings" pitchFamily="2" charset="2"/>
              <a:buNone/>
              <a:defRPr/>
            </a:pPr>
            <a:r>
              <a:rPr lang="fr-FR" b="1" dirty="0">
                <a:solidFill>
                  <a:schemeClr val="tx1"/>
                </a:solidFill>
                <a:latin typeface="Courier New"/>
                <a:cs typeface="Courier New"/>
              </a:rPr>
              <a:t>plateau[</a:t>
            </a:r>
            <a:r>
              <a:rPr lang="fr-FR" b="1" dirty="0">
                <a:solidFill>
                  <a:srgbClr val="3366FF"/>
                </a:solidFill>
                <a:latin typeface="Courier New"/>
                <a:cs typeface="Courier New"/>
              </a:rPr>
              <a:t>3</a:t>
            </a:r>
            <a:r>
              <a:rPr lang="fr-FR" b="1" dirty="0">
                <a:solidFill>
                  <a:schemeClr val="tx1"/>
                </a:solidFill>
                <a:latin typeface="Courier New"/>
                <a:cs typeface="Courier New"/>
              </a:rPr>
              <a:t>][</a:t>
            </a:r>
            <a:r>
              <a:rPr lang="fr-FR" b="1" dirty="0">
                <a:solidFill>
                  <a:srgbClr val="3366FF"/>
                </a:solidFill>
                <a:latin typeface="Courier New"/>
                <a:cs typeface="Courier New"/>
              </a:rPr>
              <a:t>2</a:t>
            </a:r>
            <a:r>
              <a:rPr lang="fr-FR" b="1" dirty="0">
                <a:solidFill>
                  <a:schemeClr val="tx1"/>
                </a:solidFill>
                <a:latin typeface="Courier New"/>
                <a:cs typeface="Courier New"/>
              </a:rPr>
              <a:t>] = </a:t>
            </a:r>
            <a:r>
              <a:rPr lang="fr-FR" b="1" dirty="0">
                <a:solidFill>
                  <a:srgbClr val="3366FF"/>
                </a:solidFill>
                <a:latin typeface="Courier New"/>
                <a:cs typeface="Courier New"/>
              </a:rPr>
              <a:t>666</a:t>
            </a:r>
          </a:p>
          <a:p>
            <a:pPr lvl="1" eaLnBrk="1" hangingPunct="1">
              <a:spcBef>
                <a:spcPct val="50000"/>
              </a:spcBef>
              <a:buClr>
                <a:srgbClr val="336666"/>
              </a:buClr>
              <a:buFont typeface="Wingdings" pitchFamily="2" charset="2"/>
              <a:buNone/>
              <a:defRPr/>
            </a:pPr>
            <a:r>
              <a:rPr lang="fr-FR" b="1" dirty="0">
                <a:solidFill>
                  <a:srgbClr val="3366FF"/>
                </a:solidFill>
                <a:latin typeface="Courier New"/>
                <a:cs typeface="Courier New"/>
              </a:rPr>
              <a:t>print</a:t>
            </a:r>
            <a:r>
              <a:rPr lang="fr-FR" b="1" dirty="0">
                <a:solidFill>
                  <a:schemeClr val="tx1"/>
                </a:solidFill>
                <a:latin typeface="Courier New"/>
                <a:cs typeface="Courier New"/>
              </a:rPr>
              <a:t>(plateau)</a:t>
            </a:r>
          </a:p>
        </p:txBody>
      </p:sp>
      <p:cxnSp>
        <p:nvCxnSpPr>
          <p:cNvPr id="13" name="Connecteur droit avec flèche 12"/>
          <p:cNvCxnSpPr>
            <a:cxnSpLocks noChangeShapeType="1"/>
          </p:cNvCxnSpPr>
          <p:nvPr/>
        </p:nvCxnSpPr>
        <p:spPr bwMode="auto">
          <a:xfrm>
            <a:off x="1500188" y="5500688"/>
            <a:ext cx="1296987"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pic>
        <p:nvPicPr>
          <p:cNvPr id="88074" name="Image 1" descr="Image 6 14-36-33.png"/>
          <p:cNvPicPr>
            <a:picLocks noChangeAspect="1"/>
          </p:cNvPicPr>
          <p:nvPr/>
        </p:nvPicPr>
        <p:blipFill>
          <a:blip r:embed="rId4"/>
          <a:srcRect/>
          <a:stretch>
            <a:fillRect/>
          </a:stretch>
        </p:blipFill>
        <p:spPr bwMode="auto">
          <a:xfrm>
            <a:off x="3071813" y="5283200"/>
            <a:ext cx="5905500" cy="539750"/>
          </a:xfrm>
          <a:prstGeom prst="rect">
            <a:avLst/>
          </a:prstGeom>
          <a:noFill/>
          <a:ln w="9525">
            <a:solidFill>
              <a:schemeClr val="tx1"/>
            </a:solidFill>
            <a:miter lim="800000"/>
            <a:headEnd/>
            <a:tailEnd/>
          </a:ln>
        </p:spPr>
      </p:pic>
    </p:spTree>
    <p:custDataLst>
      <p:tags r:id="rId1"/>
    </p:custDataLst>
    <p:extLst>
      <p:ext uri="{BB962C8B-B14F-4D97-AF65-F5344CB8AC3E}">
        <p14:creationId xmlns:p14="http://schemas.microsoft.com/office/powerpoint/2010/main" val="88645049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8074"/>
                                        </p:tgtEl>
                                        <p:attrNameLst>
                                          <p:attrName>style.visibility</p:attrName>
                                        </p:attrNameLst>
                                      </p:cBhvr>
                                      <p:to>
                                        <p:strVal val="visible"/>
                                      </p:to>
                                    </p:set>
                                    <p:animEffect transition="in" filter="checkerboard(across)">
                                      <p:cBhvr>
                                        <p:cTn id="7" dur="500"/>
                                        <p:tgtEl>
                                          <p:spTgt spid="88074"/>
                                        </p:tgtEl>
                                      </p:cBhvr>
                                    </p:animEffect>
                                  </p:childTnLst>
                                </p:cTn>
                              </p:par>
                              <p:par>
                                <p:cTn id="8" presetID="5"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heckerboard(across)">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 multidimensionnelles</a:t>
            </a:r>
          </a:p>
        </p:txBody>
      </p:sp>
      <p:cxnSp>
        <p:nvCxnSpPr>
          <p:cNvPr id="13722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722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1" name="Content Placeholder 2"/>
          <p:cNvSpPr txBox="1">
            <a:spLocks/>
          </p:cNvSpPr>
          <p:nvPr/>
        </p:nvSpPr>
        <p:spPr>
          <a:xfrm>
            <a:off x="457200" y="1354138"/>
            <a:ext cx="8435975" cy="5076825"/>
          </a:xfrm>
          <a:prstGeom prst="rect">
            <a:avLst/>
          </a:prstGeom>
        </p:spPr>
        <p:txBody>
          <a:bodyPr/>
          <a:lstStyle/>
          <a:p>
            <a:pPr algn="just">
              <a:spcBef>
                <a:spcPct val="20000"/>
              </a:spcBef>
              <a:spcAft>
                <a:spcPct val="30000"/>
              </a:spcAft>
              <a:buClr>
                <a:schemeClr val="hlink"/>
              </a:buClr>
              <a:buFont typeface="Arial" pitchFamily="34" charset="0"/>
              <a:buNone/>
              <a:defRPr/>
            </a:pPr>
            <a:r>
              <a:rPr lang="en-US" b="1" kern="0" dirty="0">
                <a:solidFill>
                  <a:srgbClr val="FF0000"/>
                </a:solidFill>
                <a:latin typeface="+mn-lt"/>
                <a:ea typeface="ＭＳ Ｐゴシック" pitchFamily="34" charset="-128"/>
                <a:cs typeface="+mn-cs"/>
              </a:rPr>
              <a:t>Remarque </a:t>
            </a:r>
            <a:r>
              <a:rPr lang="en-US" b="1" kern="0" dirty="0" err="1">
                <a:solidFill>
                  <a:srgbClr val="FF0000"/>
                </a:solidFill>
                <a:latin typeface="+mn-lt"/>
                <a:ea typeface="ＭＳ Ｐゴシック" pitchFamily="34" charset="-128"/>
                <a:cs typeface="+mn-cs"/>
              </a:rPr>
              <a:t>importante</a:t>
            </a:r>
            <a:r>
              <a:rPr lang="en-US" b="1" kern="0" dirty="0">
                <a:solidFill>
                  <a:srgbClr val="FF0000"/>
                </a:solidFill>
                <a:latin typeface="+mn-lt"/>
                <a:ea typeface="ＭＳ Ｐゴシック" pitchFamily="34" charset="-128"/>
                <a:cs typeface="+mn-cs"/>
              </a:rPr>
              <a:t> et </a:t>
            </a:r>
            <a:r>
              <a:rPr lang="en-US" b="1" kern="0" dirty="0" err="1">
                <a:solidFill>
                  <a:srgbClr val="FF0000"/>
                </a:solidFill>
                <a:latin typeface="+mn-lt"/>
                <a:ea typeface="ＭＳ Ｐゴシック" pitchFamily="34" charset="-128"/>
                <a:cs typeface="+mn-cs"/>
              </a:rPr>
              <a:t>exemple</a:t>
            </a:r>
            <a:r>
              <a:rPr lang="en-US" b="1" kern="0" dirty="0">
                <a:solidFill>
                  <a:srgbClr val="FF0000"/>
                </a:solidFill>
                <a:latin typeface="+mn-lt"/>
                <a:ea typeface="ＭＳ Ｐゴシック" pitchFamily="34" charset="-128"/>
                <a:cs typeface="+mn-cs"/>
              </a:rPr>
              <a:t> </a:t>
            </a:r>
            <a:r>
              <a:rPr lang="en-US" kern="0" dirty="0">
                <a:latin typeface="+mn-lt"/>
                <a:ea typeface="ＭＳ Ｐゴシック" pitchFamily="34" charset="-128"/>
                <a:cs typeface="+mn-cs"/>
              </a:rPr>
              <a:t>(suite) : attention à </a:t>
            </a:r>
            <a:r>
              <a:rPr lang="en-US" kern="0" dirty="0" err="1">
                <a:latin typeface="+mn-lt"/>
                <a:ea typeface="ＭＳ Ｐゴシック" pitchFamily="34" charset="-128"/>
                <a:cs typeface="+mn-cs"/>
              </a:rPr>
              <a:t>l</a:t>
            </a:r>
            <a:r>
              <a:rPr lang="en-US" altLang="fr-FR" kern="0" dirty="0" err="1">
                <a:latin typeface="+mn-lt"/>
                <a:ea typeface="ＭＳ Ｐゴシック" pitchFamily="34" charset="-128"/>
                <a:cs typeface="+mn-cs"/>
              </a:rPr>
              <a:t>’</a:t>
            </a:r>
            <a:r>
              <a:rPr lang="en-US" kern="0" dirty="0" err="1">
                <a:latin typeface="+mn-lt"/>
                <a:ea typeface="ＭＳ Ｐゴシック" pitchFamily="34" charset="-128"/>
                <a:cs typeface="+mn-cs"/>
              </a:rPr>
              <a:t>initialisation</a:t>
            </a:r>
            <a:r>
              <a:rPr lang="en-US" kern="0" dirty="0">
                <a:latin typeface="+mn-lt"/>
                <a:ea typeface="ＭＳ Ｐゴシック" pitchFamily="34" charset="-128"/>
                <a:cs typeface="+mn-cs"/>
              </a:rPr>
              <a:t> des </a:t>
            </a:r>
            <a:r>
              <a:rPr lang="en-US" kern="0" dirty="0" err="1">
                <a:latin typeface="+mn-lt"/>
                <a:ea typeface="ＭＳ Ｐゴシック" pitchFamily="34" charset="-128"/>
                <a:cs typeface="+mn-cs"/>
              </a:rPr>
              <a:t>listes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multimensionnelles</a:t>
            </a:r>
            <a:r>
              <a:rPr lang="en-US" kern="0" dirty="0">
                <a:latin typeface="+mn-lt"/>
                <a:ea typeface="ＭＳ Ｐゴシック" pitchFamily="34" charset="-128"/>
                <a:cs typeface="+mn-cs"/>
              </a:rPr>
              <a:t>.</a:t>
            </a:r>
          </a:p>
        </p:txBody>
      </p:sp>
      <p:sp>
        <p:nvSpPr>
          <p:cNvPr id="15" name="Rectangle à coins arrondis 14"/>
          <p:cNvSpPr/>
          <p:nvPr/>
        </p:nvSpPr>
        <p:spPr>
          <a:xfrm>
            <a:off x="714375" y="2636838"/>
            <a:ext cx="8250238" cy="2160587"/>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fr-FR" b="1" dirty="0">
                <a:solidFill>
                  <a:schemeClr val="tx1"/>
                </a:solidFill>
                <a:latin typeface="Courier New"/>
                <a:cs typeface="Courier New"/>
              </a:rPr>
              <a:t>plateau = [[</a:t>
            </a:r>
            <a:r>
              <a:rPr lang="fr-FR" b="1" dirty="0">
                <a:solidFill>
                  <a:srgbClr val="3366FF"/>
                </a:solidFill>
                <a:latin typeface="Courier New"/>
                <a:cs typeface="Courier New"/>
              </a:rPr>
              <a:t>0</a:t>
            </a:r>
            <a:r>
              <a:rPr lang="fr-FR" b="1" dirty="0">
                <a:solidFill>
                  <a:schemeClr val="tx1"/>
                </a:solidFill>
                <a:latin typeface="Courier New"/>
                <a:cs typeface="Courier New"/>
              </a:rPr>
              <a:t>]*</a:t>
            </a:r>
            <a:r>
              <a:rPr lang="fr-FR" b="1" dirty="0">
                <a:solidFill>
                  <a:srgbClr val="3366FF"/>
                </a:solidFill>
                <a:latin typeface="Courier New"/>
                <a:cs typeface="Courier New"/>
              </a:rPr>
              <a:t>3</a:t>
            </a:r>
            <a:r>
              <a:rPr lang="fr-FR" b="1" dirty="0">
                <a:solidFill>
                  <a:schemeClr val="tx1"/>
                </a:solidFill>
                <a:latin typeface="Courier New"/>
                <a:cs typeface="Courier New"/>
              </a:rPr>
              <a:t> </a:t>
            </a:r>
            <a:r>
              <a:rPr lang="fr-FR" b="1" dirty="0">
                <a:solidFill>
                  <a:srgbClr val="0000FF"/>
                </a:solidFill>
                <a:latin typeface="Courier New"/>
                <a:cs typeface="Courier New"/>
              </a:rPr>
              <a:t>for</a:t>
            </a:r>
            <a:r>
              <a:rPr lang="fr-FR" b="1" dirty="0">
                <a:solidFill>
                  <a:schemeClr val="tx1"/>
                </a:solidFill>
                <a:latin typeface="Courier New"/>
                <a:cs typeface="Courier New"/>
              </a:rPr>
              <a:t> i </a:t>
            </a:r>
            <a:r>
              <a:rPr lang="fr-FR" b="1" dirty="0">
                <a:solidFill>
                  <a:srgbClr val="0000FF"/>
                </a:solidFill>
                <a:latin typeface="Courier New"/>
                <a:cs typeface="Courier New"/>
              </a:rPr>
              <a:t>in</a:t>
            </a:r>
            <a:r>
              <a:rPr lang="fr-FR" b="1" dirty="0">
                <a:solidFill>
                  <a:schemeClr val="tx1"/>
                </a:solidFill>
                <a:latin typeface="Courier New"/>
                <a:cs typeface="Courier New"/>
              </a:rPr>
              <a:t> </a:t>
            </a:r>
            <a:r>
              <a:rPr lang="fr-FR" b="1" dirty="0">
                <a:solidFill>
                  <a:srgbClr val="3366FF"/>
                </a:solidFill>
                <a:latin typeface="Courier New"/>
                <a:cs typeface="Courier New"/>
              </a:rPr>
              <a:t>range</a:t>
            </a:r>
            <a:r>
              <a:rPr lang="fr-FR" b="1" dirty="0">
                <a:solidFill>
                  <a:schemeClr val="tx1"/>
                </a:solidFill>
                <a:latin typeface="Courier New"/>
                <a:cs typeface="Courier New"/>
              </a:rPr>
              <a:t>(</a:t>
            </a:r>
            <a:r>
              <a:rPr lang="fr-FR" b="1" dirty="0">
                <a:solidFill>
                  <a:srgbClr val="3366FF"/>
                </a:solidFill>
                <a:latin typeface="Courier New"/>
                <a:cs typeface="Courier New"/>
              </a:rPr>
              <a:t>4</a:t>
            </a:r>
            <a:r>
              <a:rPr lang="fr-FR" b="1" dirty="0">
                <a:solidFill>
                  <a:schemeClr val="tx1"/>
                </a:solidFill>
                <a:latin typeface="Courier New"/>
                <a:cs typeface="Courier New"/>
              </a:rPr>
              <a:t>)]</a:t>
            </a:r>
          </a:p>
          <a:p>
            <a:pPr lvl="1" eaLnBrk="1" hangingPunct="1">
              <a:spcBef>
                <a:spcPct val="50000"/>
              </a:spcBef>
              <a:buClr>
                <a:srgbClr val="336666"/>
              </a:buClr>
              <a:buFont typeface="Wingdings" pitchFamily="2" charset="2"/>
              <a:buNone/>
              <a:defRPr/>
            </a:pPr>
            <a:r>
              <a:rPr lang="fr-FR" b="1" dirty="0">
                <a:solidFill>
                  <a:srgbClr val="3366FF"/>
                </a:solidFill>
                <a:latin typeface="Courier New"/>
                <a:cs typeface="Courier New"/>
              </a:rPr>
              <a:t>print</a:t>
            </a:r>
            <a:r>
              <a:rPr lang="fr-FR" b="1" dirty="0">
                <a:solidFill>
                  <a:schemeClr val="tx1"/>
                </a:solidFill>
                <a:latin typeface="Courier New"/>
                <a:cs typeface="Courier New"/>
              </a:rPr>
              <a:t>(plateau)</a:t>
            </a:r>
          </a:p>
          <a:p>
            <a:pPr lvl="1" eaLnBrk="1" hangingPunct="1">
              <a:spcBef>
                <a:spcPct val="50000"/>
              </a:spcBef>
              <a:buClr>
                <a:srgbClr val="336666"/>
              </a:buClr>
              <a:buFont typeface="Wingdings" pitchFamily="2" charset="2"/>
              <a:buNone/>
              <a:defRPr/>
            </a:pPr>
            <a:r>
              <a:rPr lang="fr-FR" b="1" dirty="0">
                <a:solidFill>
                  <a:schemeClr val="tx1"/>
                </a:solidFill>
                <a:latin typeface="Courier New"/>
                <a:cs typeface="Courier New"/>
              </a:rPr>
              <a:t>plateau[</a:t>
            </a:r>
            <a:r>
              <a:rPr lang="fr-FR" b="1" dirty="0">
                <a:solidFill>
                  <a:srgbClr val="3366FF"/>
                </a:solidFill>
                <a:latin typeface="Courier New"/>
                <a:cs typeface="Courier New"/>
              </a:rPr>
              <a:t>3</a:t>
            </a:r>
            <a:r>
              <a:rPr lang="fr-FR" b="1" dirty="0">
                <a:solidFill>
                  <a:schemeClr val="tx1"/>
                </a:solidFill>
                <a:latin typeface="Courier New"/>
                <a:cs typeface="Courier New"/>
              </a:rPr>
              <a:t>][</a:t>
            </a:r>
            <a:r>
              <a:rPr lang="fr-FR" b="1" dirty="0">
                <a:solidFill>
                  <a:srgbClr val="3366FF"/>
                </a:solidFill>
                <a:latin typeface="Courier New"/>
                <a:cs typeface="Courier New"/>
              </a:rPr>
              <a:t>2</a:t>
            </a:r>
            <a:r>
              <a:rPr lang="fr-FR" b="1" dirty="0">
                <a:solidFill>
                  <a:schemeClr val="tx1"/>
                </a:solidFill>
                <a:latin typeface="Courier New"/>
                <a:cs typeface="Courier New"/>
              </a:rPr>
              <a:t>] = </a:t>
            </a:r>
            <a:r>
              <a:rPr lang="fr-FR" b="1" dirty="0">
                <a:solidFill>
                  <a:srgbClr val="3366FF"/>
                </a:solidFill>
                <a:latin typeface="Courier New"/>
                <a:cs typeface="Courier New"/>
              </a:rPr>
              <a:t>666</a:t>
            </a:r>
          </a:p>
          <a:p>
            <a:pPr lvl="1" eaLnBrk="1" hangingPunct="1">
              <a:spcBef>
                <a:spcPct val="50000"/>
              </a:spcBef>
              <a:buClr>
                <a:srgbClr val="336666"/>
              </a:buClr>
              <a:buFont typeface="Wingdings" pitchFamily="2" charset="2"/>
              <a:buNone/>
              <a:defRPr/>
            </a:pPr>
            <a:r>
              <a:rPr lang="fr-FR" b="1" dirty="0">
                <a:solidFill>
                  <a:srgbClr val="3366FF"/>
                </a:solidFill>
                <a:latin typeface="Courier New"/>
                <a:cs typeface="Courier New"/>
              </a:rPr>
              <a:t>print</a:t>
            </a:r>
            <a:r>
              <a:rPr lang="fr-FR" b="1" dirty="0">
                <a:solidFill>
                  <a:schemeClr val="tx1"/>
                </a:solidFill>
                <a:latin typeface="Courier New"/>
                <a:cs typeface="Courier New"/>
              </a:rPr>
              <a:t>(plateau)</a:t>
            </a:r>
          </a:p>
        </p:txBody>
      </p:sp>
      <p:pic>
        <p:nvPicPr>
          <p:cNvPr id="89097" name="Image 1" descr="Image 7.png"/>
          <p:cNvPicPr>
            <a:picLocks noChangeAspect="1"/>
          </p:cNvPicPr>
          <p:nvPr/>
        </p:nvPicPr>
        <p:blipFill>
          <a:blip r:embed="rId4"/>
          <a:srcRect/>
          <a:stretch>
            <a:fillRect/>
          </a:stretch>
        </p:blipFill>
        <p:spPr bwMode="auto">
          <a:xfrm>
            <a:off x="3286125" y="5516563"/>
            <a:ext cx="5226050" cy="539750"/>
          </a:xfrm>
          <a:prstGeom prst="rect">
            <a:avLst/>
          </a:prstGeom>
          <a:noFill/>
          <a:ln w="9525">
            <a:solidFill>
              <a:srgbClr val="000000"/>
            </a:solidFill>
            <a:miter lim="800000"/>
            <a:headEnd/>
            <a:tailEnd/>
          </a:ln>
        </p:spPr>
      </p:pic>
      <p:cxnSp>
        <p:nvCxnSpPr>
          <p:cNvPr id="17" name="Connecteur droit avec flèche 16"/>
          <p:cNvCxnSpPr>
            <a:cxnSpLocks noChangeShapeType="1"/>
          </p:cNvCxnSpPr>
          <p:nvPr/>
        </p:nvCxnSpPr>
        <p:spPr bwMode="auto">
          <a:xfrm>
            <a:off x="1857375" y="5732463"/>
            <a:ext cx="1296988"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Tree>
    <p:custDataLst>
      <p:tags r:id="rId1"/>
    </p:custDataLst>
    <p:extLst>
      <p:ext uri="{BB962C8B-B14F-4D97-AF65-F5344CB8AC3E}">
        <p14:creationId xmlns:p14="http://schemas.microsoft.com/office/powerpoint/2010/main" val="153652154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9097"/>
                                        </p:tgtEl>
                                        <p:attrNameLst>
                                          <p:attrName>style.visibility</p:attrName>
                                        </p:attrNameLst>
                                      </p:cBhvr>
                                      <p:to>
                                        <p:strVal val="visible"/>
                                      </p:to>
                                    </p:set>
                                    <p:animEffect transition="in" filter="checkerboard(across)">
                                      <p:cBhvr>
                                        <p:cTn id="7" dur="500"/>
                                        <p:tgtEl>
                                          <p:spTgt spid="89097"/>
                                        </p:tgtEl>
                                      </p:cBhvr>
                                    </p:animEffect>
                                  </p:childTnLst>
                                </p:cTn>
                              </p:par>
                              <p:par>
                                <p:cTn id="8" presetID="5" presetClass="entr" presetSubtype="1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checkerboard(across)">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listes multidimensionnelles</a:t>
            </a:r>
          </a:p>
        </p:txBody>
      </p:sp>
      <p:cxnSp>
        <p:nvCxnSpPr>
          <p:cNvPr id="13824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sp>
        <p:nvSpPr>
          <p:cNvPr id="12" name="Content Placeholder 2"/>
          <p:cNvSpPr txBox="1">
            <a:spLocks/>
          </p:cNvSpPr>
          <p:nvPr/>
        </p:nvSpPr>
        <p:spPr>
          <a:xfrm>
            <a:off x="457200" y="1196975"/>
            <a:ext cx="8435975" cy="5233988"/>
          </a:xfrm>
          <a:prstGeom prst="rect">
            <a:avLst/>
          </a:prstGeom>
        </p:spPr>
        <p:txBody>
          <a:bodyPr/>
          <a:lstStyle/>
          <a:p>
            <a:pPr algn="just">
              <a:spcBef>
                <a:spcPct val="20000"/>
              </a:spcBef>
              <a:spcAft>
                <a:spcPct val="30000"/>
              </a:spcAft>
              <a:buClr>
                <a:schemeClr val="hlink"/>
              </a:buClr>
              <a:buFont typeface="Arial" pitchFamily="34" charset="0"/>
              <a:buNone/>
              <a:defRPr/>
            </a:pPr>
            <a:r>
              <a:rPr lang="en-US" b="1" kern="0" dirty="0">
                <a:solidFill>
                  <a:srgbClr val="FF0000"/>
                </a:solidFill>
                <a:latin typeface="+mn-lt"/>
                <a:ea typeface="ＭＳ Ｐゴシック" pitchFamily="34" charset="-128"/>
                <a:cs typeface="+mn-cs"/>
              </a:rPr>
              <a:t>Remarque</a:t>
            </a:r>
            <a:r>
              <a:rPr lang="en-US" kern="0" dirty="0">
                <a:latin typeface="+mn-lt"/>
                <a:ea typeface="ＭＳ Ｐゴシック" pitchFamily="34" charset="-128"/>
                <a:cs typeface="+mn-cs"/>
              </a:rPr>
              <a:t> : le </a:t>
            </a:r>
            <a:r>
              <a:rPr lang="en-US" kern="0" dirty="0" err="1">
                <a:latin typeface="+mn-lt"/>
                <a:ea typeface="ＭＳ Ｐゴシック" pitchFamily="34" charset="-128"/>
                <a:cs typeface="+mn-cs"/>
              </a:rPr>
              <a:t>parcours</a:t>
            </a:r>
            <a:r>
              <a:rPr lang="en-US" kern="0" dirty="0">
                <a:latin typeface="+mn-lt"/>
                <a:ea typeface="ＭＳ Ｐゴシック" pitchFamily="34" charset="-128"/>
                <a:cs typeface="+mn-cs"/>
              </a:rPr>
              <a:t> de </a:t>
            </a:r>
            <a:r>
              <a:rPr lang="en-US" kern="0" dirty="0" err="1">
                <a:latin typeface="+mn-lt"/>
                <a:ea typeface="ＭＳ Ｐゴシック" pitchFamily="34" charset="-128"/>
                <a:cs typeface="+mn-cs"/>
              </a:rPr>
              <a:t>listes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multidimensionnelles</a:t>
            </a:r>
            <a:r>
              <a:rPr lang="en-US" kern="0" dirty="0">
                <a:latin typeface="+mn-lt"/>
                <a:ea typeface="ＭＳ Ｐゴシック" pitchFamily="34" charset="-128"/>
                <a:cs typeface="+mn-cs"/>
              </a:rPr>
              <a:t> se </a:t>
            </a:r>
            <a:r>
              <a:rPr lang="en-US" kern="0" dirty="0" err="1">
                <a:latin typeface="+mn-lt"/>
                <a:ea typeface="ＭＳ Ｐゴシック" pitchFamily="34" charset="-128"/>
                <a:cs typeface="+mn-cs"/>
              </a:rPr>
              <a:t>fera</a:t>
            </a:r>
            <a:r>
              <a:rPr lang="en-US" kern="0" dirty="0">
                <a:latin typeface="+mn-lt"/>
                <a:ea typeface="ＭＳ Ｐゴシック" pitchFamily="34" charset="-128"/>
                <a:cs typeface="+mn-cs"/>
              </a:rPr>
              <a:t> en </a:t>
            </a:r>
            <a:r>
              <a:rPr lang="en-US" kern="0" dirty="0" err="1">
                <a:latin typeface="+mn-lt"/>
                <a:ea typeface="ＭＳ Ｐゴシック" pitchFamily="34" charset="-128"/>
                <a:cs typeface="+mn-cs"/>
              </a:rPr>
              <a:t>imbriquant</a:t>
            </a:r>
            <a:r>
              <a:rPr lang="en-US" kern="0" dirty="0">
                <a:latin typeface="+mn-lt"/>
                <a:ea typeface="ＭＳ Ｐゴシック" pitchFamily="34" charset="-128"/>
                <a:cs typeface="+mn-cs"/>
              </a:rPr>
              <a:t> des boucles for.</a:t>
            </a:r>
          </a:p>
        </p:txBody>
      </p:sp>
      <p:sp>
        <p:nvSpPr>
          <p:cNvPr id="13" name="Rectangle à coins arrondis 12"/>
          <p:cNvSpPr/>
          <p:nvPr/>
        </p:nvSpPr>
        <p:spPr>
          <a:xfrm>
            <a:off x="642938" y="2349500"/>
            <a:ext cx="8321675" cy="2722563"/>
          </a:xfrm>
          <a:prstGeom prst="roundRect">
            <a:avLst/>
          </a:prstGeom>
          <a:solidFill>
            <a:schemeClr val="bg1"/>
          </a:solidFill>
        </p:spPr>
        <p:style>
          <a:lnRef idx="1">
            <a:schemeClr val="accent6"/>
          </a:lnRef>
          <a:fillRef idx="2">
            <a:schemeClr val="accent6"/>
          </a:fillRef>
          <a:effectRef idx="1">
            <a:schemeClr val="accent6"/>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ro-RO" b="1" dirty="0">
                <a:solidFill>
                  <a:schemeClr val="tx1"/>
                </a:solidFill>
                <a:latin typeface="Courier New"/>
                <a:cs typeface="Courier New"/>
              </a:rPr>
              <a:t>plateau = [[</a:t>
            </a:r>
            <a:r>
              <a:rPr lang="ro-RO" b="1" dirty="0">
                <a:solidFill>
                  <a:srgbClr val="3366FF"/>
                </a:solidFill>
                <a:latin typeface="Courier New"/>
                <a:cs typeface="Courier New"/>
              </a:rPr>
              <a:t>0</a:t>
            </a:r>
            <a:r>
              <a:rPr lang="ro-RO" b="1" dirty="0">
                <a:solidFill>
                  <a:schemeClr val="tx1"/>
                </a:solidFill>
                <a:latin typeface="Courier New"/>
                <a:cs typeface="Courier New"/>
              </a:rPr>
              <a:t>]*</a:t>
            </a:r>
            <a:r>
              <a:rPr lang="ro-RO" b="1" dirty="0">
                <a:solidFill>
                  <a:srgbClr val="3366FF"/>
                </a:solidFill>
                <a:latin typeface="Courier New"/>
                <a:cs typeface="Courier New"/>
              </a:rPr>
              <a:t>3</a:t>
            </a:r>
            <a:r>
              <a:rPr lang="ro-RO" b="1" dirty="0">
                <a:solidFill>
                  <a:schemeClr val="tx1"/>
                </a:solidFill>
                <a:latin typeface="Courier New"/>
                <a:cs typeface="Courier New"/>
              </a:rPr>
              <a:t> </a:t>
            </a:r>
            <a:r>
              <a:rPr lang="ro-RO" b="1" dirty="0">
                <a:solidFill>
                  <a:srgbClr val="0000FF"/>
                </a:solidFill>
                <a:latin typeface="Courier New"/>
                <a:cs typeface="Courier New"/>
              </a:rPr>
              <a:t>for</a:t>
            </a:r>
            <a:r>
              <a:rPr lang="ro-RO" b="1" dirty="0">
                <a:solidFill>
                  <a:schemeClr val="tx1"/>
                </a:solidFill>
                <a:latin typeface="Courier New"/>
                <a:cs typeface="Courier New"/>
              </a:rPr>
              <a:t> i </a:t>
            </a:r>
            <a:r>
              <a:rPr lang="ro-RO" b="1" dirty="0">
                <a:solidFill>
                  <a:srgbClr val="0000FF"/>
                </a:solidFill>
                <a:latin typeface="Courier New"/>
                <a:cs typeface="Courier New"/>
              </a:rPr>
              <a:t>in</a:t>
            </a:r>
            <a:r>
              <a:rPr lang="ro-RO" b="1" dirty="0">
                <a:solidFill>
                  <a:schemeClr val="tx1"/>
                </a:solidFill>
                <a:latin typeface="Courier New"/>
                <a:cs typeface="Courier New"/>
              </a:rPr>
              <a:t> </a:t>
            </a:r>
            <a:r>
              <a:rPr lang="ro-RO" b="1" dirty="0">
                <a:solidFill>
                  <a:srgbClr val="3366FF"/>
                </a:solidFill>
                <a:latin typeface="Courier New"/>
                <a:cs typeface="Courier New"/>
              </a:rPr>
              <a:t>range</a:t>
            </a:r>
            <a:r>
              <a:rPr lang="ro-RO" b="1" dirty="0">
                <a:solidFill>
                  <a:schemeClr val="tx1"/>
                </a:solidFill>
                <a:latin typeface="Courier New"/>
                <a:cs typeface="Courier New"/>
              </a:rPr>
              <a:t>(</a:t>
            </a:r>
            <a:r>
              <a:rPr lang="ro-RO" b="1" dirty="0">
                <a:solidFill>
                  <a:srgbClr val="3366FF"/>
                </a:solidFill>
                <a:latin typeface="Courier New"/>
                <a:cs typeface="Courier New"/>
              </a:rPr>
              <a:t>4</a:t>
            </a:r>
            <a:r>
              <a:rPr lang="ro-RO" b="1" dirty="0">
                <a:solidFill>
                  <a:schemeClr val="tx1"/>
                </a:solidFill>
                <a:latin typeface="Courier New"/>
                <a:cs typeface="Courier New"/>
              </a:rPr>
              <a:t>)]</a:t>
            </a:r>
          </a:p>
          <a:p>
            <a:pPr lvl="1" eaLnBrk="1" hangingPunct="1">
              <a:spcBef>
                <a:spcPct val="50000"/>
              </a:spcBef>
              <a:buClr>
                <a:srgbClr val="336666"/>
              </a:buClr>
              <a:buFont typeface="Wingdings" pitchFamily="2" charset="2"/>
              <a:buNone/>
              <a:defRPr/>
            </a:pPr>
            <a:r>
              <a:rPr lang="ro-RO" b="1" dirty="0">
                <a:solidFill>
                  <a:schemeClr val="tx1"/>
                </a:solidFill>
                <a:latin typeface="Courier New"/>
                <a:cs typeface="Courier New"/>
              </a:rPr>
              <a:t>plateau[</a:t>
            </a:r>
            <a:r>
              <a:rPr lang="ro-RO" b="1" dirty="0">
                <a:solidFill>
                  <a:srgbClr val="3366FF"/>
                </a:solidFill>
                <a:latin typeface="Courier New"/>
                <a:cs typeface="Courier New"/>
              </a:rPr>
              <a:t>3</a:t>
            </a:r>
            <a:r>
              <a:rPr lang="ro-RO" b="1" dirty="0">
                <a:solidFill>
                  <a:schemeClr val="tx1"/>
                </a:solidFill>
                <a:latin typeface="Courier New"/>
                <a:cs typeface="Courier New"/>
              </a:rPr>
              <a:t>][</a:t>
            </a:r>
            <a:r>
              <a:rPr lang="ro-RO" b="1" dirty="0">
                <a:solidFill>
                  <a:srgbClr val="3366FF"/>
                </a:solidFill>
                <a:latin typeface="Courier New"/>
                <a:cs typeface="Courier New"/>
              </a:rPr>
              <a:t>2</a:t>
            </a:r>
            <a:r>
              <a:rPr lang="ro-RO" b="1" dirty="0">
                <a:solidFill>
                  <a:schemeClr val="tx1"/>
                </a:solidFill>
                <a:latin typeface="Courier New"/>
                <a:cs typeface="Courier New"/>
              </a:rPr>
              <a:t>] = </a:t>
            </a:r>
            <a:r>
              <a:rPr lang="ro-RO" b="1" dirty="0">
                <a:solidFill>
                  <a:srgbClr val="3366FF"/>
                </a:solidFill>
                <a:latin typeface="Courier New"/>
                <a:cs typeface="Courier New"/>
              </a:rPr>
              <a:t>666</a:t>
            </a:r>
          </a:p>
          <a:p>
            <a:pPr lvl="1" eaLnBrk="1" hangingPunct="1">
              <a:spcBef>
                <a:spcPct val="50000"/>
              </a:spcBef>
              <a:buClr>
                <a:srgbClr val="336666"/>
              </a:buClr>
              <a:buFont typeface="Wingdings" pitchFamily="2" charset="2"/>
              <a:buNone/>
              <a:defRPr/>
            </a:pPr>
            <a:r>
              <a:rPr lang="ro-RO" b="1" dirty="0">
                <a:solidFill>
                  <a:srgbClr val="0000FF"/>
                </a:solidFill>
                <a:latin typeface="Courier New"/>
                <a:cs typeface="Courier New"/>
              </a:rPr>
              <a:t>for</a:t>
            </a:r>
            <a:r>
              <a:rPr lang="ro-RO" b="1" dirty="0">
                <a:solidFill>
                  <a:schemeClr val="tx1"/>
                </a:solidFill>
                <a:latin typeface="Courier New"/>
                <a:cs typeface="Courier New"/>
              </a:rPr>
              <a:t> ligne </a:t>
            </a:r>
            <a:r>
              <a:rPr lang="ro-RO" b="1" dirty="0">
                <a:solidFill>
                  <a:srgbClr val="0000FF"/>
                </a:solidFill>
                <a:latin typeface="Courier New"/>
                <a:cs typeface="Courier New"/>
              </a:rPr>
              <a:t>in</a:t>
            </a:r>
            <a:r>
              <a:rPr lang="ro-RO" b="1" dirty="0">
                <a:solidFill>
                  <a:schemeClr val="tx1"/>
                </a:solidFill>
                <a:latin typeface="Courier New"/>
                <a:cs typeface="Courier New"/>
              </a:rPr>
              <a:t> plateau:</a:t>
            </a:r>
          </a:p>
          <a:p>
            <a:pPr lvl="1" eaLnBrk="1" hangingPunct="1">
              <a:spcBef>
                <a:spcPct val="50000"/>
              </a:spcBef>
              <a:buClr>
                <a:srgbClr val="336666"/>
              </a:buClr>
              <a:buFont typeface="Wingdings" pitchFamily="2" charset="2"/>
              <a:buNone/>
              <a:defRPr/>
            </a:pPr>
            <a:r>
              <a:rPr lang="ro-RO" b="1" dirty="0">
                <a:solidFill>
                  <a:schemeClr val="tx1"/>
                </a:solidFill>
                <a:latin typeface="Courier New"/>
                <a:cs typeface="Courier New"/>
              </a:rPr>
              <a:t>    </a:t>
            </a:r>
            <a:r>
              <a:rPr lang="ro-RO" b="1" dirty="0">
                <a:solidFill>
                  <a:srgbClr val="0000FF"/>
                </a:solidFill>
                <a:latin typeface="Courier New"/>
                <a:cs typeface="Courier New"/>
              </a:rPr>
              <a:t>for</a:t>
            </a:r>
            <a:r>
              <a:rPr lang="ro-RO" b="1" dirty="0">
                <a:solidFill>
                  <a:schemeClr val="tx1"/>
                </a:solidFill>
                <a:latin typeface="Courier New"/>
                <a:cs typeface="Courier New"/>
              </a:rPr>
              <a:t> x </a:t>
            </a:r>
            <a:r>
              <a:rPr lang="ro-RO" b="1" dirty="0">
                <a:solidFill>
                  <a:srgbClr val="0000FF"/>
                </a:solidFill>
                <a:latin typeface="Courier New"/>
                <a:cs typeface="Courier New"/>
              </a:rPr>
              <a:t>in</a:t>
            </a:r>
            <a:r>
              <a:rPr lang="ro-RO" b="1" dirty="0">
                <a:solidFill>
                  <a:schemeClr val="tx1"/>
                </a:solidFill>
                <a:latin typeface="Courier New"/>
                <a:cs typeface="Courier New"/>
              </a:rPr>
              <a:t> ligne:</a:t>
            </a:r>
          </a:p>
          <a:p>
            <a:pPr lvl="1" eaLnBrk="1" hangingPunct="1">
              <a:spcBef>
                <a:spcPct val="50000"/>
              </a:spcBef>
              <a:buClr>
                <a:srgbClr val="336666"/>
              </a:buClr>
              <a:buFont typeface="Wingdings" pitchFamily="2" charset="2"/>
              <a:buNone/>
              <a:defRPr/>
            </a:pPr>
            <a:r>
              <a:rPr lang="ro-RO" b="1" dirty="0">
                <a:solidFill>
                  <a:schemeClr val="tx1"/>
                </a:solidFill>
                <a:latin typeface="Courier New"/>
                <a:cs typeface="Courier New"/>
              </a:rPr>
              <a:t>        </a:t>
            </a:r>
            <a:r>
              <a:rPr lang="ro-RO" b="1" dirty="0">
                <a:solidFill>
                  <a:srgbClr val="3366FF"/>
                </a:solidFill>
                <a:latin typeface="Courier New"/>
                <a:cs typeface="Courier New"/>
              </a:rPr>
              <a:t>print</a:t>
            </a:r>
            <a:r>
              <a:rPr lang="ro-RO" b="1" dirty="0">
                <a:solidFill>
                  <a:schemeClr val="tx1"/>
                </a:solidFill>
                <a:latin typeface="Courier New"/>
                <a:cs typeface="Courier New"/>
              </a:rPr>
              <a:t>(x,</a:t>
            </a:r>
            <a:r>
              <a:rPr lang="ro-RO" b="1" dirty="0">
                <a:solidFill>
                  <a:srgbClr val="008000"/>
                </a:solidFill>
                <a:latin typeface="Courier New"/>
                <a:cs typeface="Courier New"/>
              </a:rPr>
              <a:t>' '</a:t>
            </a:r>
            <a:r>
              <a:rPr lang="ro-RO" b="1" dirty="0">
                <a:solidFill>
                  <a:schemeClr val="tx1"/>
                </a:solidFill>
                <a:latin typeface="Courier New"/>
                <a:cs typeface="Courier New"/>
              </a:rPr>
              <a:t>,</a:t>
            </a:r>
            <a:r>
              <a:rPr lang="ro-RO" b="1" dirty="0">
                <a:solidFill>
                  <a:schemeClr val="accent4">
                    <a:lumMod val="50000"/>
                  </a:schemeClr>
                </a:solidFill>
                <a:latin typeface="Courier New"/>
                <a:cs typeface="Courier New"/>
              </a:rPr>
              <a:t>end</a:t>
            </a:r>
            <a:r>
              <a:rPr lang="ro-RO" b="1" dirty="0">
                <a:solidFill>
                  <a:schemeClr val="tx1"/>
                </a:solidFill>
                <a:latin typeface="Courier New"/>
                <a:cs typeface="Courier New"/>
              </a:rPr>
              <a:t>=</a:t>
            </a:r>
            <a:r>
              <a:rPr lang="ro-RO" b="1" dirty="0">
                <a:solidFill>
                  <a:srgbClr val="008000"/>
                </a:solidFill>
                <a:latin typeface="Courier New"/>
                <a:cs typeface="Courier New"/>
              </a:rPr>
              <a:t>''</a:t>
            </a:r>
            <a:r>
              <a:rPr lang="ro-RO" b="1" dirty="0">
                <a:solidFill>
                  <a:schemeClr val="tx1"/>
                </a:solidFill>
                <a:latin typeface="Courier New"/>
                <a:cs typeface="Courier New"/>
              </a:rPr>
              <a:t>)</a:t>
            </a:r>
          </a:p>
          <a:p>
            <a:pPr lvl="1" eaLnBrk="1" hangingPunct="1">
              <a:spcBef>
                <a:spcPct val="50000"/>
              </a:spcBef>
              <a:buClr>
                <a:srgbClr val="336666"/>
              </a:buClr>
              <a:buFont typeface="Wingdings" pitchFamily="2" charset="2"/>
              <a:buNone/>
              <a:defRPr/>
            </a:pPr>
            <a:r>
              <a:rPr lang="ro-RO" b="1" dirty="0">
                <a:solidFill>
                  <a:schemeClr val="tx1"/>
                </a:solidFill>
                <a:latin typeface="Courier New"/>
                <a:cs typeface="Courier New"/>
              </a:rPr>
              <a:t>    </a:t>
            </a:r>
            <a:r>
              <a:rPr lang="ro-RO" b="1" dirty="0">
                <a:solidFill>
                  <a:srgbClr val="3366FF"/>
                </a:solidFill>
                <a:latin typeface="Courier New"/>
                <a:cs typeface="Courier New"/>
              </a:rPr>
              <a:t>print</a:t>
            </a:r>
            <a:r>
              <a:rPr lang="ro-RO" b="1" dirty="0">
                <a:solidFill>
                  <a:schemeClr val="tx1"/>
                </a:solidFill>
                <a:latin typeface="Courier New"/>
                <a:cs typeface="Courier New"/>
              </a:rPr>
              <a:t>(</a:t>
            </a:r>
            <a:r>
              <a:rPr lang="ro-RO" b="1" dirty="0">
                <a:solidFill>
                  <a:srgbClr val="008000"/>
                </a:solidFill>
                <a:latin typeface="Courier New"/>
                <a:cs typeface="Courier New"/>
              </a:rPr>
              <a:t>'</a:t>
            </a:r>
            <a:r>
              <a:rPr lang="ro-RO" b="1" dirty="0">
                <a:solidFill>
                  <a:srgbClr val="0000FF"/>
                </a:solidFill>
                <a:latin typeface="Courier New"/>
                <a:cs typeface="Courier New"/>
              </a:rPr>
              <a:t>\n</a:t>
            </a:r>
            <a:r>
              <a:rPr lang="ro-RO" b="1" dirty="0">
                <a:solidFill>
                  <a:srgbClr val="008000"/>
                </a:solidFill>
                <a:latin typeface="Courier New"/>
                <a:cs typeface="Courier New"/>
              </a:rPr>
              <a:t>'</a:t>
            </a:r>
            <a:r>
              <a:rPr lang="ro-RO" b="1" dirty="0">
                <a:solidFill>
                  <a:schemeClr val="tx1"/>
                </a:solidFill>
                <a:latin typeface="Courier New"/>
                <a:cs typeface="Courier New"/>
              </a:rPr>
              <a:t>)</a:t>
            </a:r>
            <a:endParaRPr lang="fr-FR" b="1" dirty="0">
              <a:solidFill>
                <a:schemeClr val="tx1"/>
              </a:solidFill>
              <a:latin typeface="Courier New"/>
              <a:cs typeface="Courier New"/>
            </a:endParaRPr>
          </a:p>
        </p:txBody>
      </p:sp>
      <p:pic>
        <p:nvPicPr>
          <p:cNvPr id="90120" name="Image 1" descr="Image 8.png"/>
          <p:cNvPicPr>
            <a:picLocks noChangeAspect="1"/>
          </p:cNvPicPr>
          <p:nvPr/>
        </p:nvPicPr>
        <p:blipFill>
          <a:blip r:embed="rId4"/>
          <a:srcRect/>
          <a:stretch>
            <a:fillRect/>
          </a:stretch>
        </p:blipFill>
        <p:spPr bwMode="auto">
          <a:xfrm>
            <a:off x="4000500" y="5286375"/>
            <a:ext cx="1116013" cy="1425575"/>
          </a:xfrm>
          <a:prstGeom prst="rect">
            <a:avLst/>
          </a:prstGeom>
          <a:noFill/>
          <a:ln w="9525">
            <a:solidFill>
              <a:srgbClr val="000000"/>
            </a:solidFill>
            <a:miter lim="800000"/>
            <a:headEnd/>
            <a:tailEnd/>
          </a:ln>
        </p:spPr>
      </p:pic>
      <p:cxnSp>
        <p:nvCxnSpPr>
          <p:cNvPr id="18" name="Connecteur droit avec flèche 17"/>
          <p:cNvCxnSpPr>
            <a:cxnSpLocks noChangeShapeType="1"/>
          </p:cNvCxnSpPr>
          <p:nvPr/>
        </p:nvCxnSpPr>
        <p:spPr bwMode="auto">
          <a:xfrm>
            <a:off x="2500313" y="5929313"/>
            <a:ext cx="1296987"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
        <p:nvSpPr>
          <p:cNvPr id="2" name="ZoneTexte 1"/>
          <p:cNvSpPr txBox="1"/>
          <p:nvPr/>
        </p:nvSpPr>
        <p:spPr>
          <a:xfrm>
            <a:off x="5615608" y="5124143"/>
            <a:ext cx="3528392" cy="2169825"/>
          </a:xfrm>
          <a:prstGeom prst="rect">
            <a:avLst/>
          </a:prstGeom>
          <a:noFill/>
        </p:spPr>
        <p:txBody>
          <a:bodyPr wrap="square" rtlCol="0">
            <a:spAutoFit/>
          </a:bodyPr>
          <a:lstStyle/>
          <a:p>
            <a:pPr algn="just">
              <a:spcBef>
                <a:spcPct val="20000"/>
              </a:spcBef>
              <a:spcAft>
                <a:spcPct val="30000"/>
              </a:spcAft>
              <a:buClr>
                <a:schemeClr val="hlink"/>
              </a:buClr>
              <a:defRPr/>
            </a:pPr>
            <a:r>
              <a:rPr lang="fr-MA" kern="0" dirty="0">
                <a:ea typeface="ＭＳ Ｐゴシック" pitchFamily="34" charset="-128"/>
              </a:rPr>
              <a:t>l’argument end</a:t>
            </a:r>
            <a:r>
              <a:rPr lang="fr-MA" kern="0" dirty="0" smtClean="0">
                <a:ea typeface="ＭＳ Ｐゴシック" pitchFamily="34" charset="-128"/>
              </a:rPr>
              <a:t>=‘ ' </a:t>
            </a:r>
            <a:r>
              <a:rPr lang="fr-MA" kern="0" dirty="0">
                <a:ea typeface="ＭＳ Ｐゴシック" pitchFamily="34" charset="-128"/>
              </a:rPr>
              <a:t>dit à Python :</a:t>
            </a:r>
          </a:p>
          <a:p>
            <a:pPr algn="just">
              <a:spcBef>
                <a:spcPct val="20000"/>
              </a:spcBef>
              <a:spcAft>
                <a:spcPct val="30000"/>
              </a:spcAft>
              <a:buClr>
                <a:schemeClr val="hlink"/>
              </a:buClr>
              <a:defRPr/>
            </a:pPr>
            <a:r>
              <a:rPr lang="fr-MA" kern="0" dirty="0">
                <a:ea typeface="ＭＳ Ｐゴシック" pitchFamily="34" charset="-128"/>
              </a:rPr>
              <a:t>« N’ajoute rien après l’affichage »</a:t>
            </a:r>
            <a:br>
              <a:rPr lang="fr-MA" kern="0" dirty="0">
                <a:ea typeface="ＭＳ Ｐゴシック" pitchFamily="34" charset="-128"/>
              </a:rPr>
            </a:br>
            <a:r>
              <a:rPr lang="fr-MA" kern="0" dirty="0">
                <a:ea typeface="ＭＳ Ｐゴシック" pitchFamily="34" charset="-128"/>
              </a:rPr>
              <a:t>(au lieu d’ajouter \n).</a:t>
            </a:r>
          </a:p>
          <a:p>
            <a:pPr algn="just">
              <a:spcBef>
                <a:spcPct val="20000"/>
              </a:spcBef>
              <a:spcAft>
                <a:spcPct val="30000"/>
              </a:spcAft>
              <a:buClr>
                <a:schemeClr val="hlink"/>
              </a:buClr>
              <a:defRPr/>
            </a:pPr>
            <a:r>
              <a:rPr lang="fr-MA" kern="0" dirty="0">
                <a:ea typeface="ＭＳ Ｐゴシック" pitchFamily="34" charset="-128"/>
              </a:rPr>
              <a:t>Donc plusieurs </a:t>
            </a:r>
            <a:r>
              <a:rPr lang="fr-MA" kern="0" dirty="0" err="1">
                <a:ea typeface="ＭＳ Ｐゴシック" pitchFamily="34" charset="-128"/>
              </a:rPr>
              <a:t>print</a:t>
            </a:r>
            <a:r>
              <a:rPr lang="fr-MA" kern="0" dirty="0">
                <a:ea typeface="ＭＳ Ｐゴシック" pitchFamily="34" charset="-128"/>
              </a:rPr>
              <a:t>() vont s’enchaîner sur la même ligne.</a:t>
            </a:r>
          </a:p>
          <a:p>
            <a:pPr algn="just">
              <a:spcBef>
                <a:spcPct val="20000"/>
              </a:spcBef>
              <a:spcAft>
                <a:spcPct val="30000"/>
              </a:spcAft>
              <a:buClr>
                <a:schemeClr val="hlink"/>
              </a:buClr>
              <a:defRPr/>
            </a:pPr>
            <a:endParaRPr lang="en-US" kern="0" dirty="0">
              <a:ea typeface="ＭＳ Ｐゴシック" pitchFamily="34" charset="-128"/>
            </a:endParaRPr>
          </a:p>
        </p:txBody>
      </p:sp>
    </p:spTree>
    <p:custDataLst>
      <p:tags r:id="rId1"/>
    </p:custDataLst>
    <p:extLst>
      <p:ext uri="{BB962C8B-B14F-4D97-AF65-F5344CB8AC3E}">
        <p14:creationId xmlns:p14="http://schemas.microsoft.com/office/powerpoint/2010/main" val="345738780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0120"/>
                                        </p:tgtEl>
                                        <p:attrNameLst>
                                          <p:attrName>style.visibility</p:attrName>
                                        </p:attrNameLst>
                                      </p:cBhvr>
                                      <p:to>
                                        <p:strVal val="visible"/>
                                      </p:to>
                                    </p:set>
                                    <p:animEffect transition="in" filter="checkerboard(across)">
                                      <p:cBhvr>
                                        <p:cTn id="7" dur="500"/>
                                        <p:tgtEl>
                                          <p:spTgt spid="90120"/>
                                        </p:tgtEl>
                                      </p:cBhvr>
                                    </p:animEffect>
                                  </p:childTnLst>
                                </p:cTn>
                              </p:par>
                              <p:par>
                                <p:cTn id="8" presetID="5"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checkerboard(across)">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979712" y="1484784"/>
            <a:ext cx="5688632" cy="2862322"/>
          </a:xfrm>
          <a:prstGeom prst="rect">
            <a:avLst/>
          </a:prstGeom>
          <a:noFill/>
        </p:spPr>
        <p:txBody>
          <a:bodyPr wrap="square" rtlCol="0">
            <a:spAutoFit/>
          </a:bodyPr>
          <a:lstStyle/>
          <a:p>
            <a:r>
              <a:rPr lang="en-US" dirty="0" err="1"/>
              <a:t>Que</a:t>
            </a:r>
            <a:r>
              <a:rPr lang="en-US" dirty="0"/>
              <a:t> fait </a:t>
            </a:r>
            <a:r>
              <a:rPr lang="en-US" dirty="0" err="1"/>
              <a:t>ce</a:t>
            </a:r>
            <a:r>
              <a:rPr lang="en-US" dirty="0"/>
              <a:t> code </a:t>
            </a:r>
            <a:r>
              <a:rPr lang="en-US" dirty="0" smtClean="0"/>
              <a:t>?</a:t>
            </a:r>
          </a:p>
          <a:p>
            <a:endParaRPr lang="en-US" dirty="0" smtClean="0"/>
          </a:p>
          <a:p>
            <a:r>
              <a:rPr lang="en-US" dirty="0" err="1"/>
              <a:t>liste</a:t>
            </a:r>
            <a:r>
              <a:rPr lang="en-US" dirty="0"/>
              <a:t> = [1, 2, 3</a:t>
            </a:r>
            <a:r>
              <a:rPr lang="en-US" dirty="0" smtClean="0"/>
              <a:t>]</a:t>
            </a:r>
          </a:p>
          <a:p>
            <a:r>
              <a:rPr lang="en-US" dirty="0" err="1" smtClean="0"/>
              <a:t>liste.append</a:t>
            </a:r>
            <a:r>
              <a:rPr lang="en-US" dirty="0"/>
              <a:t>([4, 5</a:t>
            </a:r>
            <a:r>
              <a:rPr lang="en-US" dirty="0" smtClean="0"/>
              <a:t>])</a:t>
            </a:r>
          </a:p>
          <a:p>
            <a:r>
              <a:rPr lang="en-US" dirty="0" smtClean="0"/>
              <a:t>print(</a:t>
            </a:r>
            <a:r>
              <a:rPr lang="en-US" dirty="0" err="1" smtClean="0"/>
              <a:t>len</a:t>
            </a:r>
            <a:r>
              <a:rPr lang="en-US" dirty="0" smtClean="0"/>
              <a:t>(</a:t>
            </a:r>
            <a:r>
              <a:rPr lang="en-US" dirty="0" err="1" smtClean="0"/>
              <a:t>liste</a:t>
            </a:r>
            <a:r>
              <a:rPr lang="en-US" dirty="0" smtClean="0"/>
              <a:t>))</a:t>
            </a:r>
          </a:p>
          <a:p>
            <a:endParaRPr lang="fr-FR" dirty="0"/>
          </a:p>
          <a:p>
            <a:r>
              <a:rPr lang="fr-FR" dirty="0" smtClean="0"/>
              <a:t>Réponses :</a:t>
            </a:r>
          </a:p>
          <a:p>
            <a:r>
              <a:rPr lang="pt-BR" dirty="0"/>
              <a:t>a) 3</a:t>
            </a:r>
            <a:br>
              <a:rPr lang="pt-BR" dirty="0"/>
            </a:br>
            <a:r>
              <a:rPr lang="pt-BR" dirty="0" smtClean="0"/>
              <a:t>b</a:t>
            </a:r>
            <a:r>
              <a:rPr lang="pt-BR" dirty="0"/>
              <a:t>) 4</a:t>
            </a:r>
            <a:br>
              <a:rPr lang="pt-BR" dirty="0"/>
            </a:br>
            <a:r>
              <a:rPr lang="pt-BR" dirty="0" smtClean="0"/>
              <a:t>c</a:t>
            </a:r>
            <a:r>
              <a:rPr lang="pt-BR" dirty="0"/>
              <a:t>) 5</a:t>
            </a:r>
            <a:endParaRPr lang="en-US" dirty="0"/>
          </a:p>
        </p:txBody>
      </p:sp>
    </p:spTree>
    <p:extLst>
      <p:ext uri="{BB962C8B-B14F-4D97-AF65-F5344CB8AC3E}">
        <p14:creationId xmlns:p14="http://schemas.microsoft.com/office/powerpoint/2010/main" val="2978997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763688" y="1747654"/>
            <a:ext cx="6511542" cy="3416320"/>
          </a:xfrm>
          <a:prstGeom prst="rect">
            <a:avLst/>
          </a:prstGeom>
          <a:noFill/>
        </p:spPr>
        <p:txBody>
          <a:bodyPr wrap="square" rtlCol="0">
            <a:spAutoFit/>
          </a:bodyPr>
          <a:lstStyle/>
          <a:p>
            <a:r>
              <a:rPr lang="en-US" dirty="0" err="1"/>
              <a:t>Que</a:t>
            </a:r>
            <a:r>
              <a:rPr lang="en-US" dirty="0"/>
              <a:t> fait </a:t>
            </a:r>
            <a:r>
              <a:rPr lang="en-US" dirty="0" err="1"/>
              <a:t>ce</a:t>
            </a:r>
            <a:r>
              <a:rPr lang="en-US" dirty="0"/>
              <a:t> code </a:t>
            </a:r>
            <a:r>
              <a:rPr lang="en-US" dirty="0" smtClean="0"/>
              <a:t>?</a:t>
            </a:r>
          </a:p>
          <a:p>
            <a:endParaRPr lang="en-US" dirty="0" smtClean="0"/>
          </a:p>
          <a:p>
            <a:r>
              <a:rPr lang="en-US" dirty="0" err="1"/>
              <a:t>liste</a:t>
            </a:r>
            <a:r>
              <a:rPr lang="en-US" dirty="0"/>
              <a:t> = [1, 2, 3</a:t>
            </a:r>
            <a:r>
              <a:rPr lang="en-US" dirty="0" smtClean="0"/>
              <a:t>]</a:t>
            </a:r>
          </a:p>
          <a:p>
            <a:r>
              <a:rPr lang="en-US" dirty="0" err="1" smtClean="0"/>
              <a:t>liste.append</a:t>
            </a:r>
            <a:r>
              <a:rPr lang="en-US" dirty="0"/>
              <a:t>([4, 5</a:t>
            </a:r>
            <a:r>
              <a:rPr lang="en-US" dirty="0" smtClean="0"/>
              <a:t>])</a:t>
            </a:r>
          </a:p>
          <a:p>
            <a:r>
              <a:rPr lang="en-US" dirty="0" smtClean="0"/>
              <a:t>print(</a:t>
            </a:r>
            <a:r>
              <a:rPr lang="en-US" dirty="0" err="1" smtClean="0"/>
              <a:t>len</a:t>
            </a:r>
            <a:r>
              <a:rPr lang="en-US" dirty="0" smtClean="0"/>
              <a:t>(</a:t>
            </a:r>
            <a:r>
              <a:rPr lang="en-US" dirty="0" err="1" smtClean="0"/>
              <a:t>liste</a:t>
            </a:r>
            <a:r>
              <a:rPr lang="en-US" dirty="0" smtClean="0"/>
              <a:t>))</a:t>
            </a:r>
          </a:p>
          <a:p>
            <a:endParaRPr lang="fr-FR" dirty="0"/>
          </a:p>
          <a:p>
            <a:r>
              <a:rPr lang="fr-FR" dirty="0" smtClean="0"/>
              <a:t>Réponses :</a:t>
            </a:r>
          </a:p>
          <a:p>
            <a:pPr marL="342900" indent="-342900">
              <a:buAutoNum type="alphaLcParenR"/>
            </a:pPr>
            <a:r>
              <a:rPr lang="pt-BR" dirty="0" smtClean="0"/>
              <a:t>3</a:t>
            </a:r>
          </a:p>
          <a:p>
            <a:r>
              <a:rPr lang="pt-BR" dirty="0" smtClean="0"/>
              <a:t>b</a:t>
            </a:r>
            <a:r>
              <a:rPr lang="pt-BR" dirty="0"/>
              <a:t>) </a:t>
            </a:r>
            <a:r>
              <a:rPr lang="pt-BR" dirty="0" smtClean="0"/>
              <a:t> 4</a:t>
            </a:r>
            <a:r>
              <a:rPr lang="pt-BR" dirty="0"/>
              <a:t/>
            </a:r>
            <a:br>
              <a:rPr lang="pt-BR" dirty="0"/>
            </a:br>
            <a:r>
              <a:rPr lang="pt-BR" dirty="0" smtClean="0"/>
              <a:t>c</a:t>
            </a:r>
            <a:r>
              <a:rPr lang="pt-BR" dirty="0"/>
              <a:t>) </a:t>
            </a:r>
            <a:r>
              <a:rPr lang="pt-BR" dirty="0" smtClean="0"/>
              <a:t> 5</a:t>
            </a:r>
          </a:p>
          <a:p>
            <a:pPr marL="342900" indent="-342900">
              <a:buAutoNum type="alphaLcParenR"/>
            </a:pPr>
            <a:endParaRPr lang="pt-BR" dirty="0"/>
          </a:p>
          <a:p>
            <a:r>
              <a:rPr lang="fr-MA" b="1" dirty="0"/>
              <a:t>b)</a:t>
            </a:r>
            <a:r>
              <a:rPr lang="fr-MA" dirty="0"/>
              <a:t> (car [4,5] est ajouté comme un seul élément → [1,2,3,[4,5]])</a:t>
            </a:r>
            <a:endParaRPr lang="en-US" dirty="0"/>
          </a:p>
        </p:txBody>
      </p:sp>
    </p:spTree>
    <p:extLst>
      <p:ext uri="{BB962C8B-B14F-4D97-AF65-F5344CB8AC3E}">
        <p14:creationId xmlns:p14="http://schemas.microsoft.com/office/powerpoint/2010/main" val="2869810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763688" y="1340768"/>
            <a:ext cx="5544616" cy="2308324"/>
          </a:xfrm>
          <a:prstGeom prst="rect">
            <a:avLst/>
          </a:prstGeom>
          <a:noFill/>
        </p:spPr>
        <p:txBody>
          <a:bodyPr wrap="square" rtlCol="0">
            <a:spAutoFit/>
          </a:bodyPr>
          <a:lstStyle/>
          <a:p>
            <a:r>
              <a:rPr lang="en-US" dirty="0"/>
              <a:t>mot = "Python"</a:t>
            </a:r>
          </a:p>
          <a:p>
            <a:r>
              <a:rPr lang="en-US" dirty="0"/>
              <a:t>mot[0] = "p"     (</a:t>
            </a:r>
            <a:r>
              <a:rPr lang="en-US" dirty="0" smtClean="0"/>
              <a:t> </a:t>
            </a:r>
            <a:r>
              <a:rPr lang="en-US" dirty="0" err="1" smtClean="0"/>
              <a:t>Erreur</a:t>
            </a:r>
            <a:r>
              <a:rPr lang="en-US" dirty="0" smtClean="0"/>
              <a:t>)</a:t>
            </a:r>
          </a:p>
          <a:p>
            <a:endParaRPr lang="fr-MA" dirty="0"/>
          </a:p>
          <a:p>
            <a:r>
              <a:rPr lang="en-US" dirty="0"/>
              <a:t>mot = "p" + mot[1:]</a:t>
            </a:r>
          </a:p>
          <a:p>
            <a:r>
              <a:rPr lang="en-US" dirty="0"/>
              <a:t>print(mot)   </a:t>
            </a:r>
            <a:r>
              <a:rPr lang="en-US" dirty="0" smtClean="0"/>
              <a:t>(</a:t>
            </a:r>
            <a:r>
              <a:rPr lang="en-US" dirty="0" err="1" smtClean="0"/>
              <a:t>affichage</a:t>
            </a:r>
            <a:r>
              <a:rPr lang="en-US" dirty="0" smtClean="0"/>
              <a:t> "python“)</a:t>
            </a:r>
          </a:p>
          <a:p>
            <a:endParaRPr lang="fr-MA" dirty="0"/>
          </a:p>
          <a:p>
            <a:endParaRPr lang="fr-MA" dirty="0" smtClean="0"/>
          </a:p>
          <a:p>
            <a:endParaRPr lang="en-US" dirty="0"/>
          </a:p>
        </p:txBody>
      </p:sp>
    </p:spTree>
    <p:extLst>
      <p:ext uri="{BB962C8B-B14F-4D97-AF65-F5344CB8AC3E}">
        <p14:creationId xmlns:p14="http://schemas.microsoft.com/office/powerpoint/2010/main" val="87214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MA" dirty="0" smtClean="0"/>
              <a:t>Les algorithmes de tri</a:t>
            </a:r>
            <a:endParaRPr lang="en-US" dirty="0"/>
          </a:p>
        </p:txBody>
      </p:sp>
      <p:sp>
        <p:nvSpPr>
          <p:cNvPr id="3" name="Espace réservé du contenu 2"/>
          <p:cNvSpPr>
            <a:spLocks noGrp="1"/>
          </p:cNvSpPr>
          <p:nvPr>
            <p:ph idx="1"/>
          </p:nvPr>
        </p:nvSpPr>
        <p:spPr/>
        <p:txBody>
          <a:bodyPr/>
          <a:lstStyle/>
          <a:p>
            <a:pPr marL="0" indent="0">
              <a:buNone/>
            </a:pPr>
            <a:r>
              <a:rPr lang="fr-MA" dirty="0" smtClean="0"/>
              <a:t>Les algorithmes de tri sont des méthodes utilisées pour réorganiser les éléments d’une liste ou d’un tableau dans un ordre spécifique (croissant, décroissant, etc.). Ils jouent un rôle fondamental en informatique et sont utilisés dans de nombreuses applications.</a:t>
            </a:r>
            <a:endParaRPr lang="en-US" dirty="0"/>
          </a:p>
        </p:txBody>
      </p:sp>
    </p:spTree>
    <p:extLst>
      <p:ext uri="{BB962C8B-B14F-4D97-AF65-F5344CB8AC3E}">
        <p14:creationId xmlns:p14="http://schemas.microsoft.com/office/powerpoint/2010/main" val="10288192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Algorithmes de tri</a:t>
            </a:r>
            <a:endParaRPr lang="fr-FR" sz="2400" b="1" dirty="0">
              <a:latin typeface="+mj-lt"/>
            </a:endParaRPr>
          </a:p>
        </p:txBody>
      </p:sp>
      <p:cxnSp>
        <p:nvCxnSpPr>
          <p:cNvPr id="1392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92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2071670" y="885750"/>
            <a:ext cx="4572000" cy="400110"/>
          </a:xfrm>
          <a:prstGeom prst="rect">
            <a:avLst/>
          </a:prstGeom>
        </p:spPr>
        <p:txBody>
          <a:bodyPr wrap="square">
            <a:spAutoFit/>
          </a:bodyPr>
          <a:lstStyle/>
          <a:p>
            <a:pPr algn="ctr"/>
            <a:r>
              <a:rPr lang="fr-FR" b="1" dirty="0" smtClean="0">
                <a:solidFill>
                  <a:srgbClr val="008E40"/>
                </a:solidFill>
                <a:latin typeface="+mj-lt"/>
              </a:rPr>
              <a:t>Tri par sélection </a:t>
            </a:r>
          </a:p>
        </p:txBody>
      </p:sp>
      <p:sp>
        <p:nvSpPr>
          <p:cNvPr id="10" name="Rectangle 9"/>
          <p:cNvSpPr/>
          <p:nvPr/>
        </p:nvSpPr>
        <p:spPr>
          <a:xfrm>
            <a:off x="500034" y="1214422"/>
            <a:ext cx="8358246" cy="1985159"/>
          </a:xfrm>
          <a:prstGeom prst="rect">
            <a:avLst/>
          </a:prstGeom>
        </p:spPr>
        <p:txBody>
          <a:bodyPr wrap="square">
            <a:spAutoFit/>
          </a:bodyPr>
          <a:lstStyle/>
          <a:p>
            <a:pPr>
              <a:spcBef>
                <a:spcPts val="600"/>
              </a:spcBef>
            </a:pPr>
            <a:r>
              <a:rPr lang="fr-FR" sz="1800" dirty="0" smtClean="0">
                <a:latin typeface="arial (Corps)"/>
              </a:rPr>
              <a:t> </a:t>
            </a:r>
            <a:r>
              <a:rPr lang="fr-FR" sz="1800" b="1" dirty="0" smtClean="0">
                <a:solidFill>
                  <a:srgbClr val="0000FF"/>
                </a:solidFill>
              </a:rPr>
              <a:t>Principe</a:t>
            </a:r>
            <a:r>
              <a:rPr lang="fr-FR" sz="1800" dirty="0" smtClean="0">
                <a:latin typeface="arial (Corps)"/>
              </a:rPr>
              <a:t> : Cette méthode peut se traduire par l’algorithme formel suivant : </a:t>
            </a:r>
          </a:p>
          <a:p>
            <a:pPr lvl="1">
              <a:spcBef>
                <a:spcPts val="600"/>
              </a:spcBef>
            </a:pPr>
            <a:r>
              <a:rPr lang="fr-FR" sz="1800" dirty="0" smtClean="0">
                <a:latin typeface="arial (Corps)"/>
              </a:rPr>
              <a:t>1- </a:t>
            </a:r>
            <a:r>
              <a:rPr lang="fr-FR" sz="1800" b="1" dirty="0" smtClean="0">
                <a:latin typeface="arial (Corps)"/>
              </a:rPr>
              <a:t>Comparer </a:t>
            </a:r>
            <a:r>
              <a:rPr lang="fr-FR" sz="1800" dirty="0" smtClean="0">
                <a:latin typeface="arial (Corps)"/>
              </a:rPr>
              <a:t>tous les nombres afin de </a:t>
            </a:r>
            <a:r>
              <a:rPr lang="fr-FR" sz="1800" b="1" dirty="0" smtClean="0">
                <a:latin typeface="arial (Corps)"/>
              </a:rPr>
              <a:t>sélectionner</a:t>
            </a:r>
            <a:r>
              <a:rPr lang="fr-FR" sz="1800" dirty="0" smtClean="0">
                <a:latin typeface="arial (Corps)"/>
              </a:rPr>
              <a:t> le </a:t>
            </a:r>
            <a:r>
              <a:rPr lang="fr-FR" sz="1800" b="1" dirty="0" smtClean="0">
                <a:latin typeface="arial (Corps)"/>
              </a:rPr>
              <a:t>plus petit </a:t>
            </a:r>
            <a:r>
              <a:rPr lang="fr-FR" sz="1800" dirty="0" smtClean="0">
                <a:latin typeface="arial (Corps)"/>
              </a:rPr>
              <a:t>(ordre </a:t>
            </a:r>
            <a:r>
              <a:rPr lang="fr-FR" sz="1800" b="1" dirty="0" smtClean="0">
                <a:latin typeface="arial (Corps)"/>
              </a:rPr>
              <a:t>croissant</a:t>
            </a:r>
            <a:r>
              <a:rPr lang="fr-FR" sz="1800" dirty="0" smtClean="0">
                <a:latin typeface="arial (Corps)"/>
              </a:rPr>
              <a:t>), </a:t>
            </a:r>
          </a:p>
          <a:p>
            <a:pPr lvl="1">
              <a:spcBef>
                <a:spcPts val="600"/>
              </a:spcBef>
            </a:pPr>
            <a:r>
              <a:rPr lang="fr-FR" sz="1800" dirty="0" smtClean="0">
                <a:latin typeface="arial (Corps)"/>
              </a:rPr>
              <a:t>2- </a:t>
            </a:r>
            <a:r>
              <a:rPr lang="fr-FR" sz="1800" b="1" dirty="0" smtClean="0">
                <a:latin typeface="arial (Corps)"/>
              </a:rPr>
              <a:t>Échanger </a:t>
            </a:r>
            <a:r>
              <a:rPr lang="fr-FR" sz="1800" dirty="0" smtClean="0">
                <a:latin typeface="arial (Corps)"/>
              </a:rPr>
              <a:t>le plus petit élément trouvé avec le premier élément, </a:t>
            </a:r>
          </a:p>
          <a:p>
            <a:pPr lvl="1">
              <a:spcBef>
                <a:spcPts val="600"/>
              </a:spcBef>
            </a:pPr>
            <a:r>
              <a:rPr lang="fr-FR" sz="1800" dirty="0" smtClean="0">
                <a:latin typeface="arial (Corps)"/>
              </a:rPr>
              <a:t>3- Refaire les étapes 1 et 2 et rechercher le plus petit du tableau </a:t>
            </a:r>
            <a:r>
              <a:rPr lang="fr-FR" sz="1800" b="1" dirty="0" smtClean="0">
                <a:latin typeface="arial (Corps)"/>
              </a:rPr>
              <a:t>sauf le premier </a:t>
            </a:r>
            <a:r>
              <a:rPr lang="fr-FR" sz="1800" dirty="0" smtClean="0">
                <a:latin typeface="arial (Corps)"/>
              </a:rPr>
              <a:t>puis l’échanger avec le second</a:t>
            </a:r>
            <a:r>
              <a:rPr lang="fr-FR" sz="1800" b="1" dirty="0" smtClean="0">
                <a:latin typeface="arial (Corps)"/>
              </a:rPr>
              <a:t>. </a:t>
            </a:r>
          </a:p>
        </p:txBody>
      </p:sp>
    </p:spTree>
    <p:custDataLst>
      <p:tags r:id="rId1"/>
    </p:custDataLst>
    <p:extLst>
      <p:ext uri="{BB962C8B-B14F-4D97-AF65-F5344CB8AC3E}">
        <p14:creationId xmlns:p14="http://schemas.microsoft.com/office/powerpoint/2010/main" val="3175181191"/>
      </p:ext>
    </p:extLst>
  </p:cSld>
  <p:clrMapOvr>
    <a:masterClrMapping/>
  </p:clrMapOvr>
  <p:transition>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sp>
        <p:nvSpPr>
          <p:cNvPr id="3" name="Espace réservé du contenu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14425"/>
            <a:ext cx="7467600"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22422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Algorithmes de tri</a:t>
            </a:r>
            <a:endParaRPr lang="fr-FR" sz="2400" b="1" dirty="0">
              <a:latin typeface="+mj-lt"/>
            </a:endParaRPr>
          </a:p>
        </p:txBody>
      </p:sp>
      <p:cxnSp>
        <p:nvCxnSpPr>
          <p:cNvPr id="1392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92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2500298" y="928670"/>
            <a:ext cx="4572000" cy="400110"/>
          </a:xfrm>
          <a:prstGeom prst="rect">
            <a:avLst/>
          </a:prstGeom>
        </p:spPr>
        <p:txBody>
          <a:bodyPr>
            <a:spAutoFit/>
          </a:bodyPr>
          <a:lstStyle/>
          <a:p>
            <a:pPr algn="ctr"/>
            <a:r>
              <a:rPr lang="fr-FR" b="1" dirty="0" smtClean="0">
                <a:solidFill>
                  <a:srgbClr val="008E40"/>
                </a:solidFill>
                <a:latin typeface="+mj-lt"/>
              </a:rPr>
              <a:t>Tri par insertion </a:t>
            </a:r>
          </a:p>
        </p:txBody>
      </p:sp>
      <p:sp>
        <p:nvSpPr>
          <p:cNvPr id="10" name="Rectangle 9"/>
          <p:cNvSpPr/>
          <p:nvPr/>
        </p:nvSpPr>
        <p:spPr>
          <a:xfrm>
            <a:off x="500034" y="1285860"/>
            <a:ext cx="8358246" cy="2893100"/>
          </a:xfrm>
          <a:prstGeom prst="rect">
            <a:avLst/>
          </a:prstGeom>
        </p:spPr>
        <p:txBody>
          <a:bodyPr wrap="square">
            <a:spAutoFit/>
          </a:bodyPr>
          <a:lstStyle/>
          <a:p>
            <a:pPr algn="just">
              <a:spcBef>
                <a:spcPts val="600"/>
              </a:spcBef>
            </a:pPr>
            <a:r>
              <a:rPr lang="fr-FR" sz="1800" dirty="0" smtClean="0">
                <a:latin typeface="arial (Corps)"/>
              </a:rPr>
              <a:t> </a:t>
            </a:r>
            <a:r>
              <a:rPr lang="fr-FR" sz="1800" b="1" dirty="0" smtClean="0">
                <a:solidFill>
                  <a:srgbClr val="0000FF"/>
                </a:solidFill>
              </a:rPr>
              <a:t>Principe</a:t>
            </a:r>
            <a:r>
              <a:rPr lang="fr-FR" sz="1800" dirty="0" smtClean="0">
                <a:latin typeface="arial (Corps)"/>
              </a:rPr>
              <a:t> : </a:t>
            </a:r>
            <a:r>
              <a:rPr lang="fr-FR" sz="1800" dirty="0" smtClean="0">
                <a:latin typeface="+mj-lt"/>
              </a:rPr>
              <a:t>C’est une méthode de tri qui consiste à prendre les éléments du tableau </a:t>
            </a:r>
            <a:r>
              <a:rPr lang="fr-FR" sz="1800" b="1" dirty="0" smtClean="0">
                <a:latin typeface="+mj-lt"/>
              </a:rPr>
              <a:t>un par un</a:t>
            </a:r>
            <a:r>
              <a:rPr lang="fr-FR" sz="1800" dirty="0" smtClean="0">
                <a:latin typeface="+mj-lt"/>
              </a:rPr>
              <a:t> puis </a:t>
            </a:r>
            <a:r>
              <a:rPr lang="fr-FR" sz="1800" b="1" dirty="0" smtClean="0">
                <a:latin typeface="+mj-lt"/>
              </a:rPr>
              <a:t>d’insérer chacun à sa bonne palace</a:t>
            </a:r>
            <a:r>
              <a:rPr lang="fr-FR" sz="1800" dirty="0" smtClean="0">
                <a:latin typeface="+mj-lt"/>
              </a:rPr>
              <a:t> façon </a:t>
            </a:r>
            <a:r>
              <a:rPr lang="fr-FR" sz="1800" b="1" dirty="0" smtClean="0">
                <a:latin typeface="+mj-lt"/>
              </a:rPr>
              <a:t>que les éléments traités forment une liste triée. </a:t>
            </a:r>
          </a:p>
          <a:p>
            <a:pPr algn="just">
              <a:spcBef>
                <a:spcPts val="600"/>
              </a:spcBef>
            </a:pPr>
            <a:r>
              <a:rPr lang="fr-FR" sz="1800" dirty="0" smtClean="0">
                <a:latin typeface="+mj-lt"/>
              </a:rPr>
              <a:t>Cette méthode peut se traduire par l’algorithme formel suivant : </a:t>
            </a:r>
          </a:p>
          <a:p>
            <a:pPr lvl="1" algn="just">
              <a:spcBef>
                <a:spcPts val="600"/>
              </a:spcBef>
            </a:pPr>
            <a:r>
              <a:rPr lang="fr-FR" sz="1800" dirty="0" smtClean="0">
                <a:latin typeface="+mj-lt"/>
              </a:rPr>
              <a:t>1- On commence par le </a:t>
            </a:r>
            <a:r>
              <a:rPr lang="fr-FR" sz="1800" b="1" dirty="0" smtClean="0">
                <a:latin typeface="+mj-lt"/>
              </a:rPr>
              <a:t>deuxième </a:t>
            </a:r>
            <a:r>
              <a:rPr lang="fr-FR" sz="1800" dirty="0" smtClean="0">
                <a:latin typeface="+mj-lt"/>
              </a:rPr>
              <a:t>élémen</a:t>
            </a:r>
            <a:r>
              <a:rPr lang="fr-FR" sz="1800" b="1" dirty="0" smtClean="0">
                <a:latin typeface="+mj-lt"/>
              </a:rPr>
              <a:t>t, </a:t>
            </a:r>
          </a:p>
          <a:p>
            <a:pPr lvl="1" algn="just">
              <a:spcBef>
                <a:spcPts val="600"/>
              </a:spcBef>
            </a:pPr>
            <a:r>
              <a:rPr lang="fr-FR" sz="1800" dirty="0" smtClean="0">
                <a:latin typeface="+mj-lt"/>
              </a:rPr>
              <a:t>2- </a:t>
            </a:r>
            <a:r>
              <a:rPr lang="fr-FR" sz="1800" b="1" dirty="0" smtClean="0">
                <a:latin typeface="+mj-lt"/>
              </a:rPr>
              <a:t>Comparer </a:t>
            </a:r>
            <a:r>
              <a:rPr lang="fr-FR" sz="1800" dirty="0" smtClean="0">
                <a:latin typeface="+mj-lt"/>
              </a:rPr>
              <a:t>l’élément choisis avec tous ses </a:t>
            </a:r>
            <a:r>
              <a:rPr lang="fr-FR" sz="1800" b="1" dirty="0" smtClean="0">
                <a:latin typeface="+mj-lt"/>
              </a:rPr>
              <a:t>précédents </a:t>
            </a:r>
            <a:r>
              <a:rPr lang="fr-FR" sz="1800" dirty="0" smtClean="0">
                <a:latin typeface="+mj-lt"/>
              </a:rPr>
              <a:t>dans le tableau et</a:t>
            </a:r>
            <a:r>
              <a:rPr lang="fr-FR" sz="1800" b="1" dirty="0" smtClean="0">
                <a:latin typeface="+mj-lt"/>
              </a:rPr>
              <a:t> l’insérer </a:t>
            </a:r>
            <a:r>
              <a:rPr lang="fr-FR" sz="1800" dirty="0" smtClean="0">
                <a:latin typeface="+mj-lt"/>
              </a:rPr>
              <a:t>dans sa </a:t>
            </a:r>
            <a:r>
              <a:rPr lang="fr-FR" sz="1800" b="1" dirty="0" smtClean="0">
                <a:latin typeface="+mj-lt"/>
              </a:rPr>
              <a:t>bonne place, </a:t>
            </a:r>
          </a:p>
          <a:p>
            <a:pPr lvl="1" algn="just">
              <a:spcBef>
                <a:spcPts val="600"/>
              </a:spcBef>
            </a:pPr>
            <a:r>
              <a:rPr lang="fr-FR" sz="1800" dirty="0" smtClean="0">
                <a:latin typeface="+mj-lt"/>
              </a:rPr>
              <a:t>3- </a:t>
            </a:r>
            <a:r>
              <a:rPr lang="fr-FR" sz="1800" b="1" dirty="0" smtClean="0">
                <a:latin typeface="+mj-lt"/>
              </a:rPr>
              <a:t>Répéter </a:t>
            </a:r>
            <a:r>
              <a:rPr lang="fr-FR" sz="1800" dirty="0" smtClean="0">
                <a:latin typeface="+mj-lt"/>
              </a:rPr>
              <a:t>l’étape 2 pour </a:t>
            </a:r>
            <a:r>
              <a:rPr lang="fr-FR" sz="1800" b="1" dirty="0" smtClean="0">
                <a:latin typeface="+mj-lt"/>
              </a:rPr>
              <a:t>l’élément suivant </a:t>
            </a:r>
            <a:r>
              <a:rPr lang="fr-FR" sz="1800" dirty="0" smtClean="0">
                <a:latin typeface="+mj-lt"/>
              </a:rPr>
              <a:t>jusqu’à arriver au </a:t>
            </a:r>
            <a:r>
              <a:rPr lang="fr-FR" sz="1800" b="1" dirty="0" smtClean="0">
                <a:latin typeface="+mj-lt"/>
              </a:rPr>
              <a:t>dernier. </a:t>
            </a:r>
          </a:p>
          <a:p>
            <a:pPr lvl="1"/>
            <a:r>
              <a:rPr lang="fr-FR" sz="1800" b="1" dirty="0" smtClean="0">
                <a:latin typeface="arial (Corps)"/>
              </a:rPr>
              <a:t> </a:t>
            </a:r>
          </a:p>
        </p:txBody>
      </p:sp>
    </p:spTree>
    <p:custDataLst>
      <p:tags r:id="rId1"/>
    </p:custDataLst>
    <p:extLst>
      <p:ext uri="{BB962C8B-B14F-4D97-AF65-F5344CB8AC3E}">
        <p14:creationId xmlns:p14="http://schemas.microsoft.com/office/powerpoint/2010/main" val="525518489"/>
      </p:ext>
    </p:extLst>
  </p:cSld>
  <p:clrMapOvr>
    <a:masterClrMapping/>
  </p:clrMapOvr>
  <p:transition>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sp>
        <p:nvSpPr>
          <p:cNvPr id="3" name="Espace réservé du contenu 2"/>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288" y="1081088"/>
            <a:ext cx="7591425"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79929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Algorithmes de tri</a:t>
            </a:r>
            <a:endParaRPr lang="fr-FR" sz="2400" b="1" dirty="0">
              <a:latin typeface="+mj-lt"/>
            </a:endParaRPr>
          </a:p>
        </p:txBody>
      </p:sp>
      <p:cxnSp>
        <p:nvCxnSpPr>
          <p:cNvPr id="1392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92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2500298" y="928670"/>
            <a:ext cx="4572000" cy="400110"/>
          </a:xfrm>
          <a:prstGeom prst="rect">
            <a:avLst/>
          </a:prstGeom>
        </p:spPr>
        <p:txBody>
          <a:bodyPr>
            <a:spAutoFit/>
          </a:bodyPr>
          <a:lstStyle/>
          <a:p>
            <a:pPr algn="ctr"/>
            <a:r>
              <a:rPr lang="fr-FR" b="1" dirty="0" smtClean="0">
                <a:solidFill>
                  <a:srgbClr val="008E40"/>
                </a:solidFill>
                <a:latin typeface="+mj-lt"/>
              </a:rPr>
              <a:t>Tri  bulle </a:t>
            </a:r>
          </a:p>
        </p:txBody>
      </p:sp>
      <p:sp>
        <p:nvSpPr>
          <p:cNvPr id="9" name="Rectangle 8"/>
          <p:cNvSpPr/>
          <p:nvPr/>
        </p:nvSpPr>
        <p:spPr>
          <a:xfrm>
            <a:off x="500034" y="1285860"/>
            <a:ext cx="8358246" cy="2534027"/>
          </a:xfrm>
          <a:prstGeom prst="rect">
            <a:avLst/>
          </a:prstGeom>
        </p:spPr>
        <p:txBody>
          <a:bodyPr wrap="square">
            <a:spAutoFit/>
          </a:bodyPr>
          <a:lstStyle/>
          <a:p>
            <a:pPr algn="just">
              <a:lnSpc>
                <a:spcPct val="150000"/>
              </a:lnSpc>
              <a:spcBef>
                <a:spcPts val="1200"/>
              </a:spcBef>
            </a:pPr>
            <a:r>
              <a:rPr lang="fr-FR" sz="1800" dirty="0" smtClean="0">
                <a:latin typeface="arial (Corps)"/>
              </a:rPr>
              <a:t> </a:t>
            </a:r>
            <a:r>
              <a:rPr lang="fr-FR" sz="1800" b="1" dirty="0" smtClean="0">
                <a:solidFill>
                  <a:srgbClr val="0000FF"/>
                </a:solidFill>
              </a:rPr>
              <a:t>Principe</a:t>
            </a:r>
            <a:r>
              <a:rPr lang="fr-FR" sz="1800" dirty="0" smtClean="0">
                <a:latin typeface="arial (Corps)"/>
              </a:rPr>
              <a:t> : </a:t>
            </a:r>
            <a:r>
              <a:rPr lang="fr-FR" sz="1800" dirty="0" smtClean="0">
                <a:latin typeface="+mj-lt"/>
              </a:rPr>
              <a:t>Le tri bulle, consistant à comparer, en commençant par la fin de la liste, les couples d’éléments successifs : Lorsque deux éléments successifs ne sont pas dans l’ordre croissant, ils sont échangés. On fait ainsi remonter le terme le plus petit (de même que les bulles les plus légères remontent le plus vite à la surface ...). D’où le nom donné à ce tri. Puis on itère le procédé sur le sous-tableau restant :</a:t>
            </a:r>
            <a:r>
              <a:rPr lang="fr-FR" sz="1800" b="1" dirty="0" smtClean="0">
                <a:latin typeface="arial (Corps)"/>
              </a:rPr>
              <a:t> </a:t>
            </a:r>
          </a:p>
        </p:txBody>
      </p:sp>
    </p:spTree>
    <p:custDataLst>
      <p:tags r:id="rId1"/>
    </p:custDataLst>
    <p:extLst>
      <p:ext uri="{BB962C8B-B14F-4D97-AF65-F5344CB8AC3E}">
        <p14:creationId xmlns:p14="http://schemas.microsoft.com/office/powerpoint/2010/main" val="1469872716"/>
      </p:ext>
    </p:extLst>
  </p:cSld>
  <p:clrMapOvr>
    <a:masterClrMapping/>
  </p:clrMapOvr>
  <p:transition>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sp>
        <p:nvSpPr>
          <p:cNvPr id="3" name="Espace réservé du contenu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1366838"/>
            <a:ext cx="8972550" cy="412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92810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sp>
        <p:nvSpPr>
          <p:cNvPr id="3" name="Espace réservé du contenu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76363"/>
            <a:ext cx="8839200"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785150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sp>
        <p:nvSpPr>
          <p:cNvPr id="3" name="Espace réservé du contenu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75" y="1357313"/>
            <a:ext cx="7486650"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73401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Algorithmes de tri</a:t>
            </a:r>
            <a:endParaRPr lang="fr-FR" sz="2400" b="1" dirty="0">
              <a:latin typeface="+mj-lt"/>
            </a:endParaRPr>
          </a:p>
        </p:txBody>
      </p:sp>
      <p:cxnSp>
        <p:nvCxnSpPr>
          <p:cNvPr id="1392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92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2071670" y="885750"/>
            <a:ext cx="4572000" cy="400110"/>
          </a:xfrm>
          <a:prstGeom prst="rect">
            <a:avLst/>
          </a:prstGeom>
        </p:spPr>
        <p:txBody>
          <a:bodyPr wrap="square">
            <a:spAutoFit/>
          </a:bodyPr>
          <a:lstStyle/>
          <a:p>
            <a:pPr algn="ctr"/>
            <a:r>
              <a:rPr lang="fr-FR" b="1" dirty="0" smtClean="0">
                <a:solidFill>
                  <a:srgbClr val="008E40"/>
                </a:solidFill>
                <a:latin typeface="+mj-lt"/>
              </a:rPr>
              <a:t>Tri par sélection </a:t>
            </a:r>
          </a:p>
        </p:txBody>
      </p:sp>
      <p:sp>
        <p:nvSpPr>
          <p:cNvPr id="10" name="Rectangle 9"/>
          <p:cNvSpPr/>
          <p:nvPr/>
        </p:nvSpPr>
        <p:spPr>
          <a:xfrm>
            <a:off x="500034" y="1214422"/>
            <a:ext cx="8358246" cy="369332"/>
          </a:xfrm>
          <a:prstGeom prst="rect">
            <a:avLst/>
          </a:prstGeom>
        </p:spPr>
        <p:txBody>
          <a:bodyPr wrap="square">
            <a:spAutoFit/>
          </a:bodyPr>
          <a:lstStyle/>
          <a:p>
            <a:pPr>
              <a:spcBef>
                <a:spcPts val="600"/>
              </a:spcBef>
            </a:pPr>
            <a:r>
              <a:rPr lang="fr-FR" sz="1800" dirty="0" smtClean="0">
                <a:latin typeface="arial (Corps)"/>
              </a:rPr>
              <a:t> </a:t>
            </a:r>
            <a:endParaRPr lang="fr-FR" sz="1800" b="1" dirty="0" smtClean="0">
              <a:latin typeface="arial (Corps)"/>
            </a:endParaRPr>
          </a:p>
        </p:txBody>
      </p:sp>
      <p:sp>
        <p:nvSpPr>
          <p:cNvPr id="11" name="Rectangle à coins arrondis 10"/>
          <p:cNvSpPr/>
          <p:nvPr/>
        </p:nvSpPr>
        <p:spPr>
          <a:xfrm>
            <a:off x="1216957" y="1916832"/>
            <a:ext cx="5715040" cy="2747951"/>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en-US" sz="1600" b="1" dirty="0" smtClean="0">
                <a:solidFill>
                  <a:srgbClr val="0000FF"/>
                </a:solidFill>
                <a:latin typeface="Courier New"/>
                <a:cs typeface="Courier New"/>
              </a:rPr>
              <a:t>def</a:t>
            </a:r>
            <a:r>
              <a:rPr lang="en-US" sz="1600" b="1" dirty="0" smtClean="0">
                <a:solidFill>
                  <a:schemeClr val="tx1"/>
                </a:solidFill>
                <a:latin typeface="Courier New"/>
                <a:cs typeface="Courier New"/>
              </a:rPr>
              <a:t> </a:t>
            </a:r>
            <a:r>
              <a:rPr lang="en-US" sz="1600" b="1" dirty="0" err="1" smtClean="0">
                <a:solidFill>
                  <a:schemeClr val="tx1"/>
                </a:solidFill>
                <a:latin typeface="Courier New"/>
                <a:cs typeface="Courier New"/>
              </a:rPr>
              <a:t>tri_selection</a:t>
            </a:r>
            <a:r>
              <a:rPr lang="en-US" sz="1600" b="1" dirty="0" smtClean="0">
                <a:solidFill>
                  <a:schemeClr val="tx1"/>
                </a:solidFill>
                <a:latin typeface="Courier New"/>
                <a:cs typeface="Courier New"/>
              </a:rPr>
              <a:t>(l):</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n = </a:t>
            </a:r>
            <a:r>
              <a:rPr lang="en-US" sz="1600" b="1" dirty="0" err="1" smtClean="0">
                <a:solidFill>
                  <a:srgbClr val="7030A0"/>
                </a:solidFill>
                <a:latin typeface="Courier New"/>
                <a:cs typeface="Courier New"/>
              </a:rPr>
              <a:t>len</a:t>
            </a:r>
            <a:r>
              <a:rPr lang="en-US" sz="1600" b="1" dirty="0" smtClean="0">
                <a:solidFill>
                  <a:schemeClr val="tx1"/>
                </a:solidFill>
                <a:latin typeface="Courier New"/>
                <a:cs typeface="Courier New"/>
              </a:rPr>
              <a:t>(l)</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for</a:t>
            </a:r>
            <a:r>
              <a:rPr lang="en-US" sz="1600" b="1" dirty="0" smtClean="0">
                <a:solidFill>
                  <a:schemeClr val="tx1"/>
                </a:solidFill>
                <a:latin typeface="Courier New"/>
                <a:cs typeface="Courier New"/>
              </a:rPr>
              <a:t> </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 in </a:t>
            </a:r>
            <a:r>
              <a:rPr lang="en-US" sz="1600" b="1" dirty="0" smtClean="0">
                <a:solidFill>
                  <a:srgbClr val="7030A0"/>
                </a:solidFill>
                <a:latin typeface="Courier New"/>
                <a:cs typeface="Courier New"/>
              </a:rPr>
              <a:t>range</a:t>
            </a:r>
            <a:r>
              <a:rPr lang="en-US" sz="1600" b="1" dirty="0" smtClean="0">
                <a:solidFill>
                  <a:schemeClr val="tx1"/>
                </a:solidFill>
                <a:latin typeface="Courier New"/>
                <a:cs typeface="Courier New"/>
              </a:rPr>
              <a:t>(n-1):</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k=</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for</a:t>
            </a:r>
            <a:r>
              <a:rPr lang="en-US" sz="1600" b="1" dirty="0" smtClean="0">
                <a:solidFill>
                  <a:schemeClr val="tx1"/>
                </a:solidFill>
                <a:latin typeface="Courier New"/>
                <a:cs typeface="Courier New"/>
              </a:rPr>
              <a:t> j in </a:t>
            </a:r>
            <a:r>
              <a:rPr lang="en-US" sz="1600" b="1" dirty="0" smtClean="0">
                <a:solidFill>
                  <a:srgbClr val="7030A0"/>
                </a:solidFill>
                <a:latin typeface="Courier New"/>
                <a:cs typeface="Courier New"/>
              </a:rPr>
              <a:t>range</a:t>
            </a:r>
            <a:r>
              <a:rPr lang="en-US" sz="1600" b="1" dirty="0" smtClean="0">
                <a:solidFill>
                  <a:schemeClr val="tx1"/>
                </a:solidFill>
                <a:latin typeface="Courier New"/>
                <a:cs typeface="Courier New"/>
              </a:rPr>
              <a:t>(i+1,n):</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if</a:t>
            </a:r>
            <a:r>
              <a:rPr lang="en-US" sz="1600" b="1" dirty="0" smtClean="0">
                <a:solidFill>
                  <a:schemeClr val="tx1"/>
                </a:solidFill>
                <a:latin typeface="Courier New"/>
                <a:cs typeface="Courier New"/>
              </a:rPr>
              <a:t> l[j] &lt; l[k]:</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k = j</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if</a:t>
            </a:r>
            <a:r>
              <a:rPr lang="en-US" sz="1600" b="1" dirty="0" smtClean="0">
                <a:solidFill>
                  <a:schemeClr val="tx1"/>
                </a:solidFill>
                <a:latin typeface="Courier New"/>
                <a:cs typeface="Courier New"/>
              </a:rPr>
              <a:t> </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!=k:</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a:t>
            </a:r>
            <a:r>
              <a:rPr lang="en-US" sz="1600" b="1" dirty="0" err="1" smtClean="0">
                <a:solidFill>
                  <a:schemeClr val="tx1"/>
                </a:solidFill>
                <a:latin typeface="Courier New"/>
                <a:cs typeface="Courier New"/>
              </a:rPr>
              <a:t>tmp</a:t>
            </a:r>
            <a:r>
              <a:rPr lang="en-US" sz="1600" b="1" dirty="0" smtClean="0">
                <a:solidFill>
                  <a:schemeClr val="tx1"/>
                </a:solidFill>
                <a:latin typeface="Courier New"/>
                <a:cs typeface="Courier New"/>
              </a:rPr>
              <a:t> = L[</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L[</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 = L[k]</a:t>
            </a:r>
            <a:br>
              <a:rPr lang="en-US" sz="1600" b="1" dirty="0" smtClean="0">
                <a:solidFill>
                  <a:schemeClr val="tx1"/>
                </a:solidFill>
                <a:latin typeface="Courier New"/>
                <a:cs typeface="Courier New"/>
              </a:rPr>
            </a:br>
            <a:r>
              <a:rPr lang="en-US" sz="1600" b="1" dirty="0" smtClean="0">
                <a:solidFill>
                  <a:schemeClr val="tx1"/>
                </a:solidFill>
                <a:latin typeface="Courier New"/>
                <a:cs typeface="Courier New"/>
              </a:rPr>
              <a:t>            L[k] = </a:t>
            </a:r>
            <a:r>
              <a:rPr lang="en-US" sz="1600" b="1" dirty="0" err="1" smtClean="0">
                <a:solidFill>
                  <a:schemeClr val="tx1"/>
                </a:solidFill>
                <a:latin typeface="Courier New"/>
                <a:cs typeface="Courier New"/>
              </a:rPr>
              <a:t>tmp</a:t>
            </a:r>
            <a:endParaRPr lang="fr-FR" sz="1600"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1829746422"/>
      </p:ext>
    </p:extLst>
  </p:cSld>
  <p:clrMapOvr>
    <a:masterClrMapping/>
  </p:clrMapOvr>
  <p:transition>
    <p:wip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Algorithmes de tri</a:t>
            </a:r>
            <a:endParaRPr lang="fr-FR" sz="2400" b="1" dirty="0">
              <a:latin typeface="+mj-lt"/>
            </a:endParaRPr>
          </a:p>
        </p:txBody>
      </p:sp>
      <p:cxnSp>
        <p:nvCxnSpPr>
          <p:cNvPr id="1392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92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2500298" y="928670"/>
            <a:ext cx="4572000" cy="400110"/>
          </a:xfrm>
          <a:prstGeom prst="rect">
            <a:avLst/>
          </a:prstGeom>
        </p:spPr>
        <p:txBody>
          <a:bodyPr>
            <a:spAutoFit/>
          </a:bodyPr>
          <a:lstStyle/>
          <a:p>
            <a:pPr algn="ctr"/>
            <a:r>
              <a:rPr lang="fr-FR" b="1" dirty="0" smtClean="0">
                <a:solidFill>
                  <a:srgbClr val="008E40"/>
                </a:solidFill>
                <a:latin typeface="+mj-lt"/>
              </a:rPr>
              <a:t>Tri par insertion </a:t>
            </a:r>
          </a:p>
        </p:txBody>
      </p:sp>
      <p:sp>
        <p:nvSpPr>
          <p:cNvPr id="10" name="Rectangle 9"/>
          <p:cNvSpPr/>
          <p:nvPr/>
        </p:nvSpPr>
        <p:spPr>
          <a:xfrm>
            <a:off x="500034" y="1285860"/>
            <a:ext cx="8358246" cy="369332"/>
          </a:xfrm>
          <a:prstGeom prst="rect">
            <a:avLst/>
          </a:prstGeom>
        </p:spPr>
        <p:txBody>
          <a:bodyPr wrap="square">
            <a:spAutoFit/>
          </a:bodyPr>
          <a:lstStyle/>
          <a:p>
            <a:pPr algn="just">
              <a:spcBef>
                <a:spcPts val="600"/>
              </a:spcBef>
            </a:pPr>
            <a:r>
              <a:rPr lang="fr-FR" sz="1800" dirty="0" smtClean="0">
                <a:latin typeface="arial (Corps)"/>
              </a:rPr>
              <a:t> </a:t>
            </a:r>
            <a:r>
              <a:rPr lang="fr-FR" sz="1800" b="1" dirty="0" smtClean="0">
                <a:latin typeface="arial (Corps)"/>
              </a:rPr>
              <a:t> </a:t>
            </a:r>
          </a:p>
        </p:txBody>
      </p:sp>
      <p:sp>
        <p:nvSpPr>
          <p:cNvPr id="12" name="Rectangle à coins arrondis 11"/>
          <p:cNvSpPr/>
          <p:nvPr/>
        </p:nvSpPr>
        <p:spPr>
          <a:xfrm>
            <a:off x="1475656" y="1655192"/>
            <a:ext cx="5715040" cy="25336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en-US" sz="1600" b="1" dirty="0" smtClean="0">
                <a:solidFill>
                  <a:srgbClr val="0000FF"/>
                </a:solidFill>
                <a:latin typeface="Courier New"/>
                <a:cs typeface="Courier New"/>
              </a:rPr>
              <a:t>def</a:t>
            </a:r>
            <a:r>
              <a:rPr lang="en-US" sz="1600" b="1" dirty="0" smtClean="0">
                <a:solidFill>
                  <a:schemeClr val="tx1"/>
                </a:solidFill>
                <a:latin typeface="Courier New"/>
                <a:cs typeface="Courier New"/>
              </a:rPr>
              <a:t> </a:t>
            </a:r>
            <a:r>
              <a:rPr lang="en-US" sz="1600" b="1" dirty="0" err="1" smtClean="0">
                <a:solidFill>
                  <a:schemeClr val="tx1"/>
                </a:solidFill>
                <a:latin typeface="Courier New"/>
                <a:cs typeface="Courier New"/>
              </a:rPr>
              <a:t>tri_Inserson</a:t>
            </a:r>
            <a:r>
              <a:rPr lang="en-US" sz="1600" b="1" dirty="0" smtClean="0">
                <a:solidFill>
                  <a:schemeClr val="tx1"/>
                </a:solidFill>
                <a:latin typeface="Courier New"/>
                <a:cs typeface="Courier New"/>
              </a:rPr>
              <a:t>(l) :</a:t>
            </a:r>
          </a:p>
          <a:p>
            <a:pPr lvl="1">
              <a:defRPr/>
            </a:pPr>
            <a:r>
              <a:rPr lang="en-US" sz="1600" b="1" dirty="0" smtClean="0">
                <a:solidFill>
                  <a:schemeClr val="tx1"/>
                </a:solidFill>
                <a:latin typeface="Courier New"/>
                <a:cs typeface="Courier New"/>
              </a:rPr>
              <a:t>    n = </a:t>
            </a:r>
            <a:r>
              <a:rPr lang="en-US" sz="1600" b="1" dirty="0" err="1" smtClean="0">
                <a:solidFill>
                  <a:srgbClr val="7030A0"/>
                </a:solidFill>
                <a:latin typeface="Courier New"/>
                <a:cs typeface="Courier New"/>
              </a:rPr>
              <a:t>len</a:t>
            </a:r>
            <a:r>
              <a:rPr lang="en-US" sz="1600" b="1" dirty="0" smtClean="0">
                <a:solidFill>
                  <a:schemeClr val="tx1"/>
                </a:solidFill>
                <a:latin typeface="Courier New"/>
                <a:cs typeface="Courier New"/>
              </a:rPr>
              <a:t>(l)</a:t>
            </a:r>
          </a:p>
          <a:p>
            <a:pPr lvl="1">
              <a:defRPr/>
            </a:pP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for</a:t>
            </a:r>
            <a:r>
              <a:rPr lang="en-US" sz="1600" b="1" dirty="0" smtClean="0">
                <a:solidFill>
                  <a:schemeClr val="tx1"/>
                </a:solidFill>
                <a:latin typeface="Courier New"/>
                <a:cs typeface="Courier New"/>
              </a:rPr>
              <a:t> </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 in </a:t>
            </a:r>
            <a:r>
              <a:rPr lang="en-US" sz="1600" b="1" dirty="0" smtClean="0">
                <a:solidFill>
                  <a:srgbClr val="7030A0"/>
                </a:solidFill>
                <a:latin typeface="Courier New"/>
                <a:cs typeface="Courier New"/>
              </a:rPr>
              <a:t>range</a:t>
            </a:r>
            <a:r>
              <a:rPr lang="en-US" sz="1600" b="1" dirty="0" smtClean="0">
                <a:solidFill>
                  <a:schemeClr val="tx1"/>
                </a:solidFill>
                <a:latin typeface="Courier New"/>
                <a:cs typeface="Courier New"/>
              </a:rPr>
              <a:t>(1,n) :</a:t>
            </a:r>
          </a:p>
          <a:p>
            <a:pPr lvl="1">
              <a:defRPr/>
            </a:pPr>
            <a:r>
              <a:rPr lang="en-US" sz="1600" b="1" dirty="0" smtClean="0">
                <a:solidFill>
                  <a:schemeClr val="tx1"/>
                </a:solidFill>
                <a:latin typeface="Courier New"/>
                <a:cs typeface="Courier New"/>
              </a:rPr>
              <a:t>        j=</a:t>
            </a:r>
            <a:r>
              <a:rPr lang="en-US" sz="1600" b="1" dirty="0" err="1" smtClean="0">
                <a:solidFill>
                  <a:schemeClr val="tx1"/>
                </a:solidFill>
                <a:latin typeface="Courier New"/>
                <a:cs typeface="Courier New"/>
              </a:rPr>
              <a:t>i</a:t>
            </a:r>
            <a:endParaRPr lang="en-US" sz="1600" b="1" dirty="0" smtClean="0">
              <a:solidFill>
                <a:schemeClr val="tx1"/>
              </a:solidFill>
              <a:latin typeface="Courier New"/>
              <a:cs typeface="Courier New"/>
            </a:endParaRPr>
          </a:p>
          <a:p>
            <a:pPr lvl="1">
              <a:defRPr/>
            </a:pPr>
            <a:r>
              <a:rPr lang="en-US" sz="1600" b="1" dirty="0" smtClean="0">
                <a:solidFill>
                  <a:schemeClr val="tx1"/>
                </a:solidFill>
                <a:latin typeface="Courier New"/>
                <a:cs typeface="Courier New"/>
              </a:rPr>
              <a:t>        T=l[</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a:t>
            </a:r>
          </a:p>
          <a:p>
            <a:pPr lvl="1">
              <a:defRPr/>
            </a:pP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while</a:t>
            </a:r>
            <a:r>
              <a:rPr lang="en-US" sz="1600" b="1" dirty="0" smtClean="0">
                <a:solidFill>
                  <a:schemeClr val="tx1"/>
                </a:solidFill>
                <a:latin typeface="Courier New"/>
                <a:cs typeface="Courier New"/>
              </a:rPr>
              <a:t>(j&gt;0 </a:t>
            </a:r>
            <a:r>
              <a:rPr lang="en-US" sz="1600" b="1" dirty="0" smtClean="0">
                <a:solidFill>
                  <a:srgbClr val="0000FF"/>
                </a:solidFill>
                <a:latin typeface="Courier New"/>
                <a:cs typeface="Courier New"/>
              </a:rPr>
              <a:t>and</a:t>
            </a:r>
            <a:r>
              <a:rPr lang="en-US" sz="1600" b="1" dirty="0" smtClean="0">
                <a:solidFill>
                  <a:schemeClr val="tx1"/>
                </a:solidFill>
                <a:latin typeface="Courier New"/>
                <a:cs typeface="Courier New"/>
              </a:rPr>
              <a:t> l[j-1]&gt;T):</a:t>
            </a:r>
          </a:p>
          <a:p>
            <a:pPr lvl="1">
              <a:defRPr/>
            </a:pPr>
            <a:r>
              <a:rPr lang="en-US" sz="1600" b="1" dirty="0" smtClean="0">
                <a:solidFill>
                  <a:schemeClr val="tx1"/>
                </a:solidFill>
                <a:latin typeface="Courier New"/>
                <a:cs typeface="Courier New"/>
              </a:rPr>
              <a:t>            l[j]=l[j-1]</a:t>
            </a:r>
          </a:p>
          <a:p>
            <a:pPr lvl="1">
              <a:defRPr/>
            </a:pPr>
            <a:r>
              <a:rPr lang="en-US" sz="1600" b="1" dirty="0" smtClean="0">
                <a:solidFill>
                  <a:schemeClr val="tx1"/>
                </a:solidFill>
                <a:latin typeface="Courier New"/>
                <a:cs typeface="Courier New"/>
              </a:rPr>
              <a:t>            j=j-1</a:t>
            </a:r>
          </a:p>
          <a:p>
            <a:pPr lvl="1">
              <a:defRPr/>
            </a:pPr>
            <a:r>
              <a:rPr lang="en-US" sz="1600" b="1" dirty="0" smtClean="0">
                <a:solidFill>
                  <a:schemeClr val="tx1"/>
                </a:solidFill>
                <a:latin typeface="Courier New"/>
                <a:cs typeface="Courier New"/>
              </a:rPr>
              <a:t>        l[j]=T</a:t>
            </a:r>
            <a:endParaRPr lang="fr-FR" sz="1600"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512828554"/>
      </p:ext>
    </p:extLst>
  </p:cSld>
  <p:clrMapOvr>
    <a:masterClrMapping/>
  </p:clrMapOvr>
  <p:transition>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smtClean="0">
                <a:latin typeface="+mj-lt"/>
              </a:rPr>
              <a:t>Algorithmes de tri</a:t>
            </a:r>
            <a:endParaRPr lang="fr-FR" sz="2400" b="1" dirty="0">
              <a:latin typeface="+mj-lt"/>
            </a:endParaRPr>
          </a:p>
        </p:txBody>
      </p:sp>
      <p:cxnSp>
        <p:nvCxnSpPr>
          <p:cNvPr id="1392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92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2500298" y="928670"/>
            <a:ext cx="4572000" cy="400110"/>
          </a:xfrm>
          <a:prstGeom prst="rect">
            <a:avLst/>
          </a:prstGeom>
        </p:spPr>
        <p:txBody>
          <a:bodyPr>
            <a:spAutoFit/>
          </a:bodyPr>
          <a:lstStyle/>
          <a:p>
            <a:pPr algn="ctr"/>
            <a:r>
              <a:rPr lang="fr-FR" b="1" dirty="0" smtClean="0">
                <a:solidFill>
                  <a:srgbClr val="008E40"/>
                </a:solidFill>
                <a:latin typeface="+mj-lt"/>
              </a:rPr>
              <a:t>Tri  bulle </a:t>
            </a:r>
          </a:p>
        </p:txBody>
      </p:sp>
      <p:sp>
        <p:nvSpPr>
          <p:cNvPr id="10" name="Rectangle à coins arrondis 9"/>
          <p:cNvSpPr/>
          <p:nvPr/>
        </p:nvSpPr>
        <p:spPr>
          <a:xfrm>
            <a:off x="1547664" y="1988840"/>
            <a:ext cx="6072229" cy="25336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defRPr/>
            </a:pPr>
            <a:r>
              <a:rPr lang="en-US" sz="1600" b="1" dirty="0" smtClean="0">
                <a:solidFill>
                  <a:srgbClr val="0000FF"/>
                </a:solidFill>
                <a:latin typeface="Courier New"/>
                <a:cs typeface="Courier New"/>
              </a:rPr>
              <a:t>def </a:t>
            </a:r>
            <a:r>
              <a:rPr lang="en-US" sz="1600" b="1" dirty="0" err="1" smtClean="0">
                <a:solidFill>
                  <a:schemeClr val="tx1"/>
                </a:solidFill>
                <a:latin typeface="Courier New"/>
                <a:cs typeface="Courier New"/>
              </a:rPr>
              <a:t>triBulle</a:t>
            </a:r>
            <a:r>
              <a:rPr lang="en-US" sz="1600" b="1" dirty="0" smtClean="0">
                <a:solidFill>
                  <a:schemeClr val="tx1"/>
                </a:solidFill>
                <a:latin typeface="Courier New"/>
                <a:cs typeface="Courier New"/>
              </a:rPr>
              <a:t>(l) :</a:t>
            </a:r>
          </a:p>
          <a:p>
            <a:pPr lvl="1">
              <a:defRPr/>
            </a:pPr>
            <a:r>
              <a:rPr lang="en-US" sz="1600" b="1" dirty="0" smtClean="0">
                <a:solidFill>
                  <a:schemeClr val="tx1"/>
                </a:solidFill>
                <a:latin typeface="Courier New"/>
                <a:cs typeface="Courier New"/>
              </a:rPr>
              <a:t>    n=</a:t>
            </a:r>
            <a:r>
              <a:rPr lang="en-US" sz="1600" b="1" dirty="0" err="1" smtClean="0">
                <a:solidFill>
                  <a:srgbClr val="7030A0"/>
                </a:solidFill>
                <a:latin typeface="Courier New"/>
                <a:cs typeface="Courier New"/>
              </a:rPr>
              <a:t>len</a:t>
            </a:r>
            <a:r>
              <a:rPr lang="en-US" sz="1600" b="1" dirty="0" smtClean="0">
                <a:solidFill>
                  <a:schemeClr val="tx1"/>
                </a:solidFill>
                <a:latin typeface="Courier New"/>
                <a:cs typeface="Courier New"/>
              </a:rPr>
              <a:t>(l)</a:t>
            </a:r>
          </a:p>
          <a:p>
            <a:pPr lvl="1">
              <a:defRPr/>
            </a:pP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for</a:t>
            </a:r>
            <a:r>
              <a:rPr lang="en-US" sz="1600" b="1" dirty="0" smtClean="0">
                <a:solidFill>
                  <a:schemeClr val="tx1"/>
                </a:solidFill>
                <a:latin typeface="Courier New"/>
                <a:cs typeface="Courier New"/>
              </a:rPr>
              <a:t> </a:t>
            </a:r>
            <a:r>
              <a:rPr lang="en-US" sz="1600" b="1" dirty="0" err="1" smtClean="0">
                <a:solidFill>
                  <a:schemeClr val="tx1"/>
                </a:solidFill>
                <a:latin typeface="Courier New"/>
                <a:cs typeface="Courier New"/>
              </a:rPr>
              <a:t>i</a:t>
            </a:r>
            <a:r>
              <a:rPr lang="en-US" sz="1600" b="1" dirty="0" smtClean="0">
                <a:solidFill>
                  <a:schemeClr val="tx1"/>
                </a:solidFill>
                <a:latin typeface="Courier New"/>
                <a:cs typeface="Courier New"/>
              </a:rPr>
              <a:t> in </a:t>
            </a:r>
            <a:r>
              <a:rPr lang="en-US" sz="1600" b="1" dirty="0" smtClean="0">
                <a:solidFill>
                  <a:srgbClr val="7030A0"/>
                </a:solidFill>
                <a:latin typeface="Courier New"/>
                <a:cs typeface="Courier New"/>
              </a:rPr>
              <a:t>range</a:t>
            </a:r>
            <a:r>
              <a:rPr lang="en-US" sz="1600" b="1" dirty="0" smtClean="0">
                <a:solidFill>
                  <a:schemeClr val="tx1"/>
                </a:solidFill>
                <a:latin typeface="Courier New"/>
                <a:cs typeface="Courier New"/>
              </a:rPr>
              <a:t>(n-1) :</a:t>
            </a:r>
          </a:p>
          <a:p>
            <a:pPr lvl="1">
              <a:defRPr/>
            </a:pP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for</a:t>
            </a:r>
            <a:r>
              <a:rPr lang="en-US" sz="1600" b="1" dirty="0" smtClean="0">
                <a:solidFill>
                  <a:schemeClr val="tx1"/>
                </a:solidFill>
                <a:latin typeface="Courier New"/>
                <a:cs typeface="Courier New"/>
              </a:rPr>
              <a:t> j in </a:t>
            </a:r>
            <a:r>
              <a:rPr lang="en-US" sz="1600" b="1" dirty="0" smtClean="0">
                <a:solidFill>
                  <a:srgbClr val="7030A0"/>
                </a:solidFill>
                <a:latin typeface="Courier New"/>
                <a:cs typeface="Courier New"/>
              </a:rPr>
              <a:t>rang</a:t>
            </a:r>
            <a:r>
              <a:rPr lang="en-US" sz="1600" b="1" dirty="0" smtClean="0">
                <a:solidFill>
                  <a:schemeClr val="tx1"/>
                </a:solidFill>
                <a:latin typeface="Courier New"/>
                <a:cs typeface="Courier New"/>
              </a:rPr>
              <a:t>e(n-1,i,-1) :</a:t>
            </a:r>
          </a:p>
          <a:p>
            <a:pPr lvl="1">
              <a:defRPr/>
            </a:pPr>
            <a:r>
              <a:rPr lang="en-US" sz="1600" b="1" dirty="0" smtClean="0">
                <a:solidFill>
                  <a:schemeClr val="tx1"/>
                </a:solidFill>
                <a:latin typeface="Courier New"/>
                <a:cs typeface="Courier New"/>
              </a:rPr>
              <a:t>           </a:t>
            </a:r>
            <a:r>
              <a:rPr lang="en-US" sz="1600" b="1" dirty="0" smtClean="0">
                <a:solidFill>
                  <a:srgbClr val="0000FF"/>
                </a:solidFill>
                <a:latin typeface="Courier New"/>
                <a:cs typeface="Courier New"/>
              </a:rPr>
              <a:t> if </a:t>
            </a:r>
            <a:r>
              <a:rPr lang="en-US" sz="1600" b="1" dirty="0" smtClean="0">
                <a:solidFill>
                  <a:schemeClr val="tx1"/>
                </a:solidFill>
                <a:latin typeface="Courier New"/>
                <a:cs typeface="Courier New"/>
              </a:rPr>
              <a:t>l[j-1]&gt;l[j]:</a:t>
            </a:r>
          </a:p>
          <a:p>
            <a:pPr lvl="1">
              <a:defRPr/>
            </a:pPr>
            <a:r>
              <a:rPr lang="en-US" sz="1600" b="1" dirty="0" smtClean="0">
                <a:solidFill>
                  <a:schemeClr val="tx1"/>
                </a:solidFill>
                <a:latin typeface="Courier New"/>
                <a:cs typeface="Courier New"/>
              </a:rPr>
              <a:t>                T=l[j]</a:t>
            </a:r>
          </a:p>
          <a:p>
            <a:pPr lvl="1">
              <a:defRPr/>
            </a:pPr>
            <a:r>
              <a:rPr lang="en-US" sz="1600" b="1" dirty="0" smtClean="0">
                <a:solidFill>
                  <a:schemeClr val="tx1"/>
                </a:solidFill>
                <a:latin typeface="Courier New"/>
                <a:cs typeface="Courier New"/>
              </a:rPr>
              <a:t>                l[j] = l[j-1]</a:t>
            </a:r>
          </a:p>
          <a:p>
            <a:pPr lvl="1">
              <a:defRPr/>
            </a:pPr>
            <a:r>
              <a:rPr lang="en-US" sz="1600" b="1" dirty="0" smtClean="0">
                <a:solidFill>
                  <a:schemeClr val="tx1"/>
                </a:solidFill>
                <a:latin typeface="Courier New"/>
                <a:cs typeface="Courier New"/>
              </a:rPr>
              <a:t>                l[j-1] = T</a:t>
            </a:r>
            <a:endParaRPr lang="fr-FR" sz="1600"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1536790851"/>
      </p:ext>
    </p:extLst>
  </p:cSld>
  <p:clrMapOvr>
    <a:masterClrMapping/>
  </p:clrMapOvr>
  <p:transition>
    <p:wip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t-</a:t>
            </a:r>
            <a:r>
              <a:rPr lang="fr-FR" sz="2400" b="1" dirty="0" err="1">
                <a:latin typeface="+mj-lt"/>
              </a:rPr>
              <a:t>uples</a:t>
            </a:r>
            <a:endParaRPr lang="fr-FR" sz="2400" b="1" dirty="0">
              <a:latin typeface="+mj-lt"/>
            </a:endParaRPr>
          </a:p>
        </p:txBody>
      </p:sp>
      <p:cxnSp>
        <p:nvCxnSpPr>
          <p:cNvPr id="1392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392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71500" y="984250"/>
            <a:ext cx="8143875" cy="1016000"/>
          </a:xfrm>
          <a:prstGeom prst="rect">
            <a:avLst/>
          </a:prstGeom>
        </p:spPr>
        <p:txBody>
          <a:bodyPr>
            <a:spAutoFit/>
          </a:bodyPr>
          <a:lstStyle/>
          <a:p>
            <a:pPr algn="just" eaLnBrk="1" hangingPunct="1">
              <a:spcBef>
                <a:spcPct val="50000"/>
              </a:spcBef>
              <a:buClr>
                <a:srgbClr val="336666"/>
              </a:buClr>
              <a:buFont typeface="Wingdings" pitchFamily="2" charset="2"/>
              <a:buNone/>
              <a:defRPr/>
            </a:pPr>
            <a:r>
              <a:rPr lang="fr-FR" dirty="0">
                <a:latin typeface="+mj-lt"/>
              </a:rPr>
              <a:t>Les t-</a:t>
            </a:r>
            <a:r>
              <a:rPr lang="fr-FR" dirty="0" err="1">
                <a:latin typeface="+mj-lt"/>
              </a:rPr>
              <a:t>uples</a:t>
            </a:r>
            <a:r>
              <a:rPr lang="fr-FR" dirty="0">
                <a:latin typeface="+mj-lt"/>
              </a:rPr>
              <a:t> correspondent aux listes à la différence qu’ils sont </a:t>
            </a:r>
            <a:r>
              <a:rPr lang="fr-FR" dirty="0">
                <a:solidFill>
                  <a:srgbClr val="C00000"/>
                </a:solidFill>
                <a:latin typeface="+mj-lt"/>
              </a:rPr>
              <a:t>non modifiables</a:t>
            </a:r>
            <a:r>
              <a:rPr lang="fr-FR" dirty="0">
                <a:latin typeface="+mj-lt"/>
              </a:rPr>
              <a:t>. Pratiquement, ils utilisent les parenthèses au lieu des crochets :</a:t>
            </a:r>
          </a:p>
        </p:txBody>
      </p:sp>
      <p:sp>
        <p:nvSpPr>
          <p:cNvPr id="11" name="Rectangle à coins arrondis 10"/>
          <p:cNvSpPr/>
          <p:nvPr/>
        </p:nvSpPr>
        <p:spPr>
          <a:xfrm>
            <a:off x="928688" y="2422525"/>
            <a:ext cx="7786687" cy="1006475"/>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lnSpc>
                <a:spcPct val="150000"/>
              </a:lnSpc>
              <a:spcBef>
                <a:spcPts val="0"/>
              </a:spcBef>
              <a:buClr>
                <a:srgbClr val="336666"/>
              </a:buClr>
              <a:buFont typeface="Wingdings" pitchFamily="2" charset="2"/>
              <a:buNone/>
              <a:defRPr/>
            </a:pPr>
            <a:endParaRPr lang="fr-FR" sz="2400" b="1" dirty="0">
              <a:solidFill>
                <a:schemeClr val="tx1"/>
              </a:solidFill>
              <a:latin typeface="Courier New" pitchFamily="49" charset="0"/>
              <a:ea typeface="ＭＳ Ｐゴシック" pitchFamily="34" charset="-128"/>
              <a:cs typeface="Courier New" pitchFamily="49" charset="0"/>
            </a:endParaRPr>
          </a:p>
          <a:p>
            <a:pPr lvl="1" eaLnBrk="1" hangingPunct="1">
              <a:lnSpc>
                <a:spcPct val="150000"/>
              </a:lnSpc>
              <a:spcBef>
                <a:spcPts val="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monTupleVide</a:t>
            </a:r>
            <a:r>
              <a:rPr lang="fr-FR" sz="1800" b="1" dirty="0">
                <a:solidFill>
                  <a:schemeClr val="tx1"/>
                </a:solidFill>
                <a:latin typeface="Courier New" pitchFamily="49" charset="0"/>
                <a:ea typeface="ＭＳ Ｐゴシック" pitchFamily="34" charset="-128"/>
                <a:cs typeface="Courier New" pitchFamily="49" charset="0"/>
              </a:rPr>
              <a:t> = ()</a:t>
            </a:r>
          </a:p>
          <a:p>
            <a:pPr lvl="1" eaLnBrk="1" hangingPunct="1">
              <a:lnSpc>
                <a:spcPct val="150000"/>
              </a:lnSpc>
              <a:spcBef>
                <a:spcPts val="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monTupleAvecUnSeulElement</a:t>
            </a:r>
            <a:r>
              <a:rPr lang="fr-FR" sz="1800" b="1" dirty="0">
                <a:solidFill>
                  <a:schemeClr val="tx1"/>
                </a:solidFill>
                <a:latin typeface="Courier New" pitchFamily="49" charset="0"/>
                <a:ea typeface="ＭＳ Ｐゴシック" pitchFamily="34" charset="-128"/>
                <a:cs typeface="Courier New" pitchFamily="49" charset="0"/>
              </a:rPr>
              <a:t> = (</a:t>
            </a:r>
            <a:r>
              <a:rPr lang="fr-FR" sz="1800" b="1" i="1" dirty="0">
                <a:solidFill>
                  <a:schemeClr val="tx1"/>
                </a:solidFill>
                <a:latin typeface="Courier New" pitchFamily="49" charset="0"/>
                <a:ea typeface="ＭＳ Ｐゴシック" pitchFamily="34" charset="-128"/>
                <a:cs typeface="Courier New" pitchFamily="49" charset="0"/>
              </a:rPr>
              <a:t>élément,</a:t>
            </a:r>
            <a:r>
              <a:rPr lang="fr-FR" sz="1800" b="1" dirty="0">
                <a:solidFill>
                  <a:schemeClr val="tx1"/>
                </a:solidFill>
                <a:latin typeface="Courier New" pitchFamily="49" charset="0"/>
                <a:ea typeface="ＭＳ Ｐゴシック" pitchFamily="34" charset="-128"/>
                <a:cs typeface="Courier New" pitchFamily="49" charset="0"/>
              </a:rPr>
              <a:t>)</a:t>
            </a:r>
          </a:p>
          <a:p>
            <a:pPr lvl="1" eaLnBrk="1" hangingPunct="1">
              <a:lnSpc>
                <a:spcPct val="150000"/>
              </a:lnSpc>
              <a:spcBef>
                <a:spcPts val="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monTuple</a:t>
            </a:r>
            <a:r>
              <a:rPr lang="fr-FR" sz="1800" b="1" dirty="0">
                <a:solidFill>
                  <a:schemeClr val="tx1"/>
                </a:solidFill>
                <a:latin typeface="Courier New" pitchFamily="49" charset="0"/>
                <a:ea typeface="ＭＳ Ｐゴシック" pitchFamily="34" charset="-128"/>
                <a:cs typeface="Courier New" pitchFamily="49" charset="0"/>
              </a:rPr>
              <a:t> = (</a:t>
            </a:r>
            <a:r>
              <a:rPr lang="fr-FR" sz="1800" b="1" i="1" dirty="0">
                <a:solidFill>
                  <a:schemeClr val="tx1"/>
                </a:solidFill>
                <a:latin typeface="Courier New" pitchFamily="49" charset="0"/>
                <a:ea typeface="ＭＳ Ｐゴシック" pitchFamily="34" charset="-128"/>
                <a:cs typeface="Courier New" pitchFamily="49" charset="0"/>
              </a:rPr>
              <a:t>élément1</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a:solidFill>
                  <a:schemeClr val="tx1"/>
                </a:solidFill>
                <a:latin typeface="Courier New" pitchFamily="49" charset="0"/>
                <a:ea typeface="ＭＳ Ｐゴシック" pitchFamily="34" charset="-128"/>
                <a:cs typeface="Courier New" pitchFamily="49" charset="0"/>
              </a:rPr>
              <a:t>élément2</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err="1">
                <a:solidFill>
                  <a:schemeClr val="tx1"/>
                </a:solidFill>
                <a:latin typeface="Courier New" pitchFamily="49" charset="0"/>
                <a:ea typeface="ＭＳ Ｐゴシック" pitchFamily="34" charset="-128"/>
                <a:cs typeface="Courier New" pitchFamily="49" charset="0"/>
              </a:rPr>
              <a:t>élémentN</a:t>
            </a:r>
            <a:r>
              <a:rPr lang="fr-FR" sz="1800" dirty="0">
                <a:solidFill>
                  <a:schemeClr val="tx1"/>
                </a:solidFill>
                <a:latin typeface="Courier New" pitchFamily="49" charset="0"/>
                <a:ea typeface="ＭＳ Ｐゴシック" pitchFamily="34" charset="-128"/>
                <a:cs typeface="Courier New" pitchFamily="49" charset="0"/>
              </a:rPr>
              <a:t>)</a:t>
            </a:r>
          </a:p>
          <a:p>
            <a:pPr lvl="1" eaLnBrk="1" hangingPunct="1">
              <a:lnSpc>
                <a:spcPct val="150000"/>
              </a:lnSpc>
              <a:spcBef>
                <a:spcPts val="0"/>
              </a:spcBef>
              <a:buClr>
                <a:srgbClr val="336666"/>
              </a:buClr>
              <a:buFont typeface="Wingdings" pitchFamily="2" charset="2"/>
              <a:buNone/>
              <a:defRPr/>
            </a:pPr>
            <a:endParaRPr lang="fr-FR" b="1" dirty="0">
              <a:solidFill>
                <a:schemeClr val="tx1"/>
              </a:solidFill>
              <a:latin typeface="Courier New" pitchFamily="49" charset="0"/>
              <a:ea typeface="ＭＳ Ｐゴシック" pitchFamily="34" charset="-128"/>
              <a:cs typeface="Courier New" pitchFamily="49" charset="0"/>
            </a:endParaRPr>
          </a:p>
        </p:txBody>
      </p:sp>
      <p:sp>
        <p:nvSpPr>
          <p:cNvPr id="12" name="Rectangle 11"/>
          <p:cNvSpPr/>
          <p:nvPr/>
        </p:nvSpPr>
        <p:spPr>
          <a:xfrm>
            <a:off x="928688" y="1928813"/>
            <a:ext cx="4572000" cy="400050"/>
          </a:xfrm>
          <a:prstGeom prst="rect">
            <a:avLst/>
          </a:prstGeom>
        </p:spPr>
        <p:txBody>
          <a:bodyPr>
            <a:spAutoFit/>
          </a:bodyPr>
          <a:lstStyle/>
          <a:p>
            <a:pPr eaLnBrk="1" hangingPunct="1">
              <a:spcBef>
                <a:spcPct val="50000"/>
              </a:spcBef>
              <a:buClr>
                <a:srgbClr val="336666"/>
              </a:buClr>
              <a:buFont typeface="Wingdings" pitchFamily="2" charset="2"/>
              <a:buChar char="§"/>
              <a:defRPr/>
            </a:pPr>
            <a:r>
              <a:rPr lang="en-US" sz="1800" b="1" dirty="0">
                <a:solidFill>
                  <a:srgbClr val="0000FF"/>
                </a:solidFill>
                <a:latin typeface="+mn-lt"/>
                <a:ea typeface="ＭＳ Ｐゴシック" pitchFamily="34" charset="-128"/>
              </a:rPr>
              <a:t> </a:t>
            </a:r>
            <a:r>
              <a:rPr lang="en-US" sz="1800" b="1" u="sng" dirty="0">
                <a:solidFill>
                  <a:srgbClr val="0000FF"/>
                </a:solidFill>
                <a:latin typeface="+mn-lt"/>
                <a:ea typeface="ＭＳ Ｐゴシック" pitchFamily="34" charset="-128"/>
              </a:rPr>
              <a:t>Syntaxes de la </a:t>
            </a:r>
            <a:r>
              <a:rPr lang="en-US" sz="1800" b="1" u="sng" dirty="0" err="1">
                <a:solidFill>
                  <a:srgbClr val="0000FF"/>
                </a:solidFill>
                <a:latin typeface="+mn-lt"/>
                <a:ea typeface="ＭＳ Ｐゴシック" pitchFamily="34" charset="-128"/>
              </a:rPr>
              <a:t>déclaration</a:t>
            </a:r>
            <a:r>
              <a:rPr lang="en-US" sz="1800" b="1" u="sng" dirty="0">
                <a:solidFill>
                  <a:srgbClr val="0000FF"/>
                </a:solidFill>
                <a:latin typeface="+mn-lt"/>
                <a:ea typeface="ＭＳ Ｐゴシック" pitchFamily="34" charset="-128"/>
              </a:rPr>
              <a:t> de t-</a:t>
            </a:r>
            <a:r>
              <a:rPr lang="en-US" sz="1800" b="1" u="sng" dirty="0" err="1">
                <a:solidFill>
                  <a:srgbClr val="0000FF"/>
                </a:solidFill>
                <a:latin typeface="+mn-lt"/>
                <a:ea typeface="ＭＳ Ｐゴシック" pitchFamily="34" charset="-128"/>
              </a:rPr>
              <a:t>uples</a:t>
            </a:r>
            <a:r>
              <a:rPr lang="en-US" sz="1800" b="1" u="sng" dirty="0">
                <a:solidFill>
                  <a:srgbClr val="0000FF"/>
                </a:solidFill>
                <a:latin typeface="+mn-lt"/>
                <a:ea typeface="ＭＳ Ｐゴシック" pitchFamily="34" charset="-128"/>
              </a:rPr>
              <a:t> </a:t>
            </a:r>
            <a:r>
              <a:rPr lang="en-US" u="sng" dirty="0">
                <a:solidFill>
                  <a:srgbClr val="0000FF"/>
                </a:solidFill>
                <a:ea typeface="ＭＳ Ｐゴシック" pitchFamily="34" charset="-128"/>
              </a:rPr>
              <a:t>:</a:t>
            </a:r>
          </a:p>
        </p:txBody>
      </p:sp>
      <p:sp>
        <p:nvSpPr>
          <p:cNvPr id="13" name="Rectangle à coins arrondis 12"/>
          <p:cNvSpPr/>
          <p:nvPr/>
        </p:nvSpPr>
        <p:spPr>
          <a:xfrm>
            <a:off x="785813" y="4000500"/>
            <a:ext cx="8001000" cy="2887663"/>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rgbClr val="0000FF"/>
                </a:solidFill>
                <a:latin typeface="Courier New" pitchFamily="49" charset="0"/>
                <a:cs typeface="Courier New" pitchFamily="49" charset="0"/>
              </a:rPr>
              <a:t> </a:t>
            </a:r>
            <a:r>
              <a:rPr lang="fr-FR" sz="1800" b="1" dirty="0">
                <a:solidFill>
                  <a:srgbClr val="000000"/>
                </a:solidFill>
                <a:latin typeface="Courier New" pitchFamily="49" charset="0"/>
                <a:cs typeface="Courier New" pitchFamily="49" charset="0"/>
              </a:rPr>
              <a:t>monTuple</a:t>
            </a:r>
            <a:r>
              <a:rPr lang="fr-FR" sz="1800" b="1" dirty="0">
                <a:solidFill>
                  <a:srgbClr val="0000FF"/>
                </a:solidFill>
                <a:latin typeface="Courier New" pitchFamily="49" charset="0"/>
                <a:cs typeface="Courier New" pitchFamily="49" charset="0"/>
              </a:rPr>
              <a:t> </a:t>
            </a:r>
            <a:r>
              <a:rPr lang="fr-FR" sz="1800" b="1" dirty="0">
                <a:solidFill>
                  <a:srgbClr val="000000"/>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2.718</a:t>
            </a:r>
            <a:r>
              <a:rPr lang="fr-FR" sz="1800" b="1" dirty="0">
                <a:solidFill>
                  <a:srgbClr val="000000"/>
                </a:solidFill>
                <a:latin typeface="Courier New" pitchFamily="49" charset="0"/>
                <a:cs typeface="Courier New" pitchFamily="49" charset="0"/>
              </a:rPr>
              <a:t>,</a:t>
            </a:r>
            <a:r>
              <a:rPr lang="fr-FR" sz="1800" b="1" dirty="0">
                <a:solidFill>
                  <a:srgbClr val="0000FF"/>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3.14</a:t>
            </a:r>
            <a:r>
              <a:rPr lang="fr-FR" sz="1800" b="1" dirty="0">
                <a:solidFill>
                  <a:srgbClr val="000000"/>
                </a:solidFill>
                <a:latin typeface="Courier New" pitchFamily="49" charset="0"/>
                <a:cs typeface="Courier New" pitchFamily="49" charset="0"/>
              </a:rPr>
              <a:t>,</a:t>
            </a:r>
            <a:r>
              <a:rPr lang="fr-FR" sz="1800" b="1" dirty="0">
                <a:solidFill>
                  <a:srgbClr val="0000FF"/>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1.414</a:t>
            </a:r>
            <a:r>
              <a:rPr lang="fr-FR" sz="1800" b="1" dirty="0">
                <a:solidFill>
                  <a:srgbClr val="000000"/>
                </a:solidFill>
                <a:latin typeface="Courier New" pitchFamily="49" charset="0"/>
                <a:cs typeface="Courier New" pitchFamily="49" charset="0"/>
              </a:rPr>
              <a:t>)</a:t>
            </a:r>
          </a:p>
          <a:p>
            <a:pPr lvl="1" eaLnBrk="1" hangingPunct="1">
              <a:spcBef>
                <a:spcPts val="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rgbClr val="0000FF"/>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print</a:t>
            </a:r>
            <a:r>
              <a:rPr lang="fr-FR" sz="1800" b="1" dirty="0">
                <a:solidFill>
                  <a:srgbClr val="000000"/>
                </a:solidFill>
                <a:latin typeface="Courier New" pitchFamily="49" charset="0"/>
                <a:cs typeface="Courier New" pitchFamily="49" charset="0"/>
              </a:rPr>
              <a:t>(monTuple)</a:t>
            </a:r>
          </a:p>
          <a:p>
            <a:pPr lvl="1" eaLnBrk="1" hangingPunct="1">
              <a:spcBef>
                <a:spcPts val="0"/>
              </a:spcBef>
              <a:buClr>
                <a:srgbClr val="336666"/>
              </a:buClr>
              <a:buFont typeface="Wingdings" pitchFamily="2" charset="2"/>
              <a:buNone/>
              <a:defRPr/>
            </a:pPr>
            <a:r>
              <a:rPr lang="fr-FR" sz="1800" b="1" dirty="0">
                <a:solidFill>
                  <a:srgbClr val="000000"/>
                </a:solidFill>
                <a:latin typeface="Courier New" pitchFamily="49" charset="0"/>
                <a:cs typeface="Courier New" pitchFamily="49" charset="0"/>
              </a:rPr>
              <a:t>(2.718, 3.14, 1.414)</a:t>
            </a:r>
          </a:p>
          <a:p>
            <a:pPr lvl="1" eaLnBrk="1" hangingPunct="1">
              <a:spcBef>
                <a:spcPts val="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rgbClr val="0000FF"/>
                </a:solidFill>
                <a:latin typeface="Courier New" pitchFamily="49" charset="0"/>
                <a:cs typeface="Courier New" pitchFamily="49" charset="0"/>
              </a:rPr>
              <a:t> </a:t>
            </a:r>
            <a:r>
              <a:rPr lang="fr-FR" sz="1800" b="1" dirty="0">
                <a:solidFill>
                  <a:srgbClr val="3366FF"/>
                </a:solidFill>
                <a:latin typeface="Courier New" pitchFamily="49" charset="0"/>
                <a:cs typeface="Courier New" pitchFamily="49" charset="0"/>
              </a:rPr>
              <a:t>print</a:t>
            </a:r>
            <a:r>
              <a:rPr lang="fr-FR" sz="1800" b="1" dirty="0">
                <a:solidFill>
                  <a:srgbClr val="000000"/>
                </a:solidFill>
                <a:latin typeface="Courier New" pitchFamily="49" charset="0"/>
                <a:cs typeface="Courier New" pitchFamily="49" charset="0"/>
              </a:rPr>
              <a:t>(monTuple[</a:t>
            </a:r>
            <a:r>
              <a:rPr lang="fr-FR" sz="1800" b="1" dirty="0">
                <a:solidFill>
                  <a:srgbClr val="3366FF"/>
                </a:solidFill>
                <a:latin typeface="Courier New" pitchFamily="49" charset="0"/>
                <a:cs typeface="Courier New" pitchFamily="49" charset="0"/>
              </a:rPr>
              <a:t>2</a:t>
            </a:r>
            <a:r>
              <a:rPr lang="fr-FR" sz="1800" b="1" dirty="0">
                <a:solidFill>
                  <a:srgbClr val="000000"/>
                </a:solidFill>
                <a:latin typeface="Courier New" pitchFamily="49" charset="0"/>
                <a:cs typeface="Courier New" pitchFamily="49" charset="0"/>
              </a:rPr>
              <a:t>])</a:t>
            </a:r>
          </a:p>
          <a:p>
            <a:pPr lvl="1" eaLnBrk="1" hangingPunct="1">
              <a:spcBef>
                <a:spcPts val="0"/>
              </a:spcBef>
              <a:buClr>
                <a:srgbClr val="336666"/>
              </a:buClr>
              <a:buFont typeface="Wingdings" pitchFamily="2" charset="2"/>
              <a:buNone/>
              <a:defRPr/>
            </a:pPr>
            <a:r>
              <a:rPr lang="fr-FR" sz="1800" b="1" dirty="0">
                <a:solidFill>
                  <a:srgbClr val="000000"/>
                </a:solidFill>
                <a:latin typeface="Courier New" pitchFamily="49" charset="0"/>
                <a:cs typeface="Courier New" pitchFamily="49" charset="0"/>
              </a:rPr>
              <a:t>1.414</a:t>
            </a:r>
          </a:p>
          <a:p>
            <a:pPr lvl="1" eaLnBrk="1" hangingPunct="1">
              <a:spcBef>
                <a:spcPts val="0"/>
              </a:spcBef>
              <a:buClr>
                <a:srgbClr val="336666"/>
              </a:buClr>
              <a:buFont typeface="Wingdings" pitchFamily="2" charset="2"/>
              <a:buNone/>
              <a:defRPr/>
            </a:pPr>
            <a:r>
              <a:rPr lang="fr-FR" sz="1800" b="1" dirty="0">
                <a:solidFill>
                  <a:srgbClr val="008000"/>
                </a:solidFill>
                <a:latin typeface="Courier New" pitchFamily="49" charset="0"/>
                <a:cs typeface="Courier New" pitchFamily="49" charset="0"/>
              </a:rPr>
              <a:t>&gt;&gt;&gt;</a:t>
            </a:r>
            <a:r>
              <a:rPr lang="fr-FR" sz="1800" b="1" dirty="0">
                <a:solidFill>
                  <a:srgbClr val="0000FF"/>
                </a:solidFill>
                <a:latin typeface="Courier New" pitchFamily="49" charset="0"/>
                <a:cs typeface="Courier New" pitchFamily="49" charset="0"/>
              </a:rPr>
              <a:t> </a:t>
            </a:r>
            <a:r>
              <a:rPr lang="fr-FR" sz="1800" b="1" dirty="0">
                <a:solidFill>
                  <a:srgbClr val="000000"/>
                </a:solidFill>
                <a:latin typeface="Courier New" pitchFamily="49" charset="0"/>
                <a:cs typeface="Courier New" pitchFamily="49" charset="0"/>
              </a:rPr>
              <a:t>monTuple[</a:t>
            </a:r>
            <a:r>
              <a:rPr lang="fr-FR" sz="1800" b="1" dirty="0">
                <a:solidFill>
                  <a:srgbClr val="3366FF"/>
                </a:solidFill>
                <a:latin typeface="Courier New" pitchFamily="49" charset="0"/>
                <a:cs typeface="Courier New" pitchFamily="49" charset="0"/>
              </a:rPr>
              <a:t>2</a:t>
            </a:r>
            <a:r>
              <a:rPr lang="fr-FR" sz="1800" b="1" dirty="0">
                <a:solidFill>
                  <a:srgbClr val="000000"/>
                </a:solidFill>
                <a:latin typeface="Courier New" pitchFamily="49" charset="0"/>
                <a:cs typeface="Courier New" pitchFamily="49" charset="0"/>
              </a:rPr>
              <a:t>]</a:t>
            </a:r>
            <a:r>
              <a:rPr lang="fr-FR" sz="1800" b="1" dirty="0">
                <a:solidFill>
                  <a:srgbClr val="0000FF"/>
                </a:solidFill>
                <a:latin typeface="Courier New" pitchFamily="49" charset="0"/>
                <a:cs typeface="Courier New" pitchFamily="49" charset="0"/>
              </a:rPr>
              <a:t> </a:t>
            </a:r>
            <a:r>
              <a:rPr lang="fr-FR" sz="1800" b="1" dirty="0">
                <a:solidFill>
                  <a:srgbClr val="000000"/>
                </a:solidFill>
                <a:latin typeface="Courier New" pitchFamily="49" charset="0"/>
                <a:cs typeface="Courier New" pitchFamily="49" charset="0"/>
              </a:rPr>
              <a:t>=</a:t>
            </a:r>
            <a:r>
              <a:rPr lang="fr-FR" sz="1800" b="1" dirty="0">
                <a:solidFill>
                  <a:srgbClr val="0000FF"/>
                </a:solidFill>
                <a:latin typeface="Courier New" pitchFamily="49" charset="0"/>
                <a:cs typeface="Courier New" pitchFamily="49" charset="0"/>
              </a:rPr>
              <a:t> 1.732</a:t>
            </a:r>
          </a:p>
          <a:p>
            <a:pPr lvl="1" eaLnBrk="1" hangingPunct="1">
              <a:spcBef>
                <a:spcPts val="0"/>
              </a:spcBef>
              <a:buClr>
                <a:srgbClr val="336666"/>
              </a:buClr>
              <a:buFont typeface="Wingdings" pitchFamily="2" charset="2"/>
              <a:buNone/>
              <a:defRPr/>
            </a:pPr>
            <a:r>
              <a:rPr lang="fr-FR" sz="1800" b="1" dirty="0">
                <a:solidFill>
                  <a:srgbClr val="FF0000"/>
                </a:solidFill>
                <a:latin typeface="Courier New" pitchFamily="49" charset="0"/>
                <a:cs typeface="Courier New" pitchFamily="49" charset="0"/>
              </a:rPr>
              <a:t>Traceback (most recent call last):</a:t>
            </a:r>
          </a:p>
          <a:p>
            <a:pPr lvl="1" eaLnBrk="1" hangingPunct="1">
              <a:spcBef>
                <a:spcPts val="0"/>
              </a:spcBef>
              <a:buClr>
                <a:srgbClr val="336666"/>
              </a:buClr>
              <a:buFont typeface="Wingdings" pitchFamily="2" charset="2"/>
              <a:buNone/>
              <a:defRPr/>
            </a:pPr>
            <a:r>
              <a:rPr lang="fr-FR" sz="1800" b="1" dirty="0">
                <a:solidFill>
                  <a:srgbClr val="FF0000"/>
                </a:solidFill>
                <a:latin typeface="Courier New" pitchFamily="49" charset="0"/>
                <a:cs typeface="Courier New" pitchFamily="49" charset="0"/>
              </a:rPr>
              <a:t>  File "&lt;console&gt;", line 1, in &lt;module&gt;</a:t>
            </a:r>
          </a:p>
          <a:p>
            <a:pPr lvl="1" eaLnBrk="1" hangingPunct="1">
              <a:spcBef>
                <a:spcPts val="0"/>
              </a:spcBef>
              <a:buClr>
                <a:srgbClr val="336666"/>
              </a:buClr>
              <a:buFont typeface="Wingdings" pitchFamily="2" charset="2"/>
              <a:buNone/>
              <a:defRPr/>
            </a:pPr>
            <a:r>
              <a:rPr lang="fr-FR" sz="1800" b="1" dirty="0">
                <a:solidFill>
                  <a:srgbClr val="FF0000"/>
                </a:solidFill>
                <a:latin typeface="Courier New" pitchFamily="49" charset="0"/>
                <a:cs typeface="Courier New" pitchFamily="49" charset="0"/>
              </a:rPr>
              <a:t>TypeError: 'tuple' object does not support item assignment</a:t>
            </a:r>
          </a:p>
        </p:txBody>
      </p:sp>
      <p:sp>
        <p:nvSpPr>
          <p:cNvPr id="14" name="Rectangle 13"/>
          <p:cNvSpPr/>
          <p:nvPr/>
        </p:nvSpPr>
        <p:spPr>
          <a:xfrm>
            <a:off x="857250" y="3643313"/>
            <a:ext cx="5572125" cy="369887"/>
          </a:xfrm>
          <a:prstGeom prst="rect">
            <a:avLst/>
          </a:prstGeom>
        </p:spPr>
        <p:txBody>
          <a:bodyPr>
            <a:spAutoFit/>
          </a:bodyPr>
          <a:lstStyle/>
          <a:p>
            <a:pPr eaLnBrk="1" hangingPunct="1">
              <a:spcBef>
                <a:spcPct val="50000"/>
              </a:spcBef>
              <a:buClr>
                <a:srgbClr val="336666"/>
              </a:buClr>
              <a:buFont typeface="Wingdings" pitchFamily="2" charset="2"/>
              <a:buChar char="§"/>
              <a:defRPr/>
            </a:pPr>
            <a:r>
              <a:rPr lang="en-US" sz="1800" b="1" u="sng" dirty="0">
                <a:solidFill>
                  <a:srgbClr val="0000FF"/>
                </a:solidFill>
                <a:latin typeface="+mn-lt"/>
                <a:ea typeface="ＭＳ Ｐゴシック" pitchFamily="34" charset="-128"/>
              </a:rPr>
              <a:t> </a:t>
            </a:r>
            <a:r>
              <a:rPr lang="en-US" sz="1800" b="1" u="sng" dirty="0" err="1">
                <a:solidFill>
                  <a:srgbClr val="0000FF"/>
                </a:solidFill>
                <a:latin typeface="+mn-lt"/>
                <a:ea typeface="ＭＳ Ｐゴシック" pitchFamily="34" charset="-128"/>
              </a:rPr>
              <a:t>Exemple</a:t>
            </a:r>
            <a:r>
              <a:rPr lang="en-US" sz="1800" b="1" u="sng" dirty="0">
                <a:solidFill>
                  <a:srgbClr val="0000FF"/>
                </a:solidFill>
                <a:latin typeface="+mn-lt"/>
                <a:ea typeface="ＭＳ Ｐゴシック" pitchFamily="34" charset="-128"/>
              </a:rPr>
              <a:t> de </a:t>
            </a:r>
            <a:r>
              <a:rPr lang="en-US" sz="1800" b="1" u="sng" dirty="0" err="1">
                <a:solidFill>
                  <a:srgbClr val="0000FF"/>
                </a:solidFill>
                <a:latin typeface="+mn-lt"/>
                <a:ea typeface="ＭＳ Ｐゴシック" pitchFamily="34" charset="-128"/>
              </a:rPr>
              <a:t>création</a:t>
            </a:r>
            <a:r>
              <a:rPr lang="en-US" sz="1800" b="1" u="sng" dirty="0">
                <a:solidFill>
                  <a:srgbClr val="0000FF"/>
                </a:solidFill>
                <a:latin typeface="+mn-lt"/>
                <a:ea typeface="ＭＳ Ｐゴシック" pitchFamily="34" charset="-128"/>
              </a:rPr>
              <a:t>/manipulation de t-</a:t>
            </a:r>
            <a:r>
              <a:rPr lang="en-US" sz="1800" b="1" u="sng" dirty="0" err="1">
                <a:solidFill>
                  <a:srgbClr val="0000FF"/>
                </a:solidFill>
                <a:latin typeface="+mn-lt"/>
                <a:ea typeface="ＭＳ Ｐゴシック" pitchFamily="34" charset="-128"/>
              </a:rPr>
              <a:t>uples</a:t>
            </a:r>
            <a:r>
              <a:rPr lang="en-US" sz="1800" b="1" u="sng" dirty="0">
                <a:solidFill>
                  <a:srgbClr val="0000FF"/>
                </a:solidFill>
                <a:latin typeface="+mn-lt"/>
                <a:ea typeface="ＭＳ Ｐゴシック" pitchFamily="34" charset="-128"/>
              </a:rPr>
              <a:t> :</a:t>
            </a:r>
            <a:r>
              <a:rPr lang="en-US" sz="1800" u="sng" dirty="0">
                <a:solidFill>
                  <a:srgbClr val="0000FF"/>
                </a:solidFill>
                <a:latin typeface="+mn-lt"/>
                <a:ea typeface="ＭＳ Ｐゴシック" pitchFamily="34" charset="-128"/>
              </a:rPr>
              <a:t> </a:t>
            </a:r>
          </a:p>
        </p:txBody>
      </p:sp>
    </p:spTree>
    <p:custDataLst>
      <p:tags r:id="rId1"/>
    </p:custDataLst>
    <p:extLst>
      <p:ext uri="{BB962C8B-B14F-4D97-AF65-F5344CB8AC3E}">
        <p14:creationId xmlns:p14="http://schemas.microsoft.com/office/powerpoint/2010/main" val="374294691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checkerboard(across)">
                                      <p:cBhvr>
                                        <p:cTn id="10" dur="500"/>
                                        <p:tgtEl>
                                          <p:spTgt spid="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checkerboard(across)">
                                      <p:cBhvr>
                                        <p:cTn id="15" dur="500"/>
                                        <p:tgtEl>
                                          <p:spTgt spid="1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checkerboard(across)">
                                      <p:cBhvr>
                                        <p:cTn id="20" dur="500"/>
                                        <p:tgtEl>
                                          <p:spTgt spid="13">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3">
                                            <p:txEl>
                                              <p:pRg st="1" end="1"/>
                                            </p:txEl>
                                          </p:spTgt>
                                        </p:tgtEl>
                                        <p:attrNameLst>
                                          <p:attrName>style.visibility</p:attrName>
                                        </p:attrNameLst>
                                      </p:cBhvr>
                                      <p:to>
                                        <p:strVal val="visible"/>
                                      </p:to>
                                    </p:set>
                                    <p:animEffect transition="in" filter="checkerboard(across)">
                                      <p:cBhvr>
                                        <p:cTn id="25" dur="500"/>
                                        <p:tgtEl>
                                          <p:spTgt spid="13">
                                            <p:txEl>
                                              <p:pRg st="1" end="1"/>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13">
                                            <p:txEl>
                                              <p:pRg st="2" end="2"/>
                                            </p:txEl>
                                          </p:spTgt>
                                        </p:tgtEl>
                                        <p:attrNameLst>
                                          <p:attrName>style.visibility</p:attrName>
                                        </p:attrNameLst>
                                      </p:cBhvr>
                                      <p:to>
                                        <p:strVal val="visible"/>
                                      </p:to>
                                    </p:set>
                                    <p:animEffect transition="in" filter="checkerboard(across)">
                                      <p:cBhvr>
                                        <p:cTn id="28" dur="500"/>
                                        <p:tgtEl>
                                          <p:spTgt spid="13">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13">
                                            <p:txEl>
                                              <p:pRg st="3" end="3"/>
                                            </p:txEl>
                                          </p:spTgt>
                                        </p:tgtEl>
                                        <p:attrNameLst>
                                          <p:attrName>style.visibility</p:attrName>
                                        </p:attrNameLst>
                                      </p:cBhvr>
                                      <p:to>
                                        <p:strVal val="visible"/>
                                      </p:to>
                                    </p:set>
                                    <p:animEffect transition="in" filter="checkerboard(across)">
                                      <p:cBhvr>
                                        <p:cTn id="33" dur="500"/>
                                        <p:tgtEl>
                                          <p:spTgt spid="13">
                                            <p:txEl>
                                              <p:pRg st="3" end="3"/>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13">
                                            <p:txEl>
                                              <p:pRg st="4" end="4"/>
                                            </p:txEl>
                                          </p:spTgt>
                                        </p:tgtEl>
                                        <p:attrNameLst>
                                          <p:attrName>style.visibility</p:attrName>
                                        </p:attrNameLst>
                                      </p:cBhvr>
                                      <p:to>
                                        <p:strVal val="visible"/>
                                      </p:to>
                                    </p:set>
                                    <p:animEffect transition="in" filter="checkerboard(across)">
                                      <p:cBhvr>
                                        <p:cTn id="36" dur="500"/>
                                        <p:tgtEl>
                                          <p:spTgt spid="13">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nodeType="clickEffect">
                                  <p:stCondLst>
                                    <p:cond delay="0"/>
                                  </p:stCondLst>
                                  <p:childTnLst>
                                    <p:set>
                                      <p:cBhvr>
                                        <p:cTn id="40" dur="1" fill="hold">
                                          <p:stCondLst>
                                            <p:cond delay="0"/>
                                          </p:stCondLst>
                                        </p:cTn>
                                        <p:tgtEl>
                                          <p:spTgt spid="13">
                                            <p:txEl>
                                              <p:pRg st="5" end="5"/>
                                            </p:txEl>
                                          </p:spTgt>
                                        </p:tgtEl>
                                        <p:attrNameLst>
                                          <p:attrName>style.visibility</p:attrName>
                                        </p:attrNameLst>
                                      </p:cBhvr>
                                      <p:to>
                                        <p:strVal val="visible"/>
                                      </p:to>
                                    </p:set>
                                    <p:animEffect transition="in" filter="checkerboard(across)">
                                      <p:cBhvr>
                                        <p:cTn id="41" dur="500"/>
                                        <p:tgtEl>
                                          <p:spTgt spid="13">
                                            <p:txEl>
                                              <p:pRg st="5" end="5"/>
                                            </p:txEl>
                                          </p:spTgt>
                                        </p:tgtEl>
                                      </p:cBhvr>
                                    </p:animEffect>
                                  </p:childTnLst>
                                </p:cTn>
                              </p:par>
                              <p:par>
                                <p:cTn id="42" presetID="5" presetClass="entr" presetSubtype="10" fill="hold" nodeType="withEffect">
                                  <p:stCondLst>
                                    <p:cond delay="0"/>
                                  </p:stCondLst>
                                  <p:childTnLst>
                                    <p:set>
                                      <p:cBhvr>
                                        <p:cTn id="43" dur="1" fill="hold">
                                          <p:stCondLst>
                                            <p:cond delay="0"/>
                                          </p:stCondLst>
                                        </p:cTn>
                                        <p:tgtEl>
                                          <p:spTgt spid="13">
                                            <p:txEl>
                                              <p:pRg st="6" end="6"/>
                                            </p:txEl>
                                          </p:spTgt>
                                        </p:tgtEl>
                                        <p:attrNameLst>
                                          <p:attrName>style.visibility</p:attrName>
                                        </p:attrNameLst>
                                      </p:cBhvr>
                                      <p:to>
                                        <p:strVal val="visible"/>
                                      </p:to>
                                    </p:set>
                                    <p:animEffect transition="in" filter="checkerboard(across)">
                                      <p:cBhvr>
                                        <p:cTn id="44" dur="500"/>
                                        <p:tgtEl>
                                          <p:spTgt spid="13">
                                            <p:txEl>
                                              <p:pRg st="6" end="6"/>
                                            </p:txEl>
                                          </p:spTgt>
                                        </p:tgtEl>
                                      </p:cBhvr>
                                    </p:animEffect>
                                  </p:childTnLst>
                                </p:cTn>
                              </p:par>
                              <p:par>
                                <p:cTn id="45" presetID="5" presetClass="entr" presetSubtype="10" fill="hold" nodeType="withEffect">
                                  <p:stCondLst>
                                    <p:cond delay="0"/>
                                  </p:stCondLst>
                                  <p:childTnLst>
                                    <p:set>
                                      <p:cBhvr>
                                        <p:cTn id="46" dur="1" fill="hold">
                                          <p:stCondLst>
                                            <p:cond delay="0"/>
                                          </p:stCondLst>
                                        </p:cTn>
                                        <p:tgtEl>
                                          <p:spTgt spid="13">
                                            <p:txEl>
                                              <p:pRg st="7" end="7"/>
                                            </p:txEl>
                                          </p:spTgt>
                                        </p:tgtEl>
                                        <p:attrNameLst>
                                          <p:attrName>style.visibility</p:attrName>
                                        </p:attrNameLst>
                                      </p:cBhvr>
                                      <p:to>
                                        <p:strVal val="visible"/>
                                      </p:to>
                                    </p:set>
                                    <p:animEffect transition="in" filter="checkerboard(across)">
                                      <p:cBhvr>
                                        <p:cTn id="47" dur="500"/>
                                        <p:tgtEl>
                                          <p:spTgt spid="13">
                                            <p:txEl>
                                              <p:pRg st="7" end="7"/>
                                            </p:txEl>
                                          </p:spTgt>
                                        </p:tgtEl>
                                      </p:cBhvr>
                                    </p:animEffect>
                                  </p:childTnLst>
                                </p:cTn>
                              </p:par>
                              <p:par>
                                <p:cTn id="48" presetID="5" presetClass="entr" presetSubtype="10" fill="hold" nodeType="withEffect">
                                  <p:stCondLst>
                                    <p:cond delay="0"/>
                                  </p:stCondLst>
                                  <p:childTnLst>
                                    <p:set>
                                      <p:cBhvr>
                                        <p:cTn id="49" dur="1" fill="hold">
                                          <p:stCondLst>
                                            <p:cond delay="0"/>
                                          </p:stCondLst>
                                        </p:cTn>
                                        <p:tgtEl>
                                          <p:spTgt spid="13">
                                            <p:txEl>
                                              <p:pRg st="8" end="8"/>
                                            </p:txEl>
                                          </p:spTgt>
                                        </p:tgtEl>
                                        <p:attrNameLst>
                                          <p:attrName>style.visibility</p:attrName>
                                        </p:attrNameLst>
                                      </p:cBhvr>
                                      <p:to>
                                        <p:strVal val="visible"/>
                                      </p:to>
                                    </p:set>
                                    <p:animEffect transition="in" filter="checkerboard(across)">
                                      <p:cBhvr>
                                        <p:cTn id="50" dur="500"/>
                                        <p:tgtEl>
                                          <p:spTgt spid="1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t-</a:t>
            </a:r>
            <a:r>
              <a:rPr lang="fr-FR" sz="2400" b="1" dirty="0" err="1">
                <a:latin typeface="+mj-lt"/>
              </a:rPr>
              <a:t>uples</a:t>
            </a:r>
            <a:endParaRPr lang="fr-FR" sz="2400" b="1" dirty="0">
              <a:latin typeface="+mj-lt"/>
            </a:endParaRPr>
          </a:p>
        </p:txBody>
      </p:sp>
      <p:cxnSp>
        <p:nvCxnSpPr>
          <p:cNvPr id="14029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4029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71500" y="984250"/>
            <a:ext cx="8143875" cy="923330"/>
          </a:xfrm>
          <a:prstGeom prst="rect">
            <a:avLst/>
          </a:prstGeom>
        </p:spPr>
        <p:txBody>
          <a:bodyPr>
            <a:spAutoFit/>
          </a:bodyPr>
          <a:lstStyle/>
          <a:p>
            <a:pPr algn="just" eaLnBrk="1" hangingPunct="1">
              <a:spcBef>
                <a:spcPct val="50000"/>
              </a:spcBef>
              <a:buClr>
                <a:srgbClr val="336666"/>
              </a:buClr>
              <a:buFont typeface="Wingdings" pitchFamily="2" charset="2"/>
              <a:buNone/>
              <a:defRPr/>
            </a:pPr>
            <a:r>
              <a:rPr lang="fr-FR" sz="1800" dirty="0">
                <a:latin typeface="+mj-lt"/>
              </a:rPr>
              <a:t>L’affectation et </a:t>
            </a:r>
            <a:r>
              <a:rPr lang="fr-FR" sz="1800" dirty="0" smtClean="0">
                <a:latin typeface="+mj-lt"/>
              </a:rPr>
              <a:t>l’indexage </a:t>
            </a:r>
            <a:r>
              <a:rPr lang="fr-FR" sz="1800" dirty="0">
                <a:latin typeface="+mj-lt"/>
              </a:rPr>
              <a:t>fonctionne comme avec les listes, mais si l’on essaie de modifier un des éléments du t-</a:t>
            </a:r>
            <a:r>
              <a:rPr lang="fr-FR" sz="1800" dirty="0" err="1">
                <a:latin typeface="+mj-lt"/>
              </a:rPr>
              <a:t>uple</a:t>
            </a:r>
            <a:r>
              <a:rPr lang="fr-FR" sz="1800" dirty="0">
                <a:latin typeface="+mj-lt"/>
              </a:rPr>
              <a:t>, Python renvoie un message d’erreur. Si nous voulons ajouter un élément (ou le modifier), nous devons créer un autre t-</a:t>
            </a:r>
            <a:r>
              <a:rPr lang="fr-FR" sz="1800" dirty="0" err="1">
                <a:latin typeface="+mj-lt"/>
              </a:rPr>
              <a:t>uple</a:t>
            </a:r>
            <a:r>
              <a:rPr lang="fr-FR" sz="1800" dirty="0">
                <a:latin typeface="+mj-lt"/>
              </a:rPr>
              <a:t> :</a:t>
            </a:r>
          </a:p>
        </p:txBody>
      </p:sp>
      <p:sp>
        <p:nvSpPr>
          <p:cNvPr id="80904" name="Rectangle 1"/>
          <p:cNvSpPr>
            <a:spLocks noChangeArrowheads="1"/>
          </p:cNvSpPr>
          <p:nvPr/>
        </p:nvSpPr>
        <p:spPr bwMode="auto">
          <a:xfrm>
            <a:off x="1571625" y="1928813"/>
            <a:ext cx="5929313" cy="925512"/>
          </a:xfrm>
          <a:prstGeom prst="rect">
            <a:avLst/>
          </a:prstGeom>
          <a:solidFill>
            <a:srgbClr val="DBE5F1"/>
          </a:solidFill>
          <a:ln w="9525" algn="ctr">
            <a:noFill/>
            <a:miter lim="800000"/>
            <a:headEnd/>
            <a:tailEnd/>
          </a:ln>
        </p:spPr>
        <p:txBody>
          <a:bodyPr lIns="215832" tIns="46800" rIns="90000" bIns="46800" anchor="ctr">
            <a:spAutoFit/>
          </a:bodyPr>
          <a:lstStyle/>
          <a:p>
            <a:pPr indent="215900">
              <a:spcBef>
                <a:spcPct val="50000"/>
              </a:spcBef>
              <a:buClr>
                <a:srgbClr val="336666"/>
              </a:buClr>
              <a:buFont typeface="Wingdings" pitchFamily="2" charset="2"/>
              <a:buNone/>
            </a:pPr>
            <a:r>
              <a:rPr lang="fr-FR" sz="1800" b="1" dirty="0">
                <a:latin typeface="Courier New" pitchFamily="49" charset="0"/>
                <a:ea typeface="MS Mincho" pitchFamily="49" charset="-128"/>
                <a:cs typeface="Courier New" pitchFamily="49" charset="0"/>
              </a:rPr>
              <a:t>&gt;&gt;&gt; x = (1,2,3)</a:t>
            </a:r>
          </a:p>
          <a:p>
            <a:pPr indent="215900"/>
            <a:r>
              <a:rPr lang="fr-FR" sz="1800" b="1" dirty="0">
                <a:latin typeface="Courier New" pitchFamily="49" charset="0"/>
                <a:ea typeface="MS Mincho" pitchFamily="49" charset="-128"/>
                <a:cs typeface="Courier New" pitchFamily="49" charset="0"/>
              </a:rPr>
              <a:t>&gt;&gt;&gt;</a:t>
            </a:r>
            <a:r>
              <a:rPr lang="fr-FR" sz="1800" b="1" dirty="0" err="1">
                <a:latin typeface="Courier New" pitchFamily="49" charset="0"/>
                <a:ea typeface="MS Mincho" pitchFamily="49" charset="-128"/>
                <a:cs typeface="Courier New" pitchFamily="49" charset="0"/>
              </a:rPr>
              <a:t>print</a:t>
            </a:r>
            <a:r>
              <a:rPr lang="fr-FR" sz="1800" b="1" dirty="0">
                <a:latin typeface="Courier New" pitchFamily="49" charset="0"/>
                <a:ea typeface="MS Mincho" pitchFamily="49" charset="-128"/>
                <a:cs typeface="Courier New" pitchFamily="49" charset="0"/>
              </a:rPr>
              <a:t>( x + (2,))   #concaténation</a:t>
            </a:r>
          </a:p>
          <a:p>
            <a:pPr indent="215900"/>
            <a:r>
              <a:rPr lang="fr-FR" sz="1800" b="1" dirty="0">
                <a:solidFill>
                  <a:srgbClr val="0000FF"/>
                </a:solidFill>
                <a:latin typeface="Courier New" pitchFamily="49" charset="0"/>
                <a:ea typeface="MS Mincho" pitchFamily="49" charset="-128"/>
                <a:cs typeface="Courier New" pitchFamily="49" charset="0"/>
              </a:rPr>
              <a:t>(1, 2, 3, 2)</a:t>
            </a:r>
          </a:p>
        </p:txBody>
      </p:sp>
      <p:sp>
        <p:nvSpPr>
          <p:cNvPr id="12" name="Rectangle 11"/>
          <p:cNvSpPr/>
          <p:nvPr/>
        </p:nvSpPr>
        <p:spPr>
          <a:xfrm>
            <a:off x="571500" y="2917825"/>
            <a:ext cx="8143875" cy="2492375"/>
          </a:xfrm>
          <a:prstGeom prst="rect">
            <a:avLst/>
          </a:prstGeom>
        </p:spPr>
        <p:txBody>
          <a:bodyPr>
            <a:spAutoFit/>
          </a:bodyPr>
          <a:lstStyle/>
          <a:p>
            <a:pPr eaLnBrk="1" hangingPunct="1">
              <a:spcBef>
                <a:spcPct val="50000"/>
              </a:spcBef>
              <a:buClr>
                <a:srgbClr val="336666"/>
              </a:buClr>
              <a:buFont typeface="Wingdings" pitchFamily="2" charset="2"/>
              <a:buNone/>
              <a:defRPr/>
            </a:pPr>
            <a:r>
              <a:rPr lang="fr-FR" sz="1800" b="1" dirty="0">
                <a:solidFill>
                  <a:srgbClr val="FF0000"/>
                </a:solidFill>
                <a:latin typeface="+mj-lt"/>
              </a:rPr>
              <a:t>Remarque : </a:t>
            </a:r>
            <a:r>
              <a:rPr lang="fr-FR" sz="1800" dirty="0">
                <a:latin typeface="+mj-lt"/>
              </a:rPr>
              <a:t>Pour utiliser un t-</a:t>
            </a:r>
            <a:r>
              <a:rPr lang="fr-FR" sz="1800" dirty="0" err="1">
                <a:latin typeface="+mj-lt"/>
              </a:rPr>
              <a:t>uple</a:t>
            </a:r>
            <a:r>
              <a:rPr lang="fr-FR" sz="1800" dirty="0">
                <a:latin typeface="+mj-lt"/>
              </a:rPr>
              <a:t> d’un seul élément, nous devons utiliser une syntaxe avec une virgule (</a:t>
            </a:r>
            <a:r>
              <a:rPr lang="fr-FR" sz="1800" dirty="0" err="1">
                <a:latin typeface="+mj-lt"/>
              </a:rPr>
              <a:t>element</a:t>
            </a:r>
            <a:r>
              <a:rPr lang="fr-FR" sz="1800" dirty="0">
                <a:latin typeface="+mj-lt"/>
              </a:rPr>
              <a:t>,), ceci pour éviter une ambiguïté avec une simple expression.</a:t>
            </a:r>
          </a:p>
          <a:p>
            <a:pPr eaLnBrk="1" hangingPunct="1">
              <a:spcBef>
                <a:spcPct val="50000"/>
              </a:spcBef>
              <a:buClr>
                <a:srgbClr val="336666"/>
              </a:buClr>
              <a:buFont typeface="Wingdings" pitchFamily="2" charset="2"/>
              <a:buNone/>
              <a:defRPr/>
            </a:pPr>
            <a:r>
              <a:rPr lang="fr-FR" sz="1800" dirty="0">
                <a:latin typeface="+mj-lt"/>
              </a:rPr>
              <a:t>Autre particularité des t-</a:t>
            </a:r>
            <a:r>
              <a:rPr lang="fr-FR" sz="1800" dirty="0" err="1">
                <a:latin typeface="+mj-lt"/>
              </a:rPr>
              <a:t>uples</a:t>
            </a:r>
            <a:r>
              <a:rPr lang="fr-FR" sz="1800" dirty="0">
                <a:latin typeface="+mj-lt"/>
              </a:rPr>
              <a:t>, il est possible d’en créer de nouveaux sans les parenthèses.</a:t>
            </a:r>
          </a:p>
          <a:p>
            <a:pPr eaLnBrk="1" hangingPunct="1">
              <a:spcBef>
                <a:spcPct val="50000"/>
              </a:spcBef>
              <a:buClr>
                <a:srgbClr val="336666"/>
              </a:buClr>
              <a:buFont typeface="Wingdings" pitchFamily="2" charset="2"/>
              <a:buNone/>
              <a:defRPr/>
            </a:pPr>
            <a:r>
              <a:rPr lang="fr-FR" sz="1800" dirty="0">
                <a:latin typeface="+mj-lt"/>
              </a:rPr>
              <a:t>Une fonction peut retournée plusieurs valeurs sous forme de t-</a:t>
            </a:r>
            <a:r>
              <a:rPr lang="fr-FR" sz="1800" dirty="0" err="1">
                <a:latin typeface="+mj-lt"/>
              </a:rPr>
              <a:t>uple</a:t>
            </a:r>
            <a:r>
              <a:rPr lang="fr-FR" sz="1800" dirty="0">
                <a:latin typeface="+mj-lt"/>
              </a:rPr>
              <a:t>.</a:t>
            </a:r>
          </a:p>
          <a:p>
            <a:pPr eaLnBrk="1" hangingPunct="1">
              <a:spcBef>
                <a:spcPct val="50000"/>
              </a:spcBef>
              <a:buClr>
                <a:srgbClr val="336666"/>
              </a:buClr>
              <a:buFont typeface="Wingdings" pitchFamily="2" charset="2"/>
              <a:buNone/>
              <a:defRPr/>
            </a:pPr>
            <a:endParaRPr lang="fr-FR" dirty="0">
              <a:latin typeface="+mj-lt"/>
            </a:endParaRPr>
          </a:p>
        </p:txBody>
      </p:sp>
      <p:sp>
        <p:nvSpPr>
          <p:cNvPr id="80906" name="Rectangle 2"/>
          <p:cNvSpPr>
            <a:spLocks noChangeArrowheads="1"/>
          </p:cNvSpPr>
          <p:nvPr/>
        </p:nvSpPr>
        <p:spPr bwMode="auto">
          <a:xfrm>
            <a:off x="1571625" y="5054600"/>
            <a:ext cx="2857500" cy="1757363"/>
          </a:xfrm>
          <a:prstGeom prst="rect">
            <a:avLst/>
          </a:prstGeom>
          <a:solidFill>
            <a:srgbClr val="DBE5F1"/>
          </a:solidFill>
          <a:ln w="9525" algn="ctr">
            <a:noFill/>
            <a:miter lim="800000"/>
            <a:headEnd/>
            <a:tailEnd/>
          </a:ln>
        </p:spPr>
        <p:txBody>
          <a:bodyPr lIns="215832" tIns="46800" rIns="90000" bIns="46800" anchor="ctr">
            <a:spAutoFit/>
          </a:bodyPr>
          <a:lstStyle/>
          <a:p>
            <a:pPr indent="215900">
              <a:buClr>
                <a:srgbClr val="336666"/>
              </a:buClr>
              <a:buFont typeface="Wingdings" pitchFamily="2" charset="2"/>
              <a:buNone/>
            </a:pPr>
            <a:r>
              <a:rPr lang="fr-FR" sz="1800" b="1">
                <a:latin typeface="Courier New" pitchFamily="49" charset="0"/>
                <a:ea typeface="MS Mincho" pitchFamily="49" charset="-128"/>
                <a:cs typeface="Courier New" pitchFamily="49" charset="0"/>
              </a:rPr>
              <a:t>&gt;&gt;&gt; x = (1,2,3)</a:t>
            </a:r>
          </a:p>
          <a:p>
            <a:pPr indent="215900"/>
            <a:r>
              <a:rPr lang="fr-FR" sz="1800" b="1">
                <a:latin typeface="Courier New" pitchFamily="49" charset="0"/>
                <a:ea typeface="MS Mincho" pitchFamily="49" charset="-128"/>
                <a:cs typeface="Courier New" pitchFamily="49" charset="0"/>
              </a:rPr>
              <a:t>&gt;&gt;&gt; print(x)</a:t>
            </a:r>
          </a:p>
          <a:p>
            <a:pPr indent="215900"/>
            <a:r>
              <a:rPr lang="fr-FR" sz="1800" b="1">
                <a:solidFill>
                  <a:srgbClr val="0000FF"/>
                </a:solidFill>
                <a:latin typeface="Courier New" pitchFamily="49" charset="0"/>
                <a:ea typeface="MS Mincho" pitchFamily="49" charset="-128"/>
                <a:cs typeface="Courier New" pitchFamily="49" charset="0"/>
              </a:rPr>
              <a:t>(1, 2, 3)</a:t>
            </a:r>
          </a:p>
          <a:p>
            <a:pPr indent="215900"/>
            <a:r>
              <a:rPr lang="fr-FR" sz="1800" b="1">
                <a:latin typeface="Courier New" pitchFamily="49" charset="0"/>
                <a:ea typeface="MS Mincho" pitchFamily="49" charset="-128"/>
                <a:cs typeface="Courier New" pitchFamily="49" charset="0"/>
              </a:rPr>
              <a:t>&gt;&gt;&gt; x = 1,2,3</a:t>
            </a:r>
          </a:p>
          <a:p>
            <a:pPr indent="215900"/>
            <a:r>
              <a:rPr lang="fr-FR" sz="1800" b="1">
                <a:latin typeface="Courier New" pitchFamily="49" charset="0"/>
                <a:ea typeface="MS Mincho" pitchFamily="49" charset="-128"/>
                <a:cs typeface="Courier New" pitchFamily="49" charset="0"/>
              </a:rPr>
              <a:t>&gt;&gt;&gt; print(x)</a:t>
            </a:r>
          </a:p>
          <a:p>
            <a:pPr indent="215900"/>
            <a:r>
              <a:rPr lang="fr-FR" sz="1800" b="1">
                <a:solidFill>
                  <a:srgbClr val="0000FF"/>
                </a:solidFill>
                <a:latin typeface="Courier New" pitchFamily="49" charset="0"/>
                <a:ea typeface="MS Mincho" pitchFamily="49" charset="-128"/>
                <a:cs typeface="Courier New" pitchFamily="49" charset="0"/>
              </a:rPr>
              <a:t>(1, 2, 3)</a:t>
            </a:r>
          </a:p>
        </p:txBody>
      </p:sp>
      <p:sp>
        <p:nvSpPr>
          <p:cNvPr id="11" name="Rectangle 2"/>
          <p:cNvSpPr>
            <a:spLocks noChangeArrowheads="1"/>
          </p:cNvSpPr>
          <p:nvPr/>
        </p:nvSpPr>
        <p:spPr bwMode="auto">
          <a:xfrm>
            <a:off x="4714875" y="5072063"/>
            <a:ext cx="3357563" cy="1201737"/>
          </a:xfrm>
          <a:prstGeom prst="rect">
            <a:avLst/>
          </a:prstGeom>
          <a:solidFill>
            <a:srgbClr val="DBE5F1"/>
          </a:solidFill>
          <a:ln w="9525" algn="ctr">
            <a:noFill/>
            <a:miter lim="800000"/>
            <a:headEnd/>
            <a:tailEnd/>
          </a:ln>
        </p:spPr>
        <p:txBody>
          <a:bodyPr lIns="215832" tIns="46800" rIns="90000" bIns="46800" anchor="ctr">
            <a:spAutoFit/>
          </a:bodyPr>
          <a:lstStyle/>
          <a:p>
            <a:pPr indent="215900">
              <a:buClr>
                <a:srgbClr val="336666"/>
              </a:buClr>
              <a:buFont typeface="Wingdings" pitchFamily="2" charset="2"/>
              <a:buNone/>
            </a:pPr>
            <a:r>
              <a:rPr lang="fr-FR" sz="1800" b="1">
                <a:latin typeface="Courier New" pitchFamily="49" charset="0"/>
                <a:ea typeface="MS Mincho" pitchFamily="49" charset="-128"/>
                <a:cs typeface="Courier New" pitchFamily="49" charset="0"/>
              </a:rPr>
              <a:t>&gt;&gt;&gt; def f(x):</a:t>
            </a:r>
          </a:p>
          <a:p>
            <a:pPr indent="215900">
              <a:buClr>
                <a:srgbClr val="336666"/>
              </a:buClr>
              <a:buFont typeface="Wingdings" pitchFamily="2" charset="2"/>
              <a:buNone/>
            </a:pPr>
            <a:r>
              <a:rPr lang="fr-FR" sz="1800" b="1">
                <a:latin typeface="Courier New" pitchFamily="49" charset="0"/>
                <a:ea typeface="MS Mincho" pitchFamily="49" charset="-128"/>
                <a:cs typeface="Courier New" pitchFamily="49" charset="0"/>
              </a:rPr>
              <a:t>     return x,x**2</a:t>
            </a:r>
          </a:p>
          <a:p>
            <a:pPr indent="215900">
              <a:buClr>
                <a:srgbClr val="336666"/>
              </a:buClr>
              <a:buFont typeface="Wingdings" pitchFamily="2" charset="2"/>
              <a:buNone/>
            </a:pPr>
            <a:r>
              <a:rPr lang="fr-FR" sz="1800" b="1">
                <a:latin typeface="Courier New" pitchFamily="49" charset="0"/>
                <a:ea typeface="MS Mincho" pitchFamily="49" charset="-128"/>
                <a:cs typeface="Courier New" pitchFamily="49" charset="0"/>
              </a:rPr>
              <a:t>&gt;&gt;&gt; f(3)</a:t>
            </a:r>
          </a:p>
          <a:p>
            <a:pPr indent="215900">
              <a:buClr>
                <a:srgbClr val="336666"/>
              </a:buClr>
              <a:buFont typeface="Wingdings" pitchFamily="2" charset="2"/>
              <a:buNone/>
            </a:pPr>
            <a:r>
              <a:rPr lang="fr-FR" sz="1800" b="1">
                <a:latin typeface="Courier New" pitchFamily="49" charset="0"/>
                <a:ea typeface="MS Mincho" pitchFamily="49" charset="-128"/>
                <a:cs typeface="Courier New" pitchFamily="49" charset="0"/>
              </a:rPr>
              <a:t>   </a:t>
            </a:r>
            <a:r>
              <a:rPr lang="fr-FR" sz="1800" b="1">
                <a:solidFill>
                  <a:srgbClr val="0000FF"/>
                </a:solidFill>
                <a:latin typeface="Courier New" pitchFamily="49" charset="0"/>
                <a:ea typeface="MS Mincho" pitchFamily="49" charset="-128"/>
                <a:cs typeface="Courier New" pitchFamily="49" charset="0"/>
              </a:rPr>
              <a:t>(3,9)</a:t>
            </a:r>
          </a:p>
        </p:txBody>
      </p:sp>
    </p:spTree>
    <p:custDataLst>
      <p:tags r:id="rId1"/>
    </p:custDataLst>
    <p:extLst>
      <p:ext uri="{BB962C8B-B14F-4D97-AF65-F5344CB8AC3E}">
        <p14:creationId xmlns:p14="http://schemas.microsoft.com/office/powerpoint/2010/main" val="314686345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0904"/>
                                        </p:tgtEl>
                                        <p:attrNameLst>
                                          <p:attrName>style.visibility</p:attrName>
                                        </p:attrNameLst>
                                      </p:cBhvr>
                                      <p:to>
                                        <p:strVal val="visible"/>
                                      </p:to>
                                    </p:set>
                                    <p:animEffect transition="in" filter="checkerboard(across)">
                                      <p:cBhvr>
                                        <p:cTn id="7" dur="500"/>
                                        <p:tgtEl>
                                          <p:spTgt spid="809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checkerboard(across)">
                                      <p:cBhvr>
                                        <p:cTn id="12" dur="500"/>
                                        <p:tgtEl>
                                          <p:spTgt spid="1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checkerboard(across)">
                                      <p:cBhvr>
                                        <p:cTn id="17" dur="500"/>
                                        <p:tgtEl>
                                          <p:spTgt spid="1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checkerboard(across)">
                                      <p:cBhvr>
                                        <p:cTn id="22" dur="500"/>
                                        <p:tgtEl>
                                          <p:spTgt spid="1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0906"/>
                                        </p:tgtEl>
                                        <p:attrNameLst>
                                          <p:attrName>style.visibility</p:attrName>
                                        </p:attrNameLst>
                                      </p:cBhvr>
                                      <p:to>
                                        <p:strVal val="visible"/>
                                      </p:to>
                                    </p:set>
                                    <p:animEffect transition="in" filter="checkerboard(across)">
                                      <p:cBhvr>
                                        <p:cTn id="27" dur="500"/>
                                        <p:tgtEl>
                                          <p:spTgt spid="809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checkerboard(across)">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4" grpId="0" animBg="1"/>
      <p:bldP spid="80906" grpId="0" animBg="1"/>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Parcours d’une séquence avec “for”.</a:t>
            </a:r>
          </a:p>
        </p:txBody>
      </p:sp>
      <p:sp>
        <p:nvSpPr>
          <p:cNvPr id="11" name="Rectangle 10"/>
          <p:cNvSpPr/>
          <p:nvPr/>
        </p:nvSpPr>
        <p:spPr>
          <a:xfrm>
            <a:off x="500063" y="1000125"/>
            <a:ext cx="3413125" cy="400050"/>
          </a:xfrm>
          <a:prstGeom prst="rect">
            <a:avLst/>
          </a:prstGeom>
        </p:spPr>
        <p:txBody>
          <a:bodyPr wrap="none">
            <a:spAutoFit/>
          </a:bodyPr>
          <a:lstStyle/>
          <a:p>
            <a:pPr eaLnBrk="1" hangingPunct="1">
              <a:spcBef>
                <a:spcPct val="50000"/>
              </a:spcBef>
              <a:buClr>
                <a:srgbClr val="336666"/>
              </a:buClr>
              <a:buFont typeface="Arial" pitchFamily="34" charset="0"/>
              <a:buNone/>
              <a:defRPr/>
            </a:pPr>
            <a:r>
              <a:rPr lang="en-US" b="1" dirty="0" err="1">
                <a:solidFill>
                  <a:srgbClr val="FF0000"/>
                </a:solidFill>
                <a:latin typeface="+mn-lt"/>
                <a:ea typeface="ＭＳ Ｐゴシック" pitchFamily="34" charset="-128"/>
              </a:rPr>
              <a:t>Itération</a:t>
            </a:r>
            <a:r>
              <a:rPr lang="en-US" b="1" dirty="0">
                <a:solidFill>
                  <a:srgbClr val="FF0000"/>
                </a:solidFill>
                <a:latin typeface="+mn-lt"/>
                <a:ea typeface="ＭＳ Ｐゴシック" pitchFamily="34" charset="-128"/>
              </a:rPr>
              <a:t> </a:t>
            </a:r>
            <a:r>
              <a:rPr lang="en-US" b="1" dirty="0" err="1">
                <a:solidFill>
                  <a:srgbClr val="FF0000"/>
                </a:solidFill>
                <a:latin typeface="+mn-lt"/>
                <a:ea typeface="ＭＳ Ｐゴシック" pitchFamily="34" charset="-128"/>
              </a:rPr>
              <a:t>sur</a:t>
            </a:r>
            <a:r>
              <a:rPr lang="en-US" b="1" dirty="0">
                <a:solidFill>
                  <a:srgbClr val="FF0000"/>
                </a:solidFill>
                <a:latin typeface="+mn-lt"/>
                <a:ea typeface="ＭＳ Ｐゴシック" pitchFamily="34" charset="-128"/>
              </a:rPr>
              <a:t> les </a:t>
            </a:r>
            <a:r>
              <a:rPr lang="en-US" b="1" dirty="0" err="1">
                <a:solidFill>
                  <a:srgbClr val="FF0000"/>
                </a:solidFill>
                <a:latin typeface="+mn-lt"/>
                <a:ea typeface="ＭＳ Ｐゴシック" pitchFamily="34" charset="-128"/>
              </a:rPr>
              <a:t>éléments</a:t>
            </a:r>
            <a:r>
              <a:rPr lang="en-US" b="1" dirty="0">
                <a:solidFill>
                  <a:srgbClr val="FF0000"/>
                </a:solidFill>
                <a:latin typeface="+mn-lt"/>
                <a:ea typeface="ＭＳ Ｐゴシック" pitchFamily="34" charset="-128"/>
              </a:rPr>
              <a:t> </a:t>
            </a:r>
            <a:r>
              <a:rPr lang="en-US" dirty="0">
                <a:latin typeface="+mn-lt"/>
                <a:ea typeface="ＭＳ Ｐゴシック" pitchFamily="34" charset="-128"/>
              </a:rPr>
              <a:t>:</a:t>
            </a:r>
          </a:p>
        </p:txBody>
      </p:sp>
      <p:sp>
        <p:nvSpPr>
          <p:cNvPr id="13" name="Rectangle 12"/>
          <p:cNvSpPr/>
          <p:nvPr/>
        </p:nvSpPr>
        <p:spPr>
          <a:xfrm>
            <a:off x="1000125" y="1428750"/>
            <a:ext cx="7000875" cy="723900"/>
          </a:xfrm>
          <a:prstGeom prst="rect">
            <a:avLst/>
          </a:prstGeom>
          <a:solidFill>
            <a:schemeClr val="accent6">
              <a:lumMod val="40000"/>
              <a:lumOff val="60000"/>
            </a:schemeClr>
          </a:solidFill>
        </p:spPr>
        <p:txBody>
          <a:bodyPr>
            <a:spAutoFit/>
          </a:bodyPr>
          <a:lstStyle/>
          <a:p>
            <a:pPr lvl="4" eaLnBrk="1" hangingPunct="1">
              <a:spcBef>
                <a:spcPts val="600"/>
              </a:spcBef>
              <a:buClr>
                <a:srgbClr val="336666"/>
              </a:buClr>
              <a:buFont typeface="Wingdings" pitchFamily="2" charset="2"/>
              <a:buNone/>
              <a:defRPr/>
            </a:pPr>
            <a:r>
              <a:rPr lang="fr-FR" sz="1800" b="1" dirty="0">
                <a:solidFill>
                  <a:srgbClr val="0000FF"/>
                </a:solidFill>
                <a:latin typeface="Courier New" pitchFamily="49" charset="0"/>
                <a:ea typeface="ＭＳ Ｐゴシック" pitchFamily="34" charset="-128"/>
                <a:cs typeface="Courier New" pitchFamily="49" charset="0"/>
              </a:rPr>
              <a:t>for </a:t>
            </a:r>
            <a:r>
              <a:rPr lang="fr-FR" sz="1800" b="1" i="1" dirty="0">
                <a:solidFill>
                  <a:srgbClr val="000000"/>
                </a:solidFill>
                <a:latin typeface="Courier New" pitchFamily="49" charset="0"/>
                <a:ea typeface="ＭＳ Ｐゴシック" pitchFamily="34" charset="-128"/>
                <a:cs typeface="Courier New" pitchFamily="49" charset="0"/>
              </a:rPr>
              <a:t>x</a:t>
            </a:r>
            <a:r>
              <a:rPr lang="fr-FR" sz="1800" b="1" dirty="0">
                <a:solidFill>
                  <a:srgbClr val="0000FF"/>
                </a:solidFill>
                <a:latin typeface="Courier New" pitchFamily="49" charset="0"/>
                <a:ea typeface="ＭＳ Ｐゴシック" pitchFamily="34" charset="-128"/>
                <a:cs typeface="Courier New" pitchFamily="49" charset="0"/>
              </a:rPr>
              <a:t> in </a:t>
            </a:r>
            <a:r>
              <a:rPr lang="fr-FR" sz="1800" b="1" i="1" dirty="0" err="1">
                <a:latin typeface="Courier New" pitchFamily="49" charset="0"/>
                <a:ea typeface="ＭＳ Ｐゴシック" pitchFamily="34" charset="-128"/>
                <a:cs typeface="Courier New" pitchFamily="49" charset="0"/>
              </a:rPr>
              <a:t>maSéquence</a:t>
            </a:r>
            <a:r>
              <a:rPr lang="fr-FR" sz="1800" b="1" dirty="0">
                <a:latin typeface="Courier New" pitchFamily="49" charset="0"/>
                <a:ea typeface="ＭＳ Ｐゴシック" pitchFamily="34" charset="-128"/>
                <a:cs typeface="Courier New" pitchFamily="49" charset="0"/>
              </a:rPr>
              <a:t>:</a:t>
            </a:r>
          </a:p>
          <a:p>
            <a:pPr lvl="4" eaLnBrk="1" hangingPunct="1">
              <a:spcBef>
                <a:spcPts val="600"/>
              </a:spcBef>
              <a:buClr>
                <a:srgbClr val="336666"/>
              </a:buClr>
              <a:buFont typeface="Wingdings" pitchFamily="2" charset="2"/>
              <a:buNone/>
              <a:defRPr/>
            </a:pPr>
            <a:r>
              <a:rPr lang="fr-FR" sz="1800" b="1" dirty="0">
                <a:latin typeface="Courier New" pitchFamily="49" charset="0"/>
                <a:ea typeface="ＭＳ Ｐゴシック" pitchFamily="34" charset="-128"/>
                <a:cs typeface="Courier New" pitchFamily="49" charset="0"/>
              </a:rPr>
              <a:t>	 </a:t>
            </a:r>
            <a:r>
              <a:rPr lang="fr-FR" sz="1800" b="1" dirty="0">
                <a:solidFill>
                  <a:srgbClr val="7F7F7F"/>
                </a:solidFill>
                <a:latin typeface="Courier New" pitchFamily="49" charset="0"/>
                <a:ea typeface="ＭＳ Ｐゴシック" pitchFamily="34" charset="-128"/>
                <a:cs typeface="Courier New" pitchFamily="49" charset="0"/>
              </a:rPr>
              <a:t>traitement de l</a:t>
            </a:r>
            <a:r>
              <a:rPr lang="fr-FR" altLang="fr-FR" sz="1800" b="1" dirty="0">
                <a:solidFill>
                  <a:srgbClr val="7F7F7F"/>
                </a:solidFill>
                <a:latin typeface="Courier New" pitchFamily="49" charset="0"/>
                <a:ea typeface="ＭＳ Ｐゴシック" pitchFamily="34" charset="-128"/>
                <a:cs typeface="Courier New" pitchFamily="49" charset="0"/>
              </a:rPr>
              <a:t>’</a:t>
            </a:r>
            <a:r>
              <a:rPr lang="fr-FR" sz="1800" b="1" dirty="0" err="1">
                <a:solidFill>
                  <a:srgbClr val="7F7F7F"/>
                </a:solidFill>
                <a:latin typeface="Courier New" pitchFamily="49" charset="0"/>
                <a:ea typeface="ＭＳ Ｐゴシック" pitchFamily="34" charset="-128"/>
                <a:cs typeface="Courier New" pitchFamily="49" charset="0"/>
              </a:rPr>
              <a:t>élemént</a:t>
            </a:r>
            <a:r>
              <a:rPr lang="fr-FR" sz="1800" b="1" dirty="0">
                <a:solidFill>
                  <a:srgbClr val="7F7F7F"/>
                </a:solidFill>
                <a:latin typeface="Courier New" pitchFamily="49" charset="0"/>
                <a:ea typeface="ＭＳ Ｐゴシック" pitchFamily="34" charset="-128"/>
                <a:cs typeface="Courier New" pitchFamily="49" charset="0"/>
              </a:rPr>
              <a:t> </a:t>
            </a:r>
            <a:r>
              <a:rPr lang="fr-FR" sz="1800" b="1" i="1" dirty="0">
                <a:solidFill>
                  <a:srgbClr val="000000"/>
                </a:solidFill>
                <a:latin typeface="Courier New" pitchFamily="49" charset="0"/>
                <a:ea typeface="ＭＳ Ｐゴシック" pitchFamily="34" charset="-128"/>
                <a:cs typeface="Courier New" pitchFamily="49" charset="0"/>
              </a:rPr>
              <a:t>x</a:t>
            </a:r>
          </a:p>
        </p:txBody>
      </p:sp>
      <p:sp>
        <p:nvSpPr>
          <p:cNvPr id="14" name="Rectangle à coins arrondis 13"/>
          <p:cNvSpPr/>
          <p:nvPr/>
        </p:nvSpPr>
        <p:spPr>
          <a:xfrm>
            <a:off x="1714500" y="2708275"/>
            <a:ext cx="4071938" cy="1077913"/>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600"/>
              </a:spcBef>
              <a:buClr>
                <a:srgbClr val="336666"/>
              </a:buClr>
              <a:buFont typeface="Wingdings" pitchFamily="2" charset="2"/>
              <a:buNone/>
              <a:defRPr/>
            </a:pPr>
            <a:r>
              <a:rPr lang="en-US" b="1" dirty="0">
                <a:solidFill>
                  <a:schemeClr val="tx1"/>
                </a:solidFill>
                <a:latin typeface="Courier New" charset="0"/>
                <a:ea typeface="ＭＳ Ｐゴシック" charset="0"/>
                <a:cs typeface="Courier New" charset="0"/>
              </a:rPr>
              <a:t>l = [-</a:t>
            </a:r>
            <a:r>
              <a:rPr lang="en-US" b="1" dirty="0">
                <a:solidFill>
                  <a:srgbClr val="3366FF"/>
                </a:solidFill>
                <a:latin typeface="Courier New" charset="0"/>
                <a:ea typeface="ＭＳ Ｐゴシック" charset="0"/>
                <a:cs typeface="Courier New" charset="0"/>
              </a:rPr>
              <a:t>2</a:t>
            </a:r>
            <a:r>
              <a:rPr lang="en-US" b="1" dirty="0">
                <a:solidFill>
                  <a:schemeClr val="tx1"/>
                </a:solidFill>
                <a:latin typeface="Courier New" charset="0"/>
                <a:ea typeface="ＭＳ Ｐゴシック" charset="0"/>
                <a:cs typeface="Courier New" charset="0"/>
              </a:rPr>
              <a:t>, </a:t>
            </a:r>
            <a:r>
              <a:rPr lang="en-US" b="1" dirty="0">
                <a:solidFill>
                  <a:srgbClr val="3366FF"/>
                </a:solidFill>
                <a:latin typeface="Courier New" charset="0"/>
                <a:ea typeface="ＭＳ Ｐゴシック" charset="0"/>
                <a:cs typeface="Courier New" charset="0"/>
              </a:rPr>
              <a:t>3</a:t>
            </a:r>
            <a:r>
              <a:rPr lang="en-US" b="1" dirty="0">
                <a:solidFill>
                  <a:schemeClr val="tx1"/>
                </a:solidFill>
                <a:latin typeface="Courier New" charset="0"/>
                <a:ea typeface="ＭＳ Ｐゴシック" charset="0"/>
                <a:cs typeface="Courier New" charset="0"/>
              </a:rPr>
              <a:t>, </a:t>
            </a:r>
            <a:r>
              <a:rPr lang="en-US" b="1" dirty="0">
                <a:solidFill>
                  <a:srgbClr val="3366FF"/>
                </a:solidFill>
                <a:latin typeface="Courier New" charset="0"/>
                <a:ea typeface="ＭＳ Ｐゴシック" charset="0"/>
                <a:cs typeface="Courier New" charset="0"/>
              </a:rPr>
              <a:t>11</a:t>
            </a:r>
            <a:r>
              <a:rPr lang="en-US" b="1" dirty="0">
                <a:solidFill>
                  <a:schemeClr val="tx1"/>
                </a:solidFill>
                <a:latin typeface="Courier New" charset="0"/>
                <a:ea typeface="ＭＳ Ｐゴシック" charset="0"/>
                <a:cs typeface="Courier New" charset="0"/>
              </a:rPr>
              <a:t>]</a:t>
            </a:r>
          </a:p>
          <a:p>
            <a:pPr lvl="1" eaLnBrk="1" hangingPunct="1">
              <a:spcBef>
                <a:spcPts val="600"/>
              </a:spcBef>
              <a:buClr>
                <a:srgbClr val="336666"/>
              </a:buClr>
              <a:buFont typeface="Wingdings" pitchFamily="2" charset="2"/>
              <a:buNone/>
              <a:defRPr/>
            </a:pPr>
            <a:r>
              <a:rPr lang="en-US" b="1" dirty="0">
                <a:solidFill>
                  <a:srgbClr val="0000FF"/>
                </a:solidFill>
                <a:latin typeface="Courier New" charset="0"/>
                <a:ea typeface="ＭＳ Ｐゴシック" charset="0"/>
                <a:cs typeface="Courier New" charset="0"/>
              </a:rPr>
              <a:t>for</a:t>
            </a:r>
            <a:r>
              <a:rPr lang="en-US" b="1" dirty="0">
                <a:solidFill>
                  <a:schemeClr val="tx1"/>
                </a:solidFill>
                <a:latin typeface="Courier New" charset="0"/>
                <a:ea typeface="ＭＳ Ｐゴシック" charset="0"/>
                <a:cs typeface="Courier New" charset="0"/>
              </a:rPr>
              <a:t> x </a:t>
            </a:r>
            <a:r>
              <a:rPr lang="en-US" b="1" dirty="0">
                <a:solidFill>
                  <a:srgbClr val="0000FF"/>
                </a:solidFill>
                <a:latin typeface="Courier New" charset="0"/>
                <a:ea typeface="ＭＳ Ｐゴシック" charset="0"/>
                <a:cs typeface="Courier New" charset="0"/>
              </a:rPr>
              <a:t>in</a:t>
            </a:r>
            <a:r>
              <a:rPr lang="en-US" b="1" dirty="0">
                <a:solidFill>
                  <a:schemeClr val="tx1"/>
                </a:solidFill>
                <a:latin typeface="Courier New" charset="0"/>
                <a:ea typeface="ＭＳ Ｐゴシック" charset="0"/>
                <a:cs typeface="Courier New" charset="0"/>
              </a:rPr>
              <a:t> l:</a:t>
            </a:r>
          </a:p>
          <a:p>
            <a:pPr lvl="1" eaLnBrk="1" hangingPunct="1">
              <a:spcBef>
                <a:spcPts val="600"/>
              </a:spcBef>
              <a:buClr>
                <a:srgbClr val="336666"/>
              </a:buClr>
              <a:buFont typeface="Wingdings" pitchFamily="2" charset="2"/>
              <a:buNone/>
              <a:defRPr/>
            </a:pPr>
            <a:r>
              <a:rPr lang="en-US" b="1" dirty="0">
                <a:solidFill>
                  <a:schemeClr val="tx1"/>
                </a:solidFill>
                <a:latin typeface="Courier New" charset="0"/>
                <a:ea typeface="ＭＳ Ｐゴシック" charset="0"/>
                <a:cs typeface="Courier New" charset="0"/>
              </a:rPr>
              <a:t>    </a:t>
            </a:r>
            <a:r>
              <a:rPr lang="en-US" b="1" dirty="0">
                <a:solidFill>
                  <a:srgbClr val="3366FF"/>
                </a:solidFill>
                <a:latin typeface="Courier New" charset="0"/>
                <a:ea typeface="ＭＳ Ｐゴシック" charset="0"/>
                <a:cs typeface="Courier New" charset="0"/>
              </a:rPr>
              <a:t>print</a:t>
            </a:r>
            <a:r>
              <a:rPr lang="en-US" b="1" dirty="0">
                <a:solidFill>
                  <a:schemeClr val="tx1"/>
                </a:solidFill>
                <a:latin typeface="Courier New" charset="0"/>
                <a:ea typeface="ＭＳ Ｐゴシック" charset="0"/>
                <a:cs typeface="Courier New" charset="0"/>
              </a:rPr>
              <a:t>(x**</a:t>
            </a:r>
            <a:r>
              <a:rPr lang="en-US" b="1" dirty="0">
                <a:solidFill>
                  <a:srgbClr val="3366FF"/>
                </a:solidFill>
                <a:latin typeface="Courier New" charset="0"/>
                <a:ea typeface="ＭＳ Ｐゴシック" charset="0"/>
                <a:cs typeface="Courier New" charset="0"/>
              </a:rPr>
              <a:t>2</a:t>
            </a:r>
            <a:r>
              <a:rPr lang="en-US" b="1" dirty="0">
                <a:solidFill>
                  <a:schemeClr val="tx1"/>
                </a:solidFill>
                <a:latin typeface="Courier New" charset="0"/>
                <a:ea typeface="ＭＳ Ｐゴシック" charset="0"/>
                <a:cs typeface="Courier New" charset="0"/>
              </a:rPr>
              <a:t>)</a:t>
            </a:r>
            <a:endParaRPr lang="fr-FR" b="1" i="1" dirty="0">
              <a:solidFill>
                <a:schemeClr val="tx1"/>
              </a:solidFill>
              <a:latin typeface="Courier New" charset="0"/>
              <a:ea typeface="ＭＳ Ｐゴシック" charset="0"/>
              <a:cs typeface="Courier New" charset="0"/>
            </a:endParaRPr>
          </a:p>
        </p:txBody>
      </p:sp>
      <p:sp>
        <p:nvSpPr>
          <p:cNvPr id="15" name="Rectangle 14"/>
          <p:cNvSpPr/>
          <p:nvPr/>
        </p:nvSpPr>
        <p:spPr>
          <a:xfrm>
            <a:off x="1119188" y="2357438"/>
            <a:ext cx="1254125" cy="400050"/>
          </a:xfrm>
          <a:prstGeom prst="rect">
            <a:avLst/>
          </a:prstGeom>
        </p:spPr>
        <p:txBody>
          <a:bodyPr wrap="none">
            <a:spAutoFit/>
          </a:bodyPr>
          <a:lstStyle/>
          <a:p>
            <a:pPr eaLnBrk="1" hangingPunct="1">
              <a:spcBef>
                <a:spcPct val="50000"/>
              </a:spcBef>
              <a:buClr>
                <a:srgbClr val="336666"/>
              </a:buClr>
              <a:buFont typeface="Arial" pitchFamily="34" charset="0"/>
              <a:buNone/>
              <a:defRPr/>
            </a:pPr>
            <a:r>
              <a:rPr lang="en-US" dirty="0" err="1">
                <a:latin typeface="+mn-lt"/>
                <a:ea typeface="ＭＳ Ｐゴシック" pitchFamily="34" charset="-128"/>
              </a:rPr>
              <a:t>Exemple</a:t>
            </a:r>
            <a:r>
              <a:rPr lang="en-US" dirty="0">
                <a:latin typeface="+mn-lt"/>
                <a:ea typeface="ＭＳ Ｐゴシック" pitchFamily="34" charset="-128"/>
              </a:rPr>
              <a:t>:</a:t>
            </a:r>
          </a:p>
        </p:txBody>
      </p:sp>
      <p:cxnSp>
        <p:nvCxnSpPr>
          <p:cNvPr id="16" name="Connecteur droit avec flèche 15"/>
          <p:cNvCxnSpPr>
            <a:cxnSpLocks noChangeShapeType="1"/>
          </p:cNvCxnSpPr>
          <p:nvPr/>
        </p:nvCxnSpPr>
        <p:spPr bwMode="auto">
          <a:xfrm>
            <a:off x="5143500" y="3214688"/>
            <a:ext cx="1296988"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
        <p:nvSpPr>
          <p:cNvPr id="93194" name="ZoneTexte 17"/>
          <p:cNvSpPr txBox="1">
            <a:spLocks noChangeArrowheads="1"/>
          </p:cNvSpPr>
          <p:nvPr/>
        </p:nvSpPr>
        <p:spPr bwMode="auto">
          <a:xfrm>
            <a:off x="6643688" y="2678113"/>
            <a:ext cx="714375" cy="984250"/>
          </a:xfrm>
          <a:prstGeom prst="rect">
            <a:avLst/>
          </a:prstGeom>
          <a:noFill/>
          <a:ln w="12700">
            <a:solidFill>
              <a:schemeClr val="tx1"/>
            </a:solidFill>
            <a:miter lim="800000"/>
            <a:headEnd/>
            <a:tailEnd/>
          </a:ln>
        </p:spPr>
        <p:txBody>
          <a:bodyPr>
            <a:spAutoFit/>
          </a:bodyPr>
          <a:lstStyle/>
          <a:p>
            <a:pPr eaLnBrk="1" hangingPunct="1">
              <a:spcBef>
                <a:spcPts val="600"/>
              </a:spcBef>
              <a:buClr>
                <a:srgbClr val="336666"/>
              </a:buClr>
              <a:buFont typeface="Wingdings" pitchFamily="2" charset="2"/>
              <a:buNone/>
            </a:pPr>
            <a:r>
              <a:rPr lang="fr-FR" sz="1600" b="1">
                <a:latin typeface="Courier New" pitchFamily="49" charset="0"/>
                <a:cs typeface="Courier New" pitchFamily="49" charset="0"/>
              </a:rPr>
              <a:t>4</a:t>
            </a:r>
          </a:p>
          <a:p>
            <a:pPr eaLnBrk="1" hangingPunct="1">
              <a:spcBef>
                <a:spcPts val="600"/>
              </a:spcBef>
              <a:buClr>
                <a:srgbClr val="336666"/>
              </a:buClr>
              <a:buFont typeface="Wingdings" pitchFamily="2" charset="2"/>
              <a:buNone/>
            </a:pPr>
            <a:r>
              <a:rPr lang="fr-FR" sz="1600" b="1">
                <a:latin typeface="Courier New" pitchFamily="49" charset="0"/>
                <a:cs typeface="Courier New" pitchFamily="49" charset="0"/>
              </a:rPr>
              <a:t>9</a:t>
            </a:r>
          </a:p>
          <a:p>
            <a:pPr eaLnBrk="1" hangingPunct="1">
              <a:spcBef>
                <a:spcPts val="600"/>
              </a:spcBef>
              <a:buClr>
                <a:srgbClr val="336666"/>
              </a:buClr>
              <a:buFont typeface="Wingdings" pitchFamily="2" charset="2"/>
              <a:buNone/>
            </a:pPr>
            <a:r>
              <a:rPr lang="fr-FR" sz="1600" b="1">
                <a:latin typeface="Courier New" pitchFamily="49" charset="0"/>
                <a:cs typeface="Courier New" pitchFamily="49" charset="0"/>
              </a:rPr>
              <a:t>121</a:t>
            </a:r>
          </a:p>
        </p:txBody>
      </p:sp>
      <p:sp>
        <p:nvSpPr>
          <p:cNvPr id="19" name="Rectangle 18"/>
          <p:cNvSpPr/>
          <p:nvPr/>
        </p:nvSpPr>
        <p:spPr>
          <a:xfrm>
            <a:off x="571500" y="3957638"/>
            <a:ext cx="5643563" cy="400050"/>
          </a:xfrm>
          <a:prstGeom prst="rect">
            <a:avLst/>
          </a:prstGeom>
        </p:spPr>
        <p:txBody>
          <a:bodyPr>
            <a:spAutoFit/>
          </a:bodyPr>
          <a:lstStyle/>
          <a:p>
            <a:pPr eaLnBrk="1" hangingPunct="1">
              <a:spcBef>
                <a:spcPct val="50000"/>
              </a:spcBef>
              <a:buClr>
                <a:srgbClr val="336666"/>
              </a:buClr>
              <a:buFont typeface="Arial" pitchFamily="34" charset="0"/>
              <a:buNone/>
              <a:defRPr/>
            </a:pPr>
            <a:r>
              <a:rPr lang="en-US" b="1" dirty="0" err="1">
                <a:solidFill>
                  <a:srgbClr val="FF0000"/>
                </a:solidFill>
                <a:latin typeface="+mn-lt"/>
                <a:ea typeface="ＭＳ Ｐゴシック" pitchFamily="34" charset="-128"/>
              </a:rPr>
              <a:t>Itération</a:t>
            </a:r>
            <a:r>
              <a:rPr lang="en-US" b="1" dirty="0">
                <a:solidFill>
                  <a:srgbClr val="FF0000"/>
                </a:solidFill>
                <a:latin typeface="+mn-lt"/>
                <a:ea typeface="ＭＳ Ｐゴシック" pitchFamily="34" charset="-128"/>
              </a:rPr>
              <a:t> </a:t>
            </a:r>
            <a:r>
              <a:rPr lang="en-US" b="1" dirty="0" err="1">
                <a:solidFill>
                  <a:srgbClr val="FF0000"/>
                </a:solidFill>
                <a:latin typeface="+mn-lt"/>
                <a:ea typeface="ＭＳ Ｐゴシック" pitchFamily="34" charset="-128"/>
              </a:rPr>
              <a:t>sur</a:t>
            </a:r>
            <a:r>
              <a:rPr lang="en-US" b="1" dirty="0">
                <a:solidFill>
                  <a:srgbClr val="FF0000"/>
                </a:solidFill>
                <a:latin typeface="+mn-lt"/>
                <a:ea typeface="ＭＳ Ｐゴシック" pitchFamily="34" charset="-128"/>
              </a:rPr>
              <a:t> les couples</a:t>
            </a:r>
            <a:r>
              <a:rPr lang="en-US" dirty="0">
                <a:latin typeface="+mn-lt"/>
                <a:ea typeface="ＭＳ Ｐゴシック" pitchFamily="34" charset="-128"/>
              </a:rPr>
              <a:t> </a:t>
            </a:r>
            <a:r>
              <a:rPr lang="en-US" b="1" dirty="0">
                <a:solidFill>
                  <a:srgbClr val="FF0000"/>
                </a:solidFill>
                <a:latin typeface="+mn-lt"/>
                <a:ea typeface="ＭＳ Ｐゴシック" pitchFamily="34" charset="-128"/>
              </a:rPr>
              <a:t>(</a:t>
            </a:r>
            <a:r>
              <a:rPr lang="en-US" b="1" dirty="0" err="1">
                <a:solidFill>
                  <a:srgbClr val="FF0000"/>
                </a:solidFill>
                <a:latin typeface="+mn-lt"/>
                <a:ea typeface="ＭＳ Ｐゴシック" pitchFamily="34" charset="-128"/>
              </a:rPr>
              <a:t>indice</a:t>
            </a:r>
            <a:r>
              <a:rPr lang="en-US" b="1" dirty="0">
                <a:solidFill>
                  <a:srgbClr val="FF0000"/>
                </a:solidFill>
                <a:latin typeface="+mn-lt"/>
                <a:ea typeface="ＭＳ Ｐゴシック" pitchFamily="34" charset="-128"/>
              </a:rPr>
              <a:t>, </a:t>
            </a:r>
            <a:r>
              <a:rPr lang="en-US" b="1" dirty="0" err="1">
                <a:solidFill>
                  <a:srgbClr val="FF0000"/>
                </a:solidFill>
                <a:latin typeface="+mn-lt"/>
                <a:ea typeface="ＭＳ Ｐゴシック" pitchFamily="34" charset="-128"/>
              </a:rPr>
              <a:t>élément</a:t>
            </a:r>
            <a:r>
              <a:rPr lang="en-US" b="1" dirty="0">
                <a:solidFill>
                  <a:srgbClr val="FF0000"/>
                </a:solidFill>
                <a:latin typeface="+mn-lt"/>
                <a:ea typeface="ＭＳ Ｐゴシック" pitchFamily="34" charset="-128"/>
              </a:rPr>
              <a:t>) </a:t>
            </a:r>
            <a:r>
              <a:rPr lang="en-US" dirty="0">
                <a:latin typeface="+mn-lt"/>
                <a:ea typeface="ＭＳ Ｐゴシック" pitchFamily="34" charset="-128"/>
              </a:rPr>
              <a:t>:</a:t>
            </a:r>
          </a:p>
        </p:txBody>
      </p:sp>
      <p:sp>
        <p:nvSpPr>
          <p:cNvPr id="20" name="Rectangle 19"/>
          <p:cNvSpPr/>
          <p:nvPr/>
        </p:nvSpPr>
        <p:spPr>
          <a:xfrm>
            <a:off x="1071563" y="4352925"/>
            <a:ext cx="7429500" cy="723900"/>
          </a:xfrm>
          <a:prstGeom prst="rect">
            <a:avLst/>
          </a:prstGeom>
          <a:solidFill>
            <a:schemeClr val="accent6">
              <a:lumMod val="40000"/>
              <a:lumOff val="60000"/>
            </a:schemeClr>
          </a:solidFill>
        </p:spPr>
        <p:txBody>
          <a:bodyPr>
            <a:spAutoFit/>
          </a:bodyPr>
          <a:lstStyle/>
          <a:p>
            <a:pPr lvl="1" eaLnBrk="1" hangingPunct="1">
              <a:spcBef>
                <a:spcPts val="600"/>
              </a:spcBef>
              <a:buClr>
                <a:srgbClr val="336666"/>
              </a:buClr>
              <a:buFont typeface="Wingdings" pitchFamily="2" charset="2"/>
              <a:buNone/>
              <a:defRPr/>
            </a:pPr>
            <a:r>
              <a:rPr lang="fr-FR" sz="1800" b="1" i="1" dirty="0">
                <a:solidFill>
                  <a:srgbClr val="0000FF"/>
                </a:solidFill>
                <a:latin typeface="Courier New" pitchFamily="49" charset="0"/>
                <a:ea typeface="ＭＳ Ｐゴシック" pitchFamily="34" charset="-128"/>
                <a:cs typeface="Courier New" pitchFamily="49" charset="0"/>
              </a:rPr>
              <a:t>for </a:t>
            </a:r>
            <a:r>
              <a:rPr lang="fr-FR" sz="1800" b="1" i="1" dirty="0" err="1">
                <a:latin typeface="Courier New" pitchFamily="49" charset="0"/>
                <a:ea typeface="ＭＳ Ｐゴシック" pitchFamily="34" charset="-128"/>
                <a:cs typeface="Courier New" pitchFamily="49" charset="0"/>
              </a:rPr>
              <a:t>i,</a:t>
            </a:r>
            <a:r>
              <a:rPr lang="fr-FR" sz="1800" b="1" i="1" dirty="0" err="1">
                <a:solidFill>
                  <a:srgbClr val="000000"/>
                </a:solidFill>
                <a:latin typeface="Courier New" pitchFamily="49" charset="0"/>
                <a:ea typeface="ＭＳ Ｐゴシック" pitchFamily="34" charset="-128"/>
                <a:cs typeface="Courier New" pitchFamily="49" charset="0"/>
              </a:rPr>
              <a:t>x</a:t>
            </a:r>
            <a:r>
              <a:rPr lang="fr-FR" sz="1800" b="1" i="1" dirty="0">
                <a:solidFill>
                  <a:srgbClr val="0000FF"/>
                </a:solidFill>
                <a:latin typeface="Courier New" pitchFamily="49" charset="0"/>
                <a:ea typeface="ＭＳ Ｐゴシック" pitchFamily="34" charset="-128"/>
                <a:cs typeface="Courier New" pitchFamily="49" charset="0"/>
              </a:rPr>
              <a:t> in </a:t>
            </a:r>
            <a:r>
              <a:rPr lang="fr-FR" sz="1800" b="1" i="1" dirty="0" err="1">
                <a:solidFill>
                  <a:srgbClr val="0000FF"/>
                </a:solidFill>
                <a:latin typeface="Courier New" pitchFamily="49" charset="0"/>
                <a:ea typeface="ＭＳ Ｐゴシック" pitchFamily="34" charset="-128"/>
                <a:cs typeface="Courier New" pitchFamily="49" charset="0"/>
              </a:rPr>
              <a:t>enumerate</a:t>
            </a:r>
            <a:r>
              <a:rPr lang="fr-FR" sz="1800" b="1" i="1" dirty="0">
                <a:latin typeface="Courier New" pitchFamily="49" charset="0"/>
                <a:ea typeface="ＭＳ Ｐゴシック" pitchFamily="34" charset="-128"/>
                <a:cs typeface="Courier New" pitchFamily="49" charset="0"/>
              </a:rPr>
              <a:t>(</a:t>
            </a:r>
            <a:r>
              <a:rPr lang="fr-FR" sz="1800" b="1" i="1" dirty="0" err="1">
                <a:latin typeface="Courier New" pitchFamily="49" charset="0"/>
                <a:ea typeface="ＭＳ Ｐゴシック" pitchFamily="34" charset="-128"/>
                <a:cs typeface="Courier New" pitchFamily="49" charset="0"/>
              </a:rPr>
              <a:t>maSéquence</a:t>
            </a:r>
            <a:r>
              <a:rPr lang="fr-FR" sz="1800" b="1" i="1" dirty="0">
                <a:latin typeface="Courier New" pitchFamily="49" charset="0"/>
                <a:ea typeface="ＭＳ Ｐゴシック" pitchFamily="34" charset="-128"/>
                <a:cs typeface="Courier New" pitchFamily="49" charset="0"/>
                <a:sym typeface="Wingdings" pitchFamily="2" charset="2"/>
              </a:rPr>
              <a:t>):</a:t>
            </a:r>
            <a:endParaRPr lang="fr-FR" sz="1800" b="1" i="1" dirty="0">
              <a:latin typeface="Courier New" pitchFamily="49" charset="0"/>
              <a:ea typeface="ＭＳ Ｐゴシック" pitchFamily="34" charset="-128"/>
              <a:cs typeface="Courier New" pitchFamily="49" charset="0"/>
            </a:endParaRPr>
          </a:p>
          <a:p>
            <a:pPr lvl="1" eaLnBrk="1" hangingPunct="1">
              <a:spcBef>
                <a:spcPts val="600"/>
              </a:spcBef>
              <a:buClr>
                <a:srgbClr val="336666"/>
              </a:buClr>
              <a:buFont typeface="Wingdings" pitchFamily="2" charset="2"/>
              <a:buNone/>
              <a:defRPr/>
            </a:pPr>
            <a:r>
              <a:rPr lang="fr-FR" sz="1800" b="1" i="1" dirty="0">
                <a:latin typeface="Courier New" pitchFamily="49" charset="0"/>
                <a:ea typeface="ＭＳ Ｐゴシック" pitchFamily="34" charset="-128"/>
                <a:cs typeface="Courier New" pitchFamily="49" charset="0"/>
              </a:rPr>
              <a:t>	 </a:t>
            </a:r>
            <a:r>
              <a:rPr lang="fr-FR" sz="1800" b="1" i="1" dirty="0">
                <a:solidFill>
                  <a:srgbClr val="7F7F7F"/>
                </a:solidFill>
                <a:latin typeface="Courier New" pitchFamily="49" charset="0"/>
                <a:ea typeface="ＭＳ Ｐゴシック" pitchFamily="34" charset="-128"/>
                <a:cs typeface="Courier New" pitchFamily="49" charset="0"/>
              </a:rPr>
              <a:t>traitement de l</a:t>
            </a:r>
            <a:r>
              <a:rPr lang="fr-FR" altLang="fr-FR" sz="1800" b="1" i="1" dirty="0">
                <a:solidFill>
                  <a:srgbClr val="7F7F7F"/>
                </a:solidFill>
                <a:latin typeface="Courier New" pitchFamily="49" charset="0"/>
                <a:ea typeface="ＭＳ Ｐゴシック" pitchFamily="34" charset="-128"/>
                <a:cs typeface="Courier New" pitchFamily="49" charset="0"/>
              </a:rPr>
              <a:t>’</a:t>
            </a:r>
            <a:r>
              <a:rPr lang="fr-FR" sz="1800" b="1" i="1" dirty="0" err="1">
                <a:solidFill>
                  <a:srgbClr val="7F7F7F"/>
                </a:solidFill>
                <a:latin typeface="Courier New" pitchFamily="49" charset="0"/>
                <a:ea typeface="ＭＳ Ｐゴシック" pitchFamily="34" charset="-128"/>
                <a:cs typeface="Courier New" pitchFamily="49" charset="0"/>
              </a:rPr>
              <a:t>élemént</a:t>
            </a:r>
            <a:r>
              <a:rPr lang="fr-FR" sz="1800" b="1" i="1" dirty="0">
                <a:solidFill>
                  <a:srgbClr val="7F7F7F"/>
                </a:solidFill>
                <a:latin typeface="Courier New" pitchFamily="49" charset="0"/>
                <a:ea typeface="ＭＳ Ｐゴシック" pitchFamily="34" charset="-128"/>
                <a:cs typeface="Courier New" pitchFamily="49" charset="0"/>
              </a:rPr>
              <a:t> </a:t>
            </a:r>
            <a:r>
              <a:rPr lang="fr-FR" sz="1800" b="1" i="1" dirty="0">
                <a:solidFill>
                  <a:srgbClr val="000000"/>
                </a:solidFill>
                <a:latin typeface="Courier New" pitchFamily="49" charset="0"/>
                <a:ea typeface="ＭＳ Ｐゴシック" pitchFamily="34" charset="-128"/>
                <a:cs typeface="Courier New" pitchFamily="49" charset="0"/>
              </a:rPr>
              <a:t>x </a:t>
            </a:r>
            <a:r>
              <a:rPr lang="fr-FR" sz="1800" b="1" i="1" dirty="0">
                <a:solidFill>
                  <a:srgbClr val="7F7F7F"/>
                </a:solidFill>
                <a:latin typeface="Courier New" pitchFamily="49" charset="0"/>
                <a:ea typeface="ＭＳ Ｐゴシック" pitchFamily="34" charset="-128"/>
                <a:cs typeface="Courier New" pitchFamily="49" charset="0"/>
              </a:rPr>
              <a:t>et/ou de l</a:t>
            </a:r>
            <a:r>
              <a:rPr lang="fr-FR" altLang="fr-FR" sz="1800" b="1" i="1" dirty="0">
                <a:solidFill>
                  <a:srgbClr val="7F7F7F"/>
                </a:solidFill>
                <a:latin typeface="Courier New" pitchFamily="49" charset="0"/>
                <a:ea typeface="ＭＳ Ｐゴシック" pitchFamily="34" charset="-128"/>
                <a:cs typeface="Courier New" pitchFamily="49" charset="0"/>
              </a:rPr>
              <a:t>’</a:t>
            </a:r>
            <a:r>
              <a:rPr lang="fr-FR" sz="1800" b="1" i="1" dirty="0">
                <a:solidFill>
                  <a:srgbClr val="7F7F7F"/>
                </a:solidFill>
                <a:latin typeface="Courier New" pitchFamily="49" charset="0"/>
                <a:ea typeface="ＭＳ Ｐゴシック" pitchFamily="34" charset="-128"/>
                <a:cs typeface="Courier New" pitchFamily="49" charset="0"/>
              </a:rPr>
              <a:t>indice</a:t>
            </a:r>
            <a:r>
              <a:rPr lang="fr-FR" sz="1800" b="1" i="1" dirty="0">
                <a:solidFill>
                  <a:srgbClr val="000000"/>
                </a:solidFill>
                <a:latin typeface="Courier New" pitchFamily="49" charset="0"/>
                <a:ea typeface="ＭＳ Ｐゴシック" pitchFamily="34" charset="-128"/>
                <a:cs typeface="Courier New" pitchFamily="49" charset="0"/>
              </a:rPr>
              <a:t> i</a:t>
            </a:r>
          </a:p>
        </p:txBody>
      </p:sp>
      <p:sp>
        <p:nvSpPr>
          <p:cNvPr id="21" name="Rectangle à coins arrondis 20"/>
          <p:cNvSpPr/>
          <p:nvPr/>
        </p:nvSpPr>
        <p:spPr>
          <a:xfrm>
            <a:off x="214313" y="5414963"/>
            <a:ext cx="6500812" cy="1443037"/>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600"/>
              </a:spcBef>
              <a:buClr>
                <a:srgbClr val="336666"/>
              </a:buClr>
              <a:buFont typeface="Wingdings" pitchFamily="2" charset="2"/>
              <a:buNone/>
              <a:defRPr/>
            </a:pPr>
            <a:r>
              <a:rPr lang="fr-FR" b="1" dirty="0">
                <a:solidFill>
                  <a:srgbClr val="000000"/>
                </a:solidFill>
                <a:latin typeface="Courier New" pitchFamily="49" charset="0"/>
                <a:ea typeface="MS PGothic" pitchFamily="34" charset="-128"/>
                <a:cs typeface="Courier New" pitchFamily="49" charset="0"/>
              </a:rPr>
              <a:t>l = (-</a:t>
            </a:r>
            <a:r>
              <a:rPr lang="fr-FR" b="1" dirty="0">
                <a:solidFill>
                  <a:srgbClr val="3366FF"/>
                </a:solidFill>
                <a:latin typeface="Courier New" pitchFamily="49" charset="0"/>
                <a:ea typeface="MS PGothic" pitchFamily="34" charset="-128"/>
                <a:cs typeface="Courier New" pitchFamily="49" charset="0"/>
              </a:rPr>
              <a:t>2</a:t>
            </a:r>
            <a:r>
              <a:rPr lang="fr-FR" b="1" dirty="0">
                <a:solidFill>
                  <a:srgbClr val="000000"/>
                </a:solidFill>
                <a:latin typeface="Courier New" pitchFamily="49" charset="0"/>
                <a:ea typeface="MS PGothic" pitchFamily="34" charset="-128"/>
                <a:cs typeface="Courier New" pitchFamily="49" charset="0"/>
              </a:rPr>
              <a:t>, </a:t>
            </a:r>
            <a:r>
              <a:rPr lang="fr-FR" b="1" dirty="0">
                <a:solidFill>
                  <a:srgbClr val="3366FF"/>
                </a:solidFill>
                <a:latin typeface="Courier New" pitchFamily="49" charset="0"/>
                <a:ea typeface="MS PGothic" pitchFamily="34" charset="-128"/>
                <a:cs typeface="Courier New" pitchFamily="49" charset="0"/>
              </a:rPr>
              <a:t>3</a:t>
            </a:r>
            <a:r>
              <a:rPr lang="fr-FR" b="1" dirty="0">
                <a:solidFill>
                  <a:srgbClr val="000000"/>
                </a:solidFill>
                <a:latin typeface="Courier New" pitchFamily="49" charset="0"/>
                <a:ea typeface="MS PGothic" pitchFamily="34" charset="-128"/>
                <a:cs typeface="Courier New" pitchFamily="49" charset="0"/>
              </a:rPr>
              <a:t>, </a:t>
            </a:r>
            <a:r>
              <a:rPr lang="fr-FR" b="1" dirty="0">
                <a:solidFill>
                  <a:srgbClr val="3366FF"/>
                </a:solidFill>
                <a:latin typeface="Courier New" pitchFamily="49" charset="0"/>
                <a:ea typeface="MS PGothic" pitchFamily="34" charset="-128"/>
                <a:cs typeface="Courier New" pitchFamily="49" charset="0"/>
              </a:rPr>
              <a:t>11</a:t>
            </a:r>
            <a:r>
              <a:rPr lang="fr-FR" b="1" dirty="0">
                <a:solidFill>
                  <a:srgbClr val="000000"/>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fr-FR" b="1" dirty="0">
                <a:solidFill>
                  <a:srgbClr val="0000FF"/>
                </a:solidFill>
                <a:latin typeface="Courier New" pitchFamily="49" charset="0"/>
                <a:ea typeface="MS PGothic" pitchFamily="34" charset="-128"/>
                <a:cs typeface="Courier New" pitchFamily="49" charset="0"/>
              </a:rPr>
              <a:t>for</a:t>
            </a:r>
            <a:r>
              <a:rPr lang="fr-FR" b="1" dirty="0">
                <a:solidFill>
                  <a:srgbClr val="000000"/>
                </a:solidFill>
                <a:latin typeface="Courier New" pitchFamily="49" charset="0"/>
                <a:ea typeface="MS PGothic" pitchFamily="34" charset="-128"/>
                <a:cs typeface="Courier New" pitchFamily="49" charset="0"/>
              </a:rPr>
              <a:t> i, x </a:t>
            </a:r>
            <a:r>
              <a:rPr lang="fr-FR" b="1" dirty="0">
                <a:solidFill>
                  <a:srgbClr val="0000FF"/>
                </a:solidFill>
                <a:latin typeface="Courier New" pitchFamily="49" charset="0"/>
                <a:ea typeface="MS PGothic" pitchFamily="34" charset="-128"/>
                <a:cs typeface="Courier New" pitchFamily="49" charset="0"/>
              </a:rPr>
              <a:t>in </a:t>
            </a:r>
            <a:r>
              <a:rPr lang="fr-FR" b="1" dirty="0" err="1">
                <a:solidFill>
                  <a:srgbClr val="0000FF"/>
                </a:solidFill>
                <a:latin typeface="Courier New" pitchFamily="49" charset="0"/>
                <a:ea typeface="MS PGothic" pitchFamily="34" charset="-128"/>
                <a:cs typeface="Courier New" pitchFamily="49" charset="0"/>
              </a:rPr>
              <a:t>enumerate</a:t>
            </a:r>
            <a:r>
              <a:rPr lang="fr-FR" b="1" dirty="0">
                <a:solidFill>
                  <a:srgbClr val="000000"/>
                </a:solidFill>
                <a:latin typeface="Courier New" pitchFamily="49" charset="0"/>
                <a:ea typeface="MS PGothic" pitchFamily="34" charset="-128"/>
                <a:cs typeface="Courier New" pitchFamily="49" charset="0"/>
              </a:rPr>
              <a:t>(l):</a:t>
            </a:r>
          </a:p>
          <a:p>
            <a:pPr lvl="1" eaLnBrk="1" hangingPunct="1">
              <a:spcBef>
                <a:spcPts val="600"/>
              </a:spcBef>
              <a:buClr>
                <a:srgbClr val="336666"/>
              </a:buClr>
              <a:buFont typeface="Wingdings" pitchFamily="2" charset="2"/>
              <a:buNone/>
              <a:defRPr/>
            </a:pPr>
            <a:r>
              <a:rPr lang="fr-FR" b="1" dirty="0">
                <a:solidFill>
                  <a:srgbClr val="000000"/>
                </a:solidFill>
                <a:latin typeface="Courier New" pitchFamily="49" charset="0"/>
                <a:ea typeface="MS PGothic" pitchFamily="34" charset="-128"/>
                <a:cs typeface="Courier New" pitchFamily="49" charset="0"/>
              </a:rPr>
              <a:t>    </a:t>
            </a:r>
            <a:r>
              <a:rPr lang="fr-FR" b="1" dirty="0" err="1">
                <a:solidFill>
                  <a:srgbClr val="3366FF"/>
                </a:solidFill>
                <a:latin typeface="Courier New" pitchFamily="49" charset="0"/>
                <a:ea typeface="MS PGothic" pitchFamily="34" charset="-128"/>
                <a:cs typeface="Courier New" pitchFamily="49" charset="0"/>
              </a:rPr>
              <a:t>print</a:t>
            </a:r>
            <a:r>
              <a:rPr lang="fr-FR" b="1" dirty="0">
                <a:solidFill>
                  <a:srgbClr val="000000"/>
                </a:solidFill>
                <a:latin typeface="Courier New" pitchFamily="49" charset="0"/>
                <a:ea typeface="MS PGothic" pitchFamily="34" charset="-128"/>
                <a:cs typeface="Courier New" pitchFamily="49" charset="0"/>
              </a:rPr>
              <a:t>(</a:t>
            </a:r>
            <a:r>
              <a:rPr lang="fr-FR" b="1" dirty="0">
                <a:solidFill>
                  <a:srgbClr val="008000"/>
                </a:solidFill>
                <a:latin typeface="Courier New" pitchFamily="49" charset="0"/>
                <a:ea typeface="MS PGothic" pitchFamily="34" charset="-128"/>
                <a:cs typeface="Courier New" pitchFamily="49" charset="0"/>
              </a:rPr>
              <a:t>"élément n°"</a:t>
            </a:r>
            <a:r>
              <a:rPr lang="fr-FR" b="1" dirty="0">
                <a:solidFill>
                  <a:srgbClr val="000000"/>
                </a:solidFill>
                <a:latin typeface="Courier New" pitchFamily="49" charset="0"/>
                <a:ea typeface="MS PGothic" pitchFamily="34" charset="-128"/>
                <a:cs typeface="Courier New" pitchFamily="49" charset="0"/>
              </a:rPr>
              <a:t>,i+</a:t>
            </a:r>
            <a:r>
              <a:rPr lang="fr-FR" b="1" dirty="0">
                <a:solidFill>
                  <a:srgbClr val="3366FF"/>
                </a:solidFill>
                <a:latin typeface="Courier New" pitchFamily="49" charset="0"/>
                <a:ea typeface="MS PGothic" pitchFamily="34" charset="-128"/>
                <a:cs typeface="Courier New" pitchFamily="49" charset="0"/>
              </a:rPr>
              <a:t>1</a:t>
            </a:r>
            <a:r>
              <a:rPr lang="fr-FR" b="1" dirty="0">
                <a:solidFill>
                  <a:srgbClr val="000000"/>
                </a:solidFill>
                <a:latin typeface="Courier New" pitchFamily="49" charset="0"/>
                <a:ea typeface="MS PGothic" pitchFamily="34" charset="-128"/>
                <a:cs typeface="Courier New" pitchFamily="49" charset="0"/>
              </a:rPr>
              <a:t>,</a:t>
            </a:r>
            <a:r>
              <a:rPr lang="fr-FR" b="1" dirty="0">
                <a:solidFill>
                  <a:srgbClr val="008000"/>
                </a:solidFill>
                <a:latin typeface="Courier New" pitchFamily="49" charset="0"/>
                <a:ea typeface="MS PGothic" pitchFamily="34" charset="-128"/>
                <a:cs typeface="Courier New" pitchFamily="49" charset="0"/>
              </a:rPr>
              <a:t>":"</a:t>
            </a:r>
            <a:r>
              <a:rPr lang="fr-FR" b="1" dirty="0">
                <a:solidFill>
                  <a:srgbClr val="000000"/>
                </a:solidFill>
                <a:latin typeface="Courier New" pitchFamily="49" charset="0"/>
                <a:ea typeface="MS PGothic" pitchFamily="34" charset="-128"/>
                <a:cs typeface="Courier New" pitchFamily="49" charset="0"/>
              </a:rPr>
              <a:t>,x**</a:t>
            </a:r>
            <a:r>
              <a:rPr lang="fr-FR" b="1" dirty="0">
                <a:solidFill>
                  <a:srgbClr val="3366FF"/>
                </a:solidFill>
                <a:latin typeface="Courier New" pitchFamily="49" charset="0"/>
                <a:ea typeface="MS PGothic" pitchFamily="34" charset="-128"/>
                <a:cs typeface="Courier New" pitchFamily="49" charset="0"/>
              </a:rPr>
              <a:t>2</a:t>
            </a:r>
            <a:r>
              <a:rPr lang="fr-FR" b="1" dirty="0">
                <a:solidFill>
                  <a:srgbClr val="000000"/>
                </a:solidFill>
                <a:latin typeface="Courier New" pitchFamily="49" charset="0"/>
                <a:ea typeface="MS PGothic" pitchFamily="34" charset="-128"/>
                <a:cs typeface="Courier New" pitchFamily="49" charset="0"/>
              </a:rPr>
              <a:t>)</a:t>
            </a:r>
            <a:endParaRPr lang="fr-FR" b="1" i="1" dirty="0">
              <a:solidFill>
                <a:srgbClr val="000000"/>
              </a:solidFill>
              <a:latin typeface="Courier New" pitchFamily="49" charset="0"/>
              <a:ea typeface="MS PGothic" pitchFamily="34" charset="-128"/>
              <a:cs typeface="Courier New" pitchFamily="49" charset="0"/>
            </a:endParaRPr>
          </a:p>
        </p:txBody>
      </p:sp>
      <p:sp>
        <p:nvSpPr>
          <p:cNvPr id="22" name="Rectangle 21"/>
          <p:cNvSpPr/>
          <p:nvPr/>
        </p:nvSpPr>
        <p:spPr>
          <a:xfrm>
            <a:off x="571500" y="5214938"/>
            <a:ext cx="1254125" cy="400050"/>
          </a:xfrm>
          <a:prstGeom prst="rect">
            <a:avLst/>
          </a:prstGeom>
        </p:spPr>
        <p:txBody>
          <a:bodyPr wrap="none">
            <a:spAutoFit/>
          </a:bodyPr>
          <a:lstStyle/>
          <a:p>
            <a:pPr eaLnBrk="1" hangingPunct="1">
              <a:spcBef>
                <a:spcPct val="50000"/>
              </a:spcBef>
              <a:buClr>
                <a:srgbClr val="336666"/>
              </a:buClr>
              <a:buFont typeface="Arial" pitchFamily="34" charset="0"/>
              <a:buNone/>
              <a:defRPr/>
            </a:pPr>
            <a:r>
              <a:rPr lang="en-US" dirty="0" err="1">
                <a:latin typeface="+mn-lt"/>
                <a:ea typeface="ＭＳ Ｐゴシック" pitchFamily="34" charset="-128"/>
              </a:rPr>
              <a:t>Exemple</a:t>
            </a:r>
            <a:r>
              <a:rPr lang="en-US" dirty="0">
                <a:latin typeface="+mn-lt"/>
                <a:ea typeface="ＭＳ Ｐゴシック" pitchFamily="34" charset="-128"/>
              </a:rPr>
              <a:t>:</a:t>
            </a:r>
          </a:p>
        </p:txBody>
      </p:sp>
      <p:sp>
        <p:nvSpPr>
          <p:cNvPr id="93199" name="ZoneTexte 22"/>
          <p:cNvSpPr txBox="1">
            <a:spLocks noChangeArrowheads="1"/>
          </p:cNvSpPr>
          <p:nvPr/>
        </p:nvSpPr>
        <p:spPr bwMode="auto">
          <a:xfrm>
            <a:off x="6804309" y="5588000"/>
            <a:ext cx="2268253" cy="984885"/>
          </a:xfrm>
          <a:prstGeom prst="rect">
            <a:avLst/>
          </a:prstGeom>
          <a:noFill/>
          <a:ln w="12700">
            <a:solidFill>
              <a:schemeClr val="tx1"/>
            </a:solidFill>
            <a:miter lim="800000"/>
            <a:headEnd/>
            <a:tailEnd/>
          </a:ln>
        </p:spPr>
        <p:txBody>
          <a:bodyPr wrap="square">
            <a:spAutoFit/>
          </a:bodyPr>
          <a:lstStyle/>
          <a:p>
            <a:pPr eaLnBrk="1" hangingPunct="1">
              <a:spcBef>
                <a:spcPts val="600"/>
              </a:spcBef>
              <a:buClr>
                <a:srgbClr val="336666"/>
              </a:buClr>
              <a:buFont typeface="Wingdings" pitchFamily="2" charset="2"/>
              <a:buNone/>
            </a:pPr>
            <a:r>
              <a:rPr lang="fr-FR" sz="1600" b="1" dirty="0">
                <a:latin typeface="Courier New" pitchFamily="49" charset="0"/>
                <a:cs typeface="Courier New" pitchFamily="49" charset="0"/>
              </a:rPr>
              <a:t>élément </a:t>
            </a:r>
            <a:r>
              <a:rPr lang="fr-FR" sz="1600" b="1" dirty="0" smtClean="0">
                <a:latin typeface="Courier New" pitchFamily="49" charset="0"/>
                <a:cs typeface="Courier New" pitchFamily="49" charset="0"/>
              </a:rPr>
              <a:t>n° 1 </a:t>
            </a:r>
            <a:r>
              <a:rPr lang="fr-FR" sz="1600" b="1" dirty="0">
                <a:latin typeface="Courier New" pitchFamily="49" charset="0"/>
                <a:cs typeface="Courier New" pitchFamily="49" charset="0"/>
              </a:rPr>
              <a:t>: 4</a:t>
            </a:r>
          </a:p>
          <a:p>
            <a:pPr eaLnBrk="1" hangingPunct="1">
              <a:spcBef>
                <a:spcPts val="600"/>
              </a:spcBef>
              <a:buClr>
                <a:srgbClr val="336666"/>
              </a:buClr>
              <a:buFont typeface="Wingdings" pitchFamily="2" charset="2"/>
              <a:buNone/>
            </a:pPr>
            <a:r>
              <a:rPr lang="fr-FR" sz="1600" b="1" dirty="0">
                <a:latin typeface="Courier New" pitchFamily="49" charset="0"/>
                <a:cs typeface="Courier New" pitchFamily="49" charset="0"/>
              </a:rPr>
              <a:t>élément n° 2: 9</a:t>
            </a:r>
          </a:p>
          <a:p>
            <a:pPr eaLnBrk="1" hangingPunct="1">
              <a:spcBef>
                <a:spcPts val="600"/>
              </a:spcBef>
              <a:buClr>
                <a:srgbClr val="336666"/>
              </a:buClr>
              <a:buFont typeface="Wingdings" pitchFamily="2" charset="2"/>
              <a:buNone/>
            </a:pPr>
            <a:r>
              <a:rPr lang="fr-FR" sz="1600" b="1" dirty="0">
                <a:latin typeface="Courier New" pitchFamily="49" charset="0"/>
                <a:cs typeface="Courier New" pitchFamily="49" charset="0"/>
              </a:rPr>
              <a:t>élément n° 3: 121</a:t>
            </a:r>
          </a:p>
        </p:txBody>
      </p:sp>
      <p:cxnSp>
        <p:nvCxnSpPr>
          <p:cNvPr id="24" name="Connecteur droit avec flèche 23"/>
          <p:cNvCxnSpPr>
            <a:cxnSpLocks noChangeShapeType="1"/>
          </p:cNvCxnSpPr>
          <p:nvPr/>
        </p:nvCxnSpPr>
        <p:spPr bwMode="auto">
          <a:xfrm>
            <a:off x="6155244" y="6072188"/>
            <a:ext cx="577056"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Tree>
    <p:custDataLst>
      <p:tags r:id="rId1"/>
    </p:custDataLst>
    <p:extLst>
      <p:ext uri="{BB962C8B-B14F-4D97-AF65-F5344CB8AC3E}">
        <p14:creationId xmlns:p14="http://schemas.microsoft.com/office/powerpoint/2010/main" val="154746759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heckerboard(across)">
                                      <p:cBhvr>
                                        <p:cTn id="10" dur="500"/>
                                        <p:tgtEl>
                                          <p:spTgt spid="1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checkerboard(across)">
                                      <p:cBhvr>
                                        <p:cTn id="15" dur="500"/>
                                        <p:tgtEl>
                                          <p:spTgt spid="16"/>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93194"/>
                                        </p:tgtEl>
                                        <p:attrNameLst>
                                          <p:attrName>style.visibility</p:attrName>
                                        </p:attrNameLst>
                                      </p:cBhvr>
                                      <p:to>
                                        <p:strVal val="visible"/>
                                      </p:to>
                                    </p:set>
                                    <p:animEffect transition="in" filter="checkerboard(across)">
                                      <p:cBhvr>
                                        <p:cTn id="18" dur="500"/>
                                        <p:tgtEl>
                                          <p:spTgt spid="9319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checkerboard(across)">
                                      <p:cBhvr>
                                        <p:cTn id="23" dur="500"/>
                                        <p:tgtEl>
                                          <p:spTgt spid="20"/>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checkerboard(across)">
                                      <p:cBhvr>
                                        <p:cTn id="26" dur="500"/>
                                        <p:tgtEl>
                                          <p:spTgt spid="1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checkerboard(across)">
                                      <p:cBhvr>
                                        <p:cTn id="31" dur="500"/>
                                        <p:tgtEl>
                                          <p:spTgt spid="22"/>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checkerboard(across)">
                                      <p:cBhvr>
                                        <p:cTn id="34" dur="500"/>
                                        <p:tgtEl>
                                          <p:spTgt spid="2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checkerboard(across)">
                                      <p:cBhvr>
                                        <p:cTn id="39" dur="500"/>
                                        <p:tgtEl>
                                          <p:spTgt spid="24"/>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93199"/>
                                        </p:tgtEl>
                                        <p:attrNameLst>
                                          <p:attrName>style.visibility</p:attrName>
                                        </p:attrNameLst>
                                      </p:cBhvr>
                                      <p:to>
                                        <p:strVal val="visible"/>
                                      </p:to>
                                    </p:set>
                                    <p:animEffect transition="in" filter="checkerboard(across)">
                                      <p:cBhvr>
                                        <p:cTn id="42" dur="500"/>
                                        <p:tgtEl>
                                          <p:spTgt spid="93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93194" grpId="0" animBg="1"/>
      <p:bldP spid="19" grpId="0"/>
      <p:bldP spid="20" grpId="0" animBg="1"/>
      <p:bldP spid="21" grpId="0" animBg="1"/>
      <p:bldP spid="22" grpId="0"/>
      <p:bldP spid="9319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Parcours d’une séquence avec “for”.</a:t>
            </a:r>
          </a:p>
        </p:txBody>
      </p:sp>
      <p:sp>
        <p:nvSpPr>
          <p:cNvPr id="17" name="Rectangle 16"/>
          <p:cNvSpPr/>
          <p:nvPr/>
        </p:nvSpPr>
        <p:spPr>
          <a:xfrm>
            <a:off x="500063" y="857250"/>
            <a:ext cx="3186112" cy="400050"/>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en-US" b="1" dirty="0" err="1">
                <a:solidFill>
                  <a:srgbClr val="FF0000"/>
                </a:solidFill>
                <a:latin typeface="+mn-lt"/>
                <a:ea typeface="ＭＳ Ｐゴシック" pitchFamily="34" charset="-128"/>
              </a:rPr>
              <a:t>Itération</a:t>
            </a:r>
            <a:r>
              <a:rPr lang="en-US" b="1" dirty="0">
                <a:solidFill>
                  <a:srgbClr val="FF0000"/>
                </a:solidFill>
                <a:latin typeface="+mn-lt"/>
                <a:ea typeface="ＭＳ Ｐゴシック" pitchFamily="34" charset="-128"/>
              </a:rPr>
              <a:t> </a:t>
            </a:r>
            <a:r>
              <a:rPr lang="en-US" b="1" dirty="0" err="1">
                <a:solidFill>
                  <a:srgbClr val="FF0000"/>
                </a:solidFill>
                <a:latin typeface="+mn-lt"/>
                <a:ea typeface="ＭＳ Ｐゴシック" pitchFamily="34" charset="-128"/>
              </a:rPr>
              <a:t>sur</a:t>
            </a:r>
            <a:r>
              <a:rPr lang="en-US" b="1" dirty="0">
                <a:solidFill>
                  <a:srgbClr val="FF0000"/>
                </a:solidFill>
                <a:latin typeface="+mn-lt"/>
                <a:ea typeface="ＭＳ Ｐゴシック" pitchFamily="34" charset="-128"/>
              </a:rPr>
              <a:t> les indices </a:t>
            </a:r>
            <a:r>
              <a:rPr lang="en-US" dirty="0">
                <a:latin typeface="+mn-lt"/>
                <a:ea typeface="ＭＳ Ｐゴシック" pitchFamily="34" charset="-128"/>
              </a:rPr>
              <a:t>:</a:t>
            </a:r>
          </a:p>
        </p:txBody>
      </p:sp>
      <p:sp>
        <p:nvSpPr>
          <p:cNvPr id="25" name="Rectangle 24"/>
          <p:cNvSpPr/>
          <p:nvPr/>
        </p:nvSpPr>
        <p:spPr>
          <a:xfrm>
            <a:off x="1000125" y="1214438"/>
            <a:ext cx="6500813" cy="1000125"/>
          </a:xfrm>
          <a:prstGeom prst="rect">
            <a:avLst/>
          </a:prstGeom>
          <a:solidFill>
            <a:schemeClr val="accent6">
              <a:lumMod val="40000"/>
              <a:lumOff val="60000"/>
            </a:schemeClr>
          </a:solidFill>
        </p:spPr>
        <p:txBody>
          <a:bodyPr>
            <a:spAutoFit/>
          </a:bodyPr>
          <a:lstStyle/>
          <a:p>
            <a:pPr lvl="1" eaLnBrk="1" hangingPunct="1">
              <a:spcBef>
                <a:spcPts val="600"/>
              </a:spcBef>
              <a:buClr>
                <a:srgbClr val="336666"/>
              </a:buClr>
              <a:buFont typeface="Wingdings" pitchFamily="2" charset="2"/>
              <a:buNone/>
              <a:defRPr/>
            </a:pPr>
            <a:r>
              <a:rPr lang="fr-FR" sz="1800" b="1" dirty="0">
                <a:solidFill>
                  <a:srgbClr val="0000FF"/>
                </a:solidFill>
                <a:latin typeface="Courier New" pitchFamily="49" charset="0"/>
                <a:ea typeface="ＭＳ Ｐゴシック" pitchFamily="34" charset="-128"/>
                <a:cs typeface="Courier New" pitchFamily="49" charset="0"/>
              </a:rPr>
              <a:t>for </a:t>
            </a:r>
            <a:r>
              <a:rPr lang="fr-FR" sz="1800" b="1" dirty="0">
                <a:solidFill>
                  <a:srgbClr val="000000"/>
                </a:solidFill>
                <a:latin typeface="Courier New" pitchFamily="49" charset="0"/>
                <a:ea typeface="ＭＳ Ｐゴシック" pitchFamily="34" charset="-128"/>
                <a:cs typeface="Courier New" pitchFamily="49" charset="0"/>
              </a:rPr>
              <a:t>i</a:t>
            </a:r>
            <a:r>
              <a:rPr lang="fr-FR" sz="1800" b="1" dirty="0">
                <a:solidFill>
                  <a:srgbClr val="0000FF"/>
                </a:solidFill>
                <a:latin typeface="Courier New" pitchFamily="49" charset="0"/>
                <a:ea typeface="ＭＳ Ｐゴシック" pitchFamily="34" charset="-128"/>
                <a:cs typeface="Courier New" pitchFamily="49" charset="0"/>
              </a:rPr>
              <a:t> in </a:t>
            </a:r>
            <a:r>
              <a:rPr lang="fr-FR" sz="1800" b="1" dirty="0">
                <a:solidFill>
                  <a:srgbClr val="3366FF"/>
                </a:solidFill>
                <a:latin typeface="Courier New" pitchFamily="49" charset="0"/>
                <a:ea typeface="ＭＳ Ｐゴシック" pitchFamily="34" charset="-128"/>
                <a:cs typeface="Courier New" pitchFamily="49" charset="0"/>
              </a:rPr>
              <a:t>range</a:t>
            </a:r>
            <a:r>
              <a:rPr lang="fr-FR" sz="1800" b="1" dirty="0">
                <a:solidFill>
                  <a:srgbClr val="000000"/>
                </a:solidFill>
                <a:latin typeface="Courier New" pitchFamily="49" charset="0"/>
                <a:ea typeface="ＭＳ Ｐゴシック" pitchFamily="34" charset="-128"/>
                <a:cs typeface="Courier New" pitchFamily="49" charset="0"/>
              </a:rPr>
              <a:t>(</a:t>
            </a:r>
            <a:r>
              <a:rPr lang="fr-FR" sz="1800" b="1" dirty="0" err="1">
                <a:solidFill>
                  <a:srgbClr val="3366FF"/>
                </a:solidFill>
                <a:latin typeface="Courier New" pitchFamily="49" charset="0"/>
                <a:ea typeface="ＭＳ Ｐゴシック" pitchFamily="34" charset="-128"/>
                <a:cs typeface="Courier New" pitchFamily="49" charset="0"/>
              </a:rPr>
              <a:t>len</a:t>
            </a:r>
            <a:r>
              <a:rPr lang="fr-FR" sz="1800" b="1" dirty="0">
                <a:solidFill>
                  <a:srgbClr val="000000"/>
                </a:solidFill>
                <a:latin typeface="Courier New" pitchFamily="49" charset="0"/>
                <a:ea typeface="ＭＳ Ｐゴシック" pitchFamily="34" charset="-128"/>
                <a:cs typeface="Courier New" pitchFamily="49" charset="0"/>
              </a:rPr>
              <a:t>(</a:t>
            </a:r>
            <a:r>
              <a:rPr lang="fr-FR" sz="1800" b="1" dirty="0" err="1">
                <a:latin typeface="Courier New" pitchFamily="49" charset="0"/>
                <a:ea typeface="ＭＳ Ｐゴシック" pitchFamily="34" charset="-128"/>
                <a:cs typeface="Courier New" pitchFamily="49" charset="0"/>
              </a:rPr>
              <a:t>maSéquence</a:t>
            </a:r>
            <a:r>
              <a:rPr lang="fr-FR" sz="1800" b="1" dirty="0">
                <a:solidFill>
                  <a:srgbClr val="000000"/>
                </a:solidFill>
                <a:latin typeface="Courier New" pitchFamily="49" charset="0"/>
                <a:ea typeface="ＭＳ Ｐゴシック" pitchFamily="34" charset="-128"/>
                <a:cs typeface="Courier New" pitchFamily="49" charset="0"/>
              </a:rPr>
              <a:t>))</a:t>
            </a:r>
            <a:r>
              <a:rPr lang="fr-FR" sz="1800" b="1" dirty="0">
                <a:latin typeface="Courier New" pitchFamily="49" charset="0"/>
                <a:ea typeface="ＭＳ Ｐゴシック" pitchFamily="34" charset="-128"/>
                <a:cs typeface="Courier New" pitchFamily="49" charset="0"/>
              </a:rPr>
              <a:t>:</a:t>
            </a:r>
          </a:p>
          <a:p>
            <a:pPr lvl="1" eaLnBrk="1" hangingPunct="1">
              <a:spcBef>
                <a:spcPts val="600"/>
              </a:spcBef>
              <a:buClr>
                <a:srgbClr val="336666"/>
              </a:buClr>
              <a:buFont typeface="Wingdings" pitchFamily="2" charset="2"/>
              <a:buNone/>
              <a:defRPr/>
            </a:pPr>
            <a:r>
              <a:rPr lang="fr-FR" sz="1800" b="1" dirty="0">
                <a:latin typeface="Courier New" pitchFamily="49" charset="0"/>
                <a:ea typeface="ＭＳ Ｐゴシック" pitchFamily="34" charset="-128"/>
                <a:cs typeface="Courier New" pitchFamily="49" charset="0"/>
              </a:rPr>
              <a:t>	</a:t>
            </a:r>
            <a:r>
              <a:rPr lang="fr-FR" sz="1800" b="1" dirty="0">
                <a:solidFill>
                  <a:srgbClr val="7F7F7F"/>
                </a:solidFill>
                <a:latin typeface="Courier New" pitchFamily="49" charset="0"/>
                <a:ea typeface="ＭＳ Ｐゴシック" pitchFamily="34" charset="-128"/>
                <a:cs typeface="Courier New" pitchFamily="49" charset="0"/>
              </a:rPr>
              <a:t>traitement de l</a:t>
            </a:r>
            <a:r>
              <a:rPr lang="fr-FR" altLang="fr-FR" sz="1800" b="1" dirty="0">
                <a:solidFill>
                  <a:srgbClr val="7F7F7F"/>
                </a:solidFill>
                <a:latin typeface="Courier New" pitchFamily="49" charset="0"/>
                <a:ea typeface="ＭＳ Ｐゴシック" pitchFamily="34" charset="-128"/>
                <a:cs typeface="Courier New" pitchFamily="49" charset="0"/>
              </a:rPr>
              <a:t>’</a:t>
            </a:r>
            <a:r>
              <a:rPr lang="fr-FR" sz="1800" b="1" dirty="0">
                <a:solidFill>
                  <a:srgbClr val="7F7F7F"/>
                </a:solidFill>
                <a:latin typeface="Courier New" pitchFamily="49" charset="0"/>
                <a:ea typeface="ＭＳ Ｐゴシック" pitchFamily="34" charset="-128"/>
                <a:cs typeface="Courier New" pitchFamily="49" charset="0"/>
              </a:rPr>
              <a:t>élément </a:t>
            </a:r>
            <a:r>
              <a:rPr lang="fr-FR" sz="1800" b="1" dirty="0" err="1">
                <a:solidFill>
                  <a:srgbClr val="000000"/>
                </a:solidFill>
                <a:latin typeface="Courier New" pitchFamily="49" charset="0"/>
                <a:ea typeface="ＭＳ Ｐゴシック" pitchFamily="34" charset="-128"/>
                <a:cs typeface="Courier New" pitchFamily="49" charset="0"/>
              </a:rPr>
              <a:t>maSéquence</a:t>
            </a:r>
            <a:r>
              <a:rPr lang="fr-FR" sz="1800" b="1" dirty="0">
                <a:solidFill>
                  <a:srgbClr val="000000"/>
                </a:solidFill>
                <a:latin typeface="Courier New" pitchFamily="49" charset="0"/>
                <a:ea typeface="ＭＳ Ｐゴシック" pitchFamily="34" charset="-128"/>
                <a:cs typeface="Courier New" pitchFamily="49" charset="0"/>
              </a:rPr>
              <a:t>[i]</a:t>
            </a:r>
            <a:r>
              <a:rPr lang="fr-FR" sz="1800" b="1" dirty="0">
                <a:solidFill>
                  <a:srgbClr val="7F7F7F"/>
                </a:solidFill>
                <a:latin typeface="Courier New" pitchFamily="49" charset="0"/>
                <a:ea typeface="ＭＳ Ｐゴシック" pitchFamily="34" charset="-128"/>
                <a:cs typeface="Courier New" pitchFamily="49" charset="0"/>
              </a:rPr>
              <a:t> 		 	et/ou de l</a:t>
            </a:r>
            <a:r>
              <a:rPr lang="fr-FR" altLang="fr-FR" sz="1800" b="1" dirty="0">
                <a:solidFill>
                  <a:srgbClr val="7F7F7F"/>
                </a:solidFill>
                <a:latin typeface="Courier New" pitchFamily="49" charset="0"/>
                <a:ea typeface="ＭＳ Ｐゴシック" pitchFamily="34" charset="-128"/>
                <a:cs typeface="Courier New" pitchFamily="49" charset="0"/>
              </a:rPr>
              <a:t>’</a:t>
            </a:r>
            <a:r>
              <a:rPr lang="fr-FR" sz="1800" b="1" dirty="0">
                <a:solidFill>
                  <a:srgbClr val="7F7F7F"/>
                </a:solidFill>
                <a:latin typeface="Courier New" pitchFamily="49" charset="0"/>
                <a:ea typeface="ＭＳ Ｐゴシック" pitchFamily="34" charset="-128"/>
                <a:cs typeface="Courier New" pitchFamily="49" charset="0"/>
              </a:rPr>
              <a:t>indice </a:t>
            </a:r>
            <a:r>
              <a:rPr lang="fr-FR" sz="1800" b="1" dirty="0">
                <a:solidFill>
                  <a:srgbClr val="000000"/>
                </a:solidFill>
                <a:latin typeface="Courier New" pitchFamily="49" charset="0"/>
                <a:ea typeface="ＭＳ Ｐゴシック" pitchFamily="34" charset="-128"/>
                <a:cs typeface="Courier New" pitchFamily="49" charset="0"/>
              </a:rPr>
              <a:t>i</a:t>
            </a:r>
          </a:p>
        </p:txBody>
      </p:sp>
      <p:sp>
        <p:nvSpPr>
          <p:cNvPr id="26" name="Rectangle à coins arrondis 25"/>
          <p:cNvSpPr/>
          <p:nvPr/>
        </p:nvSpPr>
        <p:spPr>
          <a:xfrm>
            <a:off x="857250" y="2857500"/>
            <a:ext cx="7000875" cy="1077913"/>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600"/>
              </a:spcBef>
              <a:buClr>
                <a:srgbClr val="336666"/>
              </a:buClr>
              <a:buFont typeface="Wingdings" pitchFamily="2" charset="2"/>
              <a:buNone/>
              <a:defRPr/>
            </a:pPr>
            <a:r>
              <a:rPr lang="fr-FR" b="1">
                <a:solidFill>
                  <a:srgbClr val="000000"/>
                </a:solidFill>
                <a:latin typeface="Courier New" pitchFamily="49" charset="0"/>
                <a:ea typeface="MS PGothic" pitchFamily="34" charset="-128"/>
                <a:cs typeface="Courier New" pitchFamily="49" charset="0"/>
              </a:rPr>
              <a:t>l = (-</a:t>
            </a:r>
            <a:r>
              <a:rPr lang="fr-FR" b="1">
                <a:solidFill>
                  <a:srgbClr val="3366FF"/>
                </a:solidFill>
                <a:latin typeface="Courier New" pitchFamily="49" charset="0"/>
                <a:ea typeface="MS PGothic" pitchFamily="34" charset="-128"/>
                <a:cs typeface="Courier New" pitchFamily="49" charset="0"/>
              </a:rPr>
              <a:t>2</a:t>
            </a:r>
            <a:r>
              <a:rPr lang="fr-FR" b="1">
                <a:solidFill>
                  <a:srgbClr val="000000"/>
                </a:solidFill>
                <a:latin typeface="Courier New" pitchFamily="49" charset="0"/>
                <a:ea typeface="MS PGothic" pitchFamily="34" charset="-128"/>
                <a:cs typeface="Courier New" pitchFamily="49" charset="0"/>
              </a:rPr>
              <a:t>, </a:t>
            </a:r>
            <a:r>
              <a:rPr lang="fr-FR" b="1">
                <a:solidFill>
                  <a:srgbClr val="3366FF"/>
                </a:solidFill>
                <a:latin typeface="Courier New" pitchFamily="49" charset="0"/>
                <a:ea typeface="MS PGothic" pitchFamily="34" charset="-128"/>
                <a:cs typeface="Courier New" pitchFamily="49" charset="0"/>
              </a:rPr>
              <a:t>3</a:t>
            </a:r>
            <a:r>
              <a:rPr lang="fr-FR" b="1">
                <a:solidFill>
                  <a:srgbClr val="000000"/>
                </a:solidFill>
                <a:latin typeface="Courier New" pitchFamily="49" charset="0"/>
                <a:ea typeface="MS PGothic" pitchFamily="34" charset="-128"/>
                <a:cs typeface="Courier New" pitchFamily="49" charset="0"/>
              </a:rPr>
              <a:t>, </a:t>
            </a:r>
            <a:r>
              <a:rPr lang="fr-FR" b="1">
                <a:solidFill>
                  <a:srgbClr val="3366FF"/>
                </a:solidFill>
                <a:latin typeface="Courier New" pitchFamily="49" charset="0"/>
                <a:ea typeface="MS PGothic" pitchFamily="34" charset="-128"/>
                <a:cs typeface="Courier New" pitchFamily="49" charset="0"/>
              </a:rPr>
              <a:t>11</a:t>
            </a:r>
            <a:r>
              <a:rPr lang="fr-FR" b="1">
                <a:solidFill>
                  <a:srgbClr val="000000"/>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fr-FR" b="1">
                <a:solidFill>
                  <a:srgbClr val="0000FF"/>
                </a:solidFill>
                <a:latin typeface="Courier New" pitchFamily="49" charset="0"/>
                <a:ea typeface="MS PGothic" pitchFamily="34" charset="-128"/>
                <a:cs typeface="Courier New" pitchFamily="49" charset="0"/>
              </a:rPr>
              <a:t>for</a:t>
            </a:r>
            <a:r>
              <a:rPr lang="fr-FR" b="1">
                <a:solidFill>
                  <a:srgbClr val="000000"/>
                </a:solidFill>
                <a:latin typeface="Courier New" pitchFamily="49" charset="0"/>
                <a:ea typeface="MS PGothic" pitchFamily="34" charset="-128"/>
                <a:cs typeface="Courier New" pitchFamily="49" charset="0"/>
              </a:rPr>
              <a:t> i </a:t>
            </a:r>
            <a:r>
              <a:rPr lang="fr-FR" b="1">
                <a:solidFill>
                  <a:srgbClr val="0000FF"/>
                </a:solidFill>
                <a:latin typeface="Courier New" pitchFamily="49" charset="0"/>
                <a:ea typeface="MS PGothic" pitchFamily="34" charset="-128"/>
                <a:cs typeface="Courier New" pitchFamily="49" charset="0"/>
              </a:rPr>
              <a:t>in </a:t>
            </a:r>
            <a:r>
              <a:rPr lang="fr-FR" b="1">
                <a:solidFill>
                  <a:srgbClr val="3366FF"/>
                </a:solidFill>
                <a:latin typeface="Courier New" pitchFamily="49" charset="0"/>
                <a:ea typeface="MS PGothic" pitchFamily="34" charset="-128"/>
                <a:cs typeface="Courier New" pitchFamily="49" charset="0"/>
              </a:rPr>
              <a:t>range</a:t>
            </a:r>
            <a:r>
              <a:rPr lang="fr-FR" b="1">
                <a:solidFill>
                  <a:srgbClr val="000000"/>
                </a:solidFill>
                <a:latin typeface="Courier New" pitchFamily="49" charset="0"/>
                <a:ea typeface="MS PGothic" pitchFamily="34" charset="-128"/>
                <a:cs typeface="Courier New" pitchFamily="49" charset="0"/>
              </a:rPr>
              <a:t>(</a:t>
            </a:r>
            <a:r>
              <a:rPr lang="fr-FR" b="1">
                <a:solidFill>
                  <a:srgbClr val="3366FF"/>
                </a:solidFill>
                <a:latin typeface="Courier New" pitchFamily="49" charset="0"/>
                <a:ea typeface="MS PGothic" pitchFamily="34" charset="-128"/>
                <a:cs typeface="Courier New" pitchFamily="49" charset="0"/>
              </a:rPr>
              <a:t>len</a:t>
            </a:r>
            <a:r>
              <a:rPr lang="fr-FR" b="1">
                <a:solidFill>
                  <a:srgbClr val="000000"/>
                </a:solidFill>
                <a:latin typeface="Courier New" pitchFamily="49" charset="0"/>
                <a:ea typeface="MS PGothic" pitchFamily="34" charset="-128"/>
                <a:cs typeface="Courier New" pitchFamily="49" charset="0"/>
              </a:rPr>
              <a:t>(l)):</a:t>
            </a:r>
          </a:p>
          <a:p>
            <a:pPr lvl="1" eaLnBrk="1" hangingPunct="1">
              <a:spcBef>
                <a:spcPts val="600"/>
              </a:spcBef>
              <a:buClr>
                <a:srgbClr val="336666"/>
              </a:buClr>
              <a:buFont typeface="Wingdings" pitchFamily="2" charset="2"/>
              <a:buNone/>
              <a:defRPr/>
            </a:pPr>
            <a:r>
              <a:rPr lang="fr-FR" b="1">
                <a:solidFill>
                  <a:srgbClr val="000000"/>
                </a:solidFill>
                <a:latin typeface="Courier New" pitchFamily="49" charset="0"/>
                <a:ea typeface="MS PGothic" pitchFamily="34" charset="-128"/>
                <a:cs typeface="Courier New" pitchFamily="49" charset="0"/>
              </a:rPr>
              <a:t>    </a:t>
            </a:r>
            <a:r>
              <a:rPr lang="fr-FR" b="1">
                <a:solidFill>
                  <a:srgbClr val="3366FF"/>
                </a:solidFill>
                <a:latin typeface="Courier New" pitchFamily="49" charset="0"/>
                <a:ea typeface="MS PGothic" pitchFamily="34" charset="-128"/>
                <a:cs typeface="Courier New" pitchFamily="49" charset="0"/>
              </a:rPr>
              <a:t>print</a:t>
            </a:r>
            <a:r>
              <a:rPr lang="fr-FR" b="1">
                <a:solidFill>
                  <a:srgbClr val="000000"/>
                </a:solidFill>
                <a:latin typeface="Courier New" pitchFamily="49" charset="0"/>
                <a:ea typeface="MS PGothic" pitchFamily="34" charset="-128"/>
                <a:cs typeface="Courier New" pitchFamily="49" charset="0"/>
              </a:rPr>
              <a:t>(</a:t>
            </a:r>
            <a:r>
              <a:rPr lang="fr-FR" b="1">
                <a:solidFill>
                  <a:srgbClr val="008000"/>
                </a:solidFill>
                <a:latin typeface="Courier New" pitchFamily="49" charset="0"/>
                <a:ea typeface="MS PGothic" pitchFamily="34" charset="-128"/>
                <a:cs typeface="Courier New" pitchFamily="49" charset="0"/>
              </a:rPr>
              <a:t>"élément n°"</a:t>
            </a:r>
            <a:r>
              <a:rPr lang="fr-FR" b="1">
                <a:solidFill>
                  <a:srgbClr val="000000"/>
                </a:solidFill>
                <a:latin typeface="Courier New" pitchFamily="49" charset="0"/>
                <a:ea typeface="MS PGothic" pitchFamily="34" charset="-128"/>
                <a:cs typeface="Courier New" pitchFamily="49" charset="0"/>
              </a:rPr>
              <a:t>,i+</a:t>
            </a:r>
            <a:r>
              <a:rPr lang="fr-FR" b="1">
                <a:solidFill>
                  <a:srgbClr val="3366FF"/>
                </a:solidFill>
                <a:latin typeface="Courier New" pitchFamily="49" charset="0"/>
                <a:ea typeface="MS PGothic" pitchFamily="34" charset="-128"/>
                <a:cs typeface="Courier New" pitchFamily="49" charset="0"/>
              </a:rPr>
              <a:t>1</a:t>
            </a:r>
            <a:r>
              <a:rPr lang="fr-FR" b="1">
                <a:solidFill>
                  <a:srgbClr val="000000"/>
                </a:solidFill>
                <a:latin typeface="Courier New" pitchFamily="49" charset="0"/>
                <a:ea typeface="MS PGothic" pitchFamily="34" charset="-128"/>
                <a:cs typeface="Courier New" pitchFamily="49" charset="0"/>
              </a:rPr>
              <a:t>,</a:t>
            </a:r>
            <a:r>
              <a:rPr lang="fr-FR" b="1">
                <a:solidFill>
                  <a:srgbClr val="008000"/>
                </a:solidFill>
                <a:latin typeface="Courier New" pitchFamily="49" charset="0"/>
                <a:ea typeface="MS PGothic" pitchFamily="34" charset="-128"/>
                <a:cs typeface="Courier New" pitchFamily="49" charset="0"/>
              </a:rPr>
              <a:t>":"</a:t>
            </a:r>
            <a:r>
              <a:rPr lang="fr-FR" b="1">
                <a:solidFill>
                  <a:srgbClr val="000000"/>
                </a:solidFill>
                <a:latin typeface="Courier New" pitchFamily="49" charset="0"/>
                <a:ea typeface="MS PGothic" pitchFamily="34" charset="-128"/>
                <a:cs typeface="Courier New" pitchFamily="49" charset="0"/>
              </a:rPr>
              <a:t>,l[i]**</a:t>
            </a:r>
            <a:r>
              <a:rPr lang="fr-FR" b="1">
                <a:solidFill>
                  <a:srgbClr val="3366FF"/>
                </a:solidFill>
                <a:latin typeface="Courier New" pitchFamily="49" charset="0"/>
                <a:ea typeface="MS PGothic" pitchFamily="34" charset="-128"/>
                <a:cs typeface="Courier New" pitchFamily="49" charset="0"/>
              </a:rPr>
              <a:t>2</a:t>
            </a:r>
            <a:r>
              <a:rPr lang="fr-FR" b="1">
                <a:solidFill>
                  <a:srgbClr val="000000"/>
                </a:solidFill>
                <a:latin typeface="Courier New" pitchFamily="49" charset="0"/>
                <a:ea typeface="MS PGothic" pitchFamily="34" charset="-128"/>
                <a:cs typeface="Courier New" pitchFamily="49" charset="0"/>
              </a:rPr>
              <a:t>)</a:t>
            </a:r>
            <a:endParaRPr lang="fr-FR" b="1" i="1">
              <a:solidFill>
                <a:srgbClr val="000000"/>
              </a:solidFill>
              <a:latin typeface="Courier New" pitchFamily="49" charset="0"/>
              <a:ea typeface="MS PGothic" pitchFamily="34" charset="-128"/>
              <a:cs typeface="Courier New" pitchFamily="49" charset="0"/>
            </a:endParaRPr>
          </a:p>
          <a:p>
            <a:pPr lvl="1" eaLnBrk="1" hangingPunct="1">
              <a:spcBef>
                <a:spcPts val="600"/>
              </a:spcBef>
              <a:buClr>
                <a:srgbClr val="336666"/>
              </a:buClr>
              <a:buFont typeface="Wingdings" pitchFamily="2" charset="2"/>
              <a:buNone/>
              <a:defRPr/>
            </a:pPr>
            <a:endParaRPr lang="fr-FR" b="1">
              <a:solidFill>
                <a:schemeClr val="tx1"/>
              </a:solidFill>
              <a:latin typeface="Courier New" pitchFamily="49" charset="0"/>
              <a:ea typeface="MS PGothic" pitchFamily="34" charset="-128"/>
              <a:cs typeface="Courier New" pitchFamily="49" charset="0"/>
            </a:endParaRPr>
          </a:p>
        </p:txBody>
      </p:sp>
      <p:sp>
        <p:nvSpPr>
          <p:cNvPr id="27" name="Rectangle 26"/>
          <p:cNvSpPr/>
          <p:nvPr/>
        </p:nvSpPr>
        <p:spPr>
          <a:xfrm>
            <a:off x="714375" y="2214563"/>
            <a:ext cx="1254125" cy="400050"/>
          </a:xfrm>
          <a:prstGeom prst="rect">
            <a:avLst/>
          </a:prstGeom>
        </p:spPr>
        <p:txBody>
          <a:bodyPr wrap="none">
            <a:spAutoFit/>
          </a:bodyPr>
          <a:lstStyle/>
          <a:p>
            <a:pPr eaLnBrk="1" hangingPunct="1">
              <a:spcBef>
                <a:spcPct val="50000"/>
              </a:spcBef>
              <a:buClr>
                <a:srgbClr val="336666"/>
              </a:buClr>
              <a:buFont typeface="Arial" pitchFamily="34" charset="0"/>
              <a:buNone/>
              <a:defRPr/>
            </a:pPr>
            <a:r>
              <a:rPr lang="en-US" dirty="0" err="1">
                <a:latin typeface="+mn-lt"/>
                <a:ea typeface="ＭＳ Ｐゴシック" pitchFamily="34" charset="-128"/>
              </a:rPr>
              <a:t>Exemple</a:t>
            </a:r>
            <a:r>
              <a:rPr lang="en-US" dirty="0">
                <a:latin typeface="+mn-lt"/>
                <a:ea typeface="ＭＳ Ｐゴシック" pitchFamily="34" charset="-128"/>
              </a:rPr>
              <a:t>:</a:t>
            </a:r>
          </a:p>
        </p:txBody>
      </p:sp>
      <p:cxnSp>
        <p:nvCxnSpPr>
          <p:cNvPr id="28" name="Connecteur droit avec flèche 27"/>
          <p:cNvCxnSpPr>
            <a:cxnSpLocks noChangeShapeType="1"/>
          </p:cNvCxnSpPr>
          <p:nvPr/>
        </p:nvCxnSpPr>
        <p:spPr bwMode="auto">
          <a:xfrm>
            <a:off x="5072063" y="2786063"/>
            <a:ext cx="1296987"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
        <p:nvSpPr>
          <p:cNvPr id="94224" name="ZoneTexte 28"/>
          <p:cNvSpPr txBox="1">
            <a:spLocks noChangeArrowheads="1"/>
          </p:cNvSpPr>
          <p:nvPr/>
        </p:nvSpPr>
        <p:spPr bwMode="auto">
          <a:xfrm>
            <a:off x="6429375" y="2286000"/>
            <a:ext cx="2571750" cy="1077913"/>
          </a:xfrm>
          <a:prstGeom prst="rect">
            <a:avLst/>
          </a:prstGeom>
          <a:noFill/>
          <a:ln w="12700">
            <a:solidFill>
              <a:schemeClr val="tx1"/>
            </a:solidFill>
            <a:miter lim="800000"/>
            <a:headEnd/>
            <a:tailEnd/>
          </a:ln>
        </p:spPr>
        <p:txBody>
          <a:bodyPr>
            <a:spAutoFit/>
          </a:bodyPr>
          <a:lstStyle/>
          <a:p>
            <a:pPr eaLnBrk="1" hangingPunct="1">
              <a:spcBef>
                <a:spcPts val="600"/>
              </a:spcBef>
              <a:buClr>
                <a:srgbClr val="336666"/>
              </a:buClr>
              <a:buFont typeface="Wingdings" pitchFamily="2" charset="2"/>
              <a:buNone/>
            </a:pPr>
            <a:r>
              <a:rPr lang="fr-FR" sz="1800" b="1">
                <a:latin typeface="Courier New" pitchFamily="49" charset="0"/>
                <a:cs typeface="Courier New" pitchFamily="49" charset="0"/>
              </a:rPr>
              <a:t>élément n° 1 : 4</a:t>
            </a:r>
          </a:p>
          <a:p>
            <a:pPr eaLnBrk="1" hangingPunct="1">
              <a:spcBef>
                <a:spcPts val="600"/>
              </a:spcBef>
              <a:buClr>
                <a:srgbClr val="336666"/>
              </a:buClr>
              <a:buFont typeface="Wingdings" pitchFamily="2" charset="2"/>
              <a:buNone/>
            </a:pPr>
            <a:r>
              <a:rPr lang="fr-FR" sz="1800" b="1">
                <a:latin typeface="Courier New" pitchFamily="49" charset="0"/>
                <a:cs typeface="Courier New" pitchFamily="49" charset="0"/>
              </a:rPr>
              <a:t>élément n° 2: 9</a:t>
            </a:r>
          </a:p>
          <a:p>
            <a:pPr eaLnBrk="1" hangingPunct="1">
              <a:spcBef>
                <a:spcPts val="600"/>
              </a:spcBef>
              <a:buClr>
                <a:srgbClr val="336666"/>
              </a:buClr>
              <a:buFont typeface="Wingdings" pitchFamily="2" charset="2"/>
              <a:buNone/>
            </a:pPr>
            <a:r>
              <a:rPr lang="fr-FR" sz="1800" b="1">
                <a:latin typeface="Courier New" pitchFamily="49" charset="0"/>
                <a:cs typeface="Courier New" pitchFamily="49" charset="0"/>
              </a:rPr>
              <a:t>élément n° 3: 121</a:t>
            </a:r>
          </a:p>
        </p:txBody>
      </p:sp>
    </p:spTree>
    <p:custDataLst>
      <p:tags r:id="rId1"/>
    </p:custDataLst>
    <p:extLst>
      <p:ext uri="{BB962C8B-B14F-4D97-AF65-F5344CB8AC3E}">
        <p14:creationId xmlns:p14="http://schemas.microsoft.com/office/powerpoint/2010/main" val="121243230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heckerboard(across)">
                                      <p:cBhvr>
                                        <p:cTn id="7" dur="500"/>
                                        <p:tgtEl>
                                          <p:spTgt spid="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checkerboard(across)">
                                      <p:cBhvr>
                                        <p:cTn id="12" dur="500"/>
                                        <p:tgtEl>
                                          <p:spTgt spid="27"/>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checkerboard(across)">
                                      <p:cBhvr>
                                        <p:cTn id="15" dur="500"/>
                                        <p:tgtEl>
                                          <p:spTgt spid="2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checkerboard(across)">
                                      <p:cBhvr>
                                        <p:cTn id="20" dur="500"/>
                                        <p:tgtEl>
                                          <p:spTgt spid="28"/>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94224"/>
                                        </p:tgtEl>
                                        <p:attrNameLst>
                                          <p:attrName>style.visibility</p:attrName>
                                        </p:attrNameLst>
                                      </p:cBhvr>
                                      <p:to>
                                        <p:strVal val="visible"/>
                                      </p:to>
                                    </p:set>
                                    <p:animEffect transition="in" filter="checkerboard(across)">
                                      <p:cBhvr>
                                        <p:cTn id="23" dur="500"/>
                                        <p:tgtEl>
                                          <p:spTgt spid="94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p:bldP spid="942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endParaRPr lang="fr-FR" sz="2400" b="1" dirty="0">
              <a:latin typeface="+mj-lt"/>
            </a:endParaRPr>
          </a:p>
        </p:txBody>
      </p:sp>
      <p:sp>
        <p:nvSpPr>
          <p:cNvPr id="17" name="Rectangle 16"/>
          <p:cNvSpPr/>
          <p:nvPr/>
        </p:nvSpPr>
        <p:spPr>
          <a:xfrm>
            <a:off x="500063" y="857250"/>
            <a:ext cx="1625060" cy="369332"/>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en-US" b="1" dirty="0" err="1" smtClean="0">
                <a:solidFill>
                  <a:srgbClr val="FF0000"/>
                </a:solidFill>
                <a:latin typeface="+mn-lt"/>
                <a:ea typeface="ＭＳ Ｐゴシック" pitchFamily="34" charset="-128"/>
              </a:rPr>
              <a:t>Exemple</a:t>
            </a:r>
            <a:r>
              <a:rPr lang="en-US" b="1" dirty="0" smtClean="0">
                <a:solidFill>
                  <a:srgbClr val="FF0000"/>
                </a:solidFill>
                <a:latin typeface="+mn-lt"/>
                <a:ea typeface="ＭＳ Ｐゴシック" pitchFamily="34" charset="-128"/>
              </a:rPr>
              <a:t> </a:t>
            </a:r>
            <a:r>
              <a:rPr lang="en-US" b="1" dirty="0" err="1" smtClean="0">
                <a:solidFill>
                  <a:srgbClr val="FF0000"/>
                </a:solidFill>
                <a:latin typeface="+mn-lt"/>
                <a:ea typeface="ＭＳ Ｐゴシック" pitchFamily="34" charset="-128"/>
              </a:rPr>
              <a:t>tuplet</a:t>
            </a:r>
            <a:endParaRPr lang="en-US" dirty="0">
              <a:latin typeface="+mn-lt"/>
              <a:ea typeface="ＭＳ Ｐゴシック" pitchFamily="34" charset="-128"/>
            </a:endParaRPr>
          </a:p>
        </p:txBody>
      </p:sp>
      <p:sp>
        <p:nvSpPr>
          <p:cNvPr id="25" name="Rectangle 24"/>
          <p:cNvSpPr/>
          <p:nvPr/>
        </p:nvSpPr>
        <p:spPr>
          <a:xfrm>
            <a:off x="1000125" y="1214438"/>
            <a:ext cx="7244283" cy="1785104"/>
          </a:xfrm>
          <a:prstGeom prst="rect">
            <a:avLst/>
          </a:prstGeom>
          <a:solidFill>
            <a:schemeClr val="accent6">
              <a:lumMod val="40000"/>
              <a:lumOff val="60000"/>
            </a:schemeClr>
          </a:solidFill>
        </p:spPr>
        <p:txBody>
          <a:bodyPr wrap="square">
            <a:spAutoFit/>
          </a:bodyPr>
          <a:lstStyle/>
          <a:p>
            <a:pPr lvl="1">
              <a:spcBef>
                <a:spcPts val="600"/>
              </a:spcBef>
              <a:buClr>
                <a:srgbClr val="336666"/>
              </a:buClr>
              <a:defRPr/>
            </a:pPr>
            <a:r>
              <a:rPr lang="fr-MA" b="1" dirty="0" err="1">
                <a:solidFill>
                  <a:srgbClr val="000000"/>
                </a:solidFill>
                <a:latin typeface="Courier New" pitchFamily="49" charset="0"/>
                <a:ea typeface="ＭＳ Ｐゴシック" pitchFamily="34" charset="-128"/>
                <a:cs typeface="Courier New" pitchFamily="49" charset="0"/>
              </a:rPr>
              <a:t>from</a:t>
            </a:r>
            <a:r>
              <a:rPr lang="fr-MA" b="1" dirty="0">
                <a:solidFill>
                  <a:srgbClr val="000000"/>
                </a:solidFill>
                <a:latin typeface="Courier New" pitchFamily="49" charset="0"/>
                <a:ea typeface="ＭＳ Ｐゴシック" pitchFamily="34" charset="-128"/>
                <a:cs typeface="Courier New" pitchFamily="49" charset="0"/>
              </a:rPr>
              <a:t> </a:t>
            </a:r>
            <a:r>
              <a:rPr lang="fr-MA" b="1" dirty="0" err="1">
                <a:solidFill>
                  <a:srgbClr val="000000"/>
                </a:solidFill>
                <a:latin typeface="Courier New" pitchFamily="49" charset="0"/>
                <a:ea typeface="ＭＳ Ｐゴシック" pitchFamily="34" charset="-128"/>
                <a:cs typeface="Courier New" pitchFamily="49" charset="0"/>
              </a:rPr>
              <a:t>typing</a:t>
            </a:r>
            <a:r>
              <a:rPr lang="fr-MA" b="1" dirty="0">
                <a:solidFill>
                  <a:srgbClr val="000000"/>
                </a:solidFill>
                <a:latin typeface="Courier New" pitchFamily="49" charset="0"/>
                <a:ea typeface="ＭＳ Ｐゴシック" pitchFamily="34" charset="-128"/>
                <a:cs typeface="Courier New" pitchFamily="49" charset="0"/>
              </a:rPr>
              <a:t> import </a:t>
            </a:r>
            <a:r>
              <a:rPr lang="fr-MA" b="1" dirty="0" err="1">
                <a:solidFill>
                  <a:srgbClr val="000000"/>
                </a:solidFill>
                <a:latin typeface="Courier New" pitchFamily="49" charset="0"/>
                <a:ea typeface="ＭＳ Ｐゴシック" pitchFamily="34" charset="-128"/>
                <a:cs typeface="Courier New" pitchFamily="49" charset="0"/>
              </a:rPr>
              <a:t>Tuple</a:t>
            </a:r>
            <a:r>
              <a:rPr lang="fr-MA" b="1" dirty="0">
                <a:solidFill>
                  <a:srgbClr val="000000"/>
                </a:solidFill>
                <a:latin typeface="Courier New" pitchFamily="49" charset="0"/>
                <a:ea typeface="ＭＳ Ｐゴシック" pitchFamily="34" charset="-128"/>
                <a:cs typeface="Courier New" pitchFamily="49" charset="0"/>
              </a:rPr>
              <a:t> </a:t>
            </a:r>
            <a:endParaRPr lang="fr-MA" b="1" dirty="0" smtClean="0">
              <a:solidFill>
                <a:srgbClr val="000000"/>
              </a:solidFill>
              <a:latin typeface="Courier New" pitchFamily="49" charset="0"/>
              <a:ea typeface="ＭＳ Ｐゴシック" pitchFamily="34" charset="-128"/>
              <a:cs typeface="Courier New" pitchFamily="49" charset="0"/>
            </a:endParaRPr>
          </a:p>
          <a:p>
            <a:pPr lvl="1">
              <a:spcBef>
                <a:spcPts val="600"/>
              </a:spcBef>
              <a:buClr>
                <a:srgbClr val="336666"/>
              </a:buClr>
              <a:defRPr/>
            </a:pPr>
            <a:r>
              <a:rPr lang="fr-MA" b="1" dirty="0" err="1" smtClean="0">
                <a:solidFill>
                  <a:srgbClr val="000000"/>
                </a:solidFill>
                <a:latin typeface="Courier New" pitchFamily="49" charset="0"/>
                <a:ea typeface="ＭＳ Ｐゴシック" pitchFamily="34" charset="-128"/>
                <a:cs typeface="Courier New" pitchFamily="49" charset="0"/>
              </a:rPr>
              <a:t>coordonnees</a:t>
            </a:r>
            <a:r>
              <a:rPr lang="fr-MA" b="1" dirty="0" smtClean="0">
                <a:solidFill>
                  <a:srgbClr val="000000"/>
                </a:solidFill>
                <a:latin typeface="Courier New" pitchFamily="49" charset="0"/>
                <a:ea typeface="ＭＳ Ｐゴシック" pitchFamily="34" charset="-128"/>
                <a:cs typeface="Courier New" pitchFamily="49" charset="0"/>
              </a:rPr>
              <a:t> </a:t>
            </a:r>
            <a:r>
              <a:rPr lang="fr-MA" b="1" dirty="0">
                <a:solidFill>
                  <a:srgbClr val="000000"/>
                </a:solidFill>
                <a:latin typeface="Courier New" pitchFamily="49" charset="0"/>
                <a:ea typeface="ＭＳ Ｐゴシック" pitchFamily="34" charset="-128"/>
                <a:cs typeface="Courier New" pitchFamily="49" charset="0"/>
              </a:rPr>
              <a:t>: </a:t>
            </a:r>
            <a:r>
              <a:rPr lang="fr-MA" b="1" dirty="0" err="1">
                <a:solidFill>
                  <a:srgbClr val="000000"/>
                </a:solidFill>
                <a:latin typeface="Courier New" pitchFamily="49" charset="0"/>
                <a:ea typeface="ＭＳ Ｐゴシック" pitchFamily="34" charset="-128"/>
                <a:cs typeface="Courier New" pitchFamily="49" charset="0"/>
              </a:rPr>
              <a:t>Tuple</a:t>
            </a:r>
            <a:r>
              <a:rPr lang="fr-MA" b="1" dirty="0">
                <a:solidFill>
                  <a:srgbClr val="000000"/>
                </a:solidFill>
                <a:latin typeface="Courier New" pitchFamily="49" charset="0"/>
                <a:ea typeface="ＭＳ Ｐゴシック" pitchFamily="34" charset="-128"/>
                <a:cs typeface="Courier New" pitchFamily="49" charset="0"/>
              </a:rPr>
              <a:t>[</a:t>
            </a:r>
            <a:r>
              <a:rPr lang="fr-MA" b="1" dirty="0" err="1">
                <a:solidFill>
                  <a:srgbClr val="000000"/>
                </a:solidFill>
                <a:latin typeface="Courier New" pitchFamily="49" charset="0"/>
                <a:ea typeface="ＭＳ Ｐゴシック" pitchFamily="34" charset="-128"/>
                <a:cs typeface="Courier New" pitchFamily="49" charset="0"/>
              </a:rPr>
              <a:t>int,int</a:t>
            </a:r>
            <a:r>
              <a:rPr lang="fr-MA" b="1" dirty="0">
                <a:solidFill>
                  <a:srgbClr val="000000"/>
                </a:solidFill>
                <a:latin typeface="Courier New" pitchFamily="49" charset="0"/>
                <a:ea typeface="ＭＳ Ｐゴシック" pitchFamily="34" charset="-128"/>
                <a:cs typeface="Courier New" pitchFamily="49" charset="0"/>
              </a:rPr>
              <a:t>] = (10, 20) </a:t>
            </a:r>
            <a:endParaRPr lang="fr-MA" b="1" dirty="0" smtClean="0">
              <a:solidFill>
                <a:srgbClr val="000000"/>
              </a:solidFill>
              <a:latin typeface="Courier New" pitchFamily="49" charset="0"/>
              <a:ea typeface="ＭＳ Ｐゴシック" pitchFamily="34" charset="-128"/>
              <a:cs typeface="Courier New" pitchFamily="49" charset="0"/>
            </a:endParaRPr>
          </a:p>
          <a:p>
            <a:pPr lvl="1">
              <a:spcBef>
                <a:spcPts val="600"/>
              </a:spcBef>
              <a:buClr>
                <a:srgbClr val="336666"/>
              </a:buClr>
              <a:defRPr/>
            </a:pPr>
            <a:r>
              <a:rPr lang="fr-MA" b="1" dirty="0" smtClean="0">
                <a:solidFill>
                  <a:srgbClr val="000000"/>
                </a:solidFill>
                <a:latin typeface="Courier New" pitchFamily="49" charset="0"/>
                <a:ea typeface="ＭＳ Ｐゴシック" pitchFamily="34" charset="-128"/>
                <a:cs typeface="Courier New" pitchFamily="49" charset="0"/>
              </a:rPr>
              <a:t># </a:t>
            </a:r>
            <a:r>
              <a:rPr lang="fr-MA" b="1" dirty="0">
                <a:solidFill>
                  <a:srgbClr val="000000"/>
                </a:solidFill>
                <a:latin typeface="Courier New" pitchFamily="49" charset="0"/>
                <a:ea typeface="ＭＳ Ｐゴシック" pitchFamily="34" charset="-128"/>
                <a:cs typeface="Courier New" pitchFamily="49" charset="0"/>
              </a:rPr>
              <a:t>Accès aux éléments du </a:t>
            </a:r>
            <a:r>
              <a:rPr lang="fr-MA" b="1" dirty="0" err="1" smtClean="0">
                <a:solidFill>
                  <a:srgbClr val="000000"/>
                </a:solidFill>
                <a:latin typeface="Courier New" pitchFamily="49" charset="0"/>
                <a:ea typeface="ＭＳ Ｐゴシック" pitchFamily="34" charset="-128"/>
                <a:cs typeface="Courier New" pitchFamily="49" charset="0"/>
              </a:rPr>
              <a:t>tuple</a:t>
            </a:r>
            <a:endParaRPr lang="fr-MA" b="1" dirty="0" smtClean="0">
              <a:solidFill>
                <a:srgbClr val="000000"/>
              </a:solidFill>
              <a:latin typeface="Courier New" pitchFamily="49" charset="0"/>
              <a:ea typeface="ＭＳ Ｐゴシック" pitchFamily="34" charset="-128"/>
              <a:cs typeface="Courier New" pitchFamily="49" charset="0"/>
            </a:endParaRPr>
          </a:p>
          <a:p>
            <a:pPr lvl="1">
              <a:spcBef>
                <a:spcPts val="600"/>
              </a:spcBef>
              <a:buClr>
                <a:srgbClr val="336666"/>
              </a:buClr>
              <a:defRPr/>
            </a:pPr>
            <a:r>
              <a:rPr lang="fr-MA" b="1" dirty="0" smtClean="0">
                <a:solidFill>
                  <a:srgbClr val="000000"/>
                </a:solidFill>
                <a:latin typeface="Courier New" pitchFamily="49" charset="0"/>
                <a:ea typeface="ＭＳ Ｐゴシック" pitchFamily="34" charset="-128"/>
                <a:cs typeface="Courier New" pitchFamily="49" charset="0"/>
              </a:rPr>
              <a:t>x</a:t>
            </a:r>
            <a:r>
              <a:rPr lang="fr-MA" b="1" dirty="0">
                <a:solidFill>
                  <a:srgbClr val="000000"/>
                </a:solidFill>
                <a:latin typeface="Courier New" pitchFamily="49" charset="0"/>
                <a:ea typeface="ＭＳ Ｐゴシック" pitchFamily="34" charset="-128"/>
                <a:cs typeface="Courier New" pitchFamily="49" charset="0"/>
              </a:rPr>
              <a:t>, y = </a:t>
            </a:r>
            <a:r>
              <a:rPr lang="fr-MA" b="1" dirty="0" err="1">
                <a:solidFill>
                  <a:srgbClr val="000000"/>
                </a:solidFill>
                <a:latin typeface="Courier New" pitchFamily="49" charset="0"/>
                <a:ea typeface="ＭＳ Ｐゴシック" pitchFamily="34" charset="-128"/>
                <a:cs typeface="Courier New" pitchFamily="49" charset="0"/>
              </a:rPr>
              <a:t>coordonnees</a:t>
            </a:r>
            <a:r>
              <a:rPr lang="fr-MA" b="1" dirty="0">
                <a:solidFill>
                  <a:srgbClr val="000000"/>
                </a:solidFill>
                <a:latin typeface="Courier New" pitchFamily="49" charset="0"/>
                <a:ea typeface="ＭＳ Ｐゴシック" pitchFamily="34" charset="-128"/>
                <a:cs typeface="Courier New" pitchFamily="49" charset="0"/>
              </a:rPr>
              <a:t> </a:t>
            </a:r>
            <a:endParaRPr lang="fr-MA" b="1" dirty="0" smtClean="0">
              <a:solidFill>
                <a:srgbClr val="000000"/>
              </a:solidFill>
              <a:latin typeface="Courier New" pitchFamily="49" charset="0"/>
              <a:ea typeface="ＭＳ Ｐゴシック" pitchFamily="34" charset="-128"/>
              <a:cs typeface="Courier New" pitchFamily="49" charset="0"/>
            </a:endParaRPr>
          </a:p>
          <a:p>
            <a:pPr lvl="1">
              <a:spcBef>
                <a:spcPts val="600"/>
              </a:spcBef>
              <a:buClr>
                <a:srgbClr val="336666"/>
              </a:buClr>
              <a:defRPr/>
            </a:pPr>
            <a:r>
              <a:rPr lang="fr-MA" b="1" dirty="0" err="1" smtClean="0">
                <a:solidFill>
                  <a:srgbClr val="000000"/>
                </a:solidFill>
                <a:latin typeface="Courier New" pitchFamily="49" charset="0"/>
                <a:ea typeface="ＭＳ Ｐゴシック" pitchFamily="34" charset="-128"/>
                <a:cs typeface="Courier New" pitchFamily="49" charset="0"/>
              </a:rPr>
              <a:t>print</a:t>
            </a:r>
            <a:r>
              <a:rPr lang="fr-MA" b="1" dirty="0">
                <a:solidFill>
                  <a:srgbClr val="000000"/>
                </a:solidFill>
                <a:latin typeface="Courier New" pitchFamily="49" charset="0"/>
                <a:ea typeface="ＭＳ Ｐゴシック" pitchFamily="34" charset="-128"/>
                <a:cs typeface="Courier New" pitchFamily="49" charset="0"/>
              </a:rPr>
              <a:t>("Coordonnées :", x, ",", y)</a:t>
            </a:r>
            <a:endParaRPr lang="fr-FR" sz="1800" b="1" dirty="0">
              <a:solidFill>
                <a:srgbClr val="000000"/>
              </a:solidFill>
              <a:latin typeface="Courier New" pitchFamily="49" charset="0"/>
              <a:ea typeface="ＭＳ Ｐゴシック" pitchFamily="34" charset="-128"/>
              <a:cs typeface="Courier New" pitchFamily="49" charset="0"/>
            </a:endParaRPr>
          </a:p>
        </p:txBody>
      </p:sp>
    </p:spTree>
    <p:custDataLst>
      <p:tags r:id="rId1"/>
    </p:custDataLst>
    <p:extLst>
      <p:ext uri="{BB962C8B-B14F-4D97-AF65-F5344CB8AC3E}">
        <p14:creationId xmlns:p14="http://schemas.microsoft.com/office/powerpoint/2010/main" val="40129622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heckerboard(across)">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endParaRPr lang="fr-FR" sz="2400" b="1" dirty="0">
              <a:latin typeface="+mj-lt"/>
            </a:endParaRPr>
          </a:p>
        </p:txBody>
      </p:sp>
      <p:sp>
        <p:nvSpPr>
          <p:cNvPr id="17" name="Rectangle 16"/>
          <p:cNvSpPr/>
          <p:nvPr/>
        </p:nvSpPr>
        <p:spPr>
          <a:xfrm>
            <a:off x="500063" y="857250"/>
            <a:ext cx="2392193" cy="369332"/>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en-US" b="1" dirty="0" err="1" smtClean="0">
                <a:solidFill>
                  <a:srgbClr val="FF0000"/>
                </a:solidFill>
                <a:latin typeface="+mn-lt"/>
                <a:ea typeface="ＭＳ Ｐゴシック" pitchFamily="34" charset="-128"/>
              </a:rPr>
              <a:t>Exemple</a:t>
            </a:r>
            <a:r>
              <a:rPr lang="en-US" b="1" dirty="0" smtClean="0">
                <a:solidFill>
                  <a:srgbClr val="FF0000"/>
                </a:solidFill>
                <a:latin typeface="+mn-lt"/>
                <a:ea typeface="ＭＳ Ｐゴシック" pitchFamily="34" charset="-128"/>
              </a:rPr>
              <a:t> pseudo-code :</a:t>
            </a:r>
            <a:endParaRPr lang="en-US" dirty="0">
              <a:latin typeface="+mn-lt"/>
              <a:ea typeface="ＭＳ Ｐゴシック" pitchFamily="34" charset="-128"/>
            </a:endParaRPr>
          </a:p>
        </p:txBody>
      </p:sp>
      <p:sp>
        <p:nvSpPr>
          <p:cNvPr id="25" name="Rectangle 24"/>
          <p:cNvSpPr/>
          <p:nvPr/>
        </p:nvSpPr>
        <p:spPr>
          <a:xfrm>
            <a:off x="1000125" y="1214438"/>
            <a:ext cx="7244283" cy="1077218"/>
          </a:xfrm>
          <a:prstGeom prst="rect">
            <a:avLst/>
          </a:prstGeom>
          <a:solidFill>
            <a:schemeClr val="accent6">
              <a:lumMod val="40000"/>
              <a:lumOff val="60000"/>
            </a:schemeClr>
          </a:solidFill>
        </p:spPr>
        <p:txBody>
          <a:bodyPr wrap="square">
            <a:spAutoFit/>
          </a:bodyPr>
          <a:lstStyle/>
          <a:p>
            <a:pPr lvl="1">
              <a:spcBef>
                <a:spcPts val="600"/>
              </a:spcBef>
              <a:buClr>
                <a:srgbClr val="336666"/>
              </a:buClr>
              <a:defRPr/>
            </a:pPr>
            <a:r>
              <a:rPr lang="fr-MA" b="1" dirty="0">
                <a:solidFill>
                  <a:srgbClr val="000000"/>
                </a:solidFill>
                <a:latin typeface="Courier New" pitchFamily="49" charset="0"/>
                <a:ea typeface="ＭＳ Ｐゴシック" pitchFamily="34" charset="-128"/>
                <a:cs typeface="Courier New" pitchFamily="49" charset="0"/>
              </a:rPr>
              <a:t>TUPLE coordonnées</a:t>
            </a:r>
            <a:r>
              <a:rPr lang="fr-MA" b="1" dirty="0" smtClean="0">
                <a:solidFill>
                  <a:srgbClr val="000000"/>
                </a:solidFill>
                <a:latin typeface="Courier New" pitchFamily="49" charset="0"/>
                <a:ea typeface="ＭＳ Ｐゴシック" pitchFamily="34" charset="-128"/>
                <a:cs typeface="Courier New" pitchFamily="49" charset="0"/>
              </a:rPr>
              <a:t>:</a:t>
            </a:r>
          </a:p>
          <a:p>
            <a:pPr lvl="1">
              <a:spcBef>
                <a:spcPts val="600"/>
              </a:spcBef>
              <a:buClr>
                <a:srgbClr val="336666"/>
              </a:buClr>
              <a:defRPr/>
            </a:pPr>
            <a:r>
              <a:rPr lang="fr-MA" b="1" smtClean="0">
                <a:solidFill>
                  <a:srgbClr val="000000"/>
                </a:solidFill>
                <a:latin typeface="Courier New" pitchFamily="49" charset="0"/>
                <a:ea typeface="ＭＳ Ｐゴシック" pitchFamily="34" charset="-128"/>
                <a:cs typeface="Courier New" pitchFamily="49" charset="0"/>
              </a:rPr>
              <a:t>	10</a:t>
            </a:r>
            <a:r>
              <a:rPr lang="fr-MA" b="1">
                <a:solidFill>
                  <a:srgbClr val="000000"/>
                </a:solidFill>
                <a:latin typeface="Courier New" pitchFamily="49" charset="0"/>
                <a:ea typeface="ＭＳ Ｐゴシック" pitchFamily="34" charset="-128"/>
                <a:cs typeface="Courier New" pitchFamily="49" charset="0"/>
              </a:rPr>
              <a:t>, 20 </a:t>
            </a:r>
            <a:endParaRPr lang="fr-MA" b="1" smtClean="0">
              <a:solidFill>
                <a:srgbClr val="000000"/>
              </a:solidFill>
              <a:latin typeface="Courier New" pitchFamily="49" charset="0"/>
              <a:ea typeface="ＭＳ Ｐゴシック" pitchFamily="34" charset="-128"/>
              <a:cs typeface="Courier New" pitchFamily="49" charset="0"/>
            </a:endParaRPr>
          </a:p>
          <a:p>
            <a:pPr lvl="1">
              <a:spcBef>
                <a:spcPts val="600"/>
              </a:spcBef>
              <a:buClr>
                <a:srgbClr val="336666"/>
              </a:buClr>
              <a:defRPr/>
            </a:pPr>
            <a:r>
              <a:rPr lang="fr-MA" b="1" smtClean="0">
                <a:solidFill>
                  <a:srgbClr val="000000"/>
                </a:solidFill>
                <a:latin typeface="Courier New" pitchFamily="49" charset="0"/>
                <a:ea typeface="ＭＳ Ｐゴシック" pitchFamily="34" charset="-128"/>
                <a:cs typeface="Courier New" pitchFamily="49" charset="0"/>
              </a:rPr>
              <a:t>FIN </a:t>
            </a:r>
            <a:r>
              <a:rPr lang="fr-MA" b="1">
                <a:solidFill>
                  <a:srgbClr val="000000"/>
                </a:solidFill>
                <a:latin typeface="Courier New" pitchFamily="49" charset="0"/>
                <a:ea typeface="ＭＳ Ｐゴシック" pitchFamily="34" charset="-128"/>
                <a:cs typeface="Courier New" pitchFamily="49" charset="0"/>
              </a:rPr>
              <a:t>TUPLE</a:t>
            </a:r>
            <a:endParaRPr lang="fr-FR" sz="1800" b="1" dirty="0">
              <a:solidFill>
                <a:srgbClr val="000000"/>
              </a:solidFill>
              <a:latin typeface="Courier New" pitchFamily="49" charset="0"/>
              <a:ea typeface="ＭＳ Ｐゴシック" pitchFamily="34" charset="-128"/>
              <a:cs typeface="Courier New" pitchFamily="49" charset="0"/>
            </a:endParaRPr>
          </a:p>
        </p:txBody>
      </p:sp>
    </p:spTree>
    <p:custDataLst>
      <p:tags r:id="rId1"/>
    </p:custDataLst>
    <p:extLst>
      <p:ext uri="{BB962C8B-B14F-4D97-AF65-F5344CB8AC3E}">
        <p14:creationId xmlns:p14="http://schemas.microsoft.com/office/powerpoint/2010/main" val="25061975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heckerboard(across)">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9"/>
          <p:cNvSpPr txBox="1">
            <a:spLocks noChangeArrowheads="1"/>
          </p:cNvSpPr>
          <p:nvPr/>
        </p:nvSpPr>
        <p:spPr bwMode="auto">
          <a:xfrm>
            <a:off x="971550" y="58738"/>
            <a:ext cx="8172450" cy="784830"/>
          </a:xfrm>
          <a:prstGeom prst="rect">
            <a:avLst/>
          </a:prstGeom>
          <a:noFill/>
          <a:ln w="12700" algn="ctr">
            <a:noFill/>
            <a:miter lim="800000"/>
            <a:headEnd/>
            <a:tailEnd/>
          </a:ln>
        </p:spPr>
        <p:txBody>
          <a:bodyPr>
            <a:spAutoFit/>
          </a:bodyPr>
          <a:lstStyle/>
          <a:p>
            <a:pPr>
              <a:spcBef>
                <a:spcPct val="50000"/>
              </a:spcBef>
            </a:pPr>
            <a:r>
              <a:rPr lang="fr-FR" sz="1800" b="1" dirty="0">
                <a:solidFill>
                  <a:srgbClr val="000000"/>
                </a:solidFill>
                <a:latin typeface="Arial" pitchFamily="34" charset="0"/>
              </a:rPr>
              <a:t>Structures de données et leurs </a:t>
            </a:r>
            <a:r>
              <a:rPr lang="fr-FR" sz="1800" b="1" dirty="0" smtClean="0">
                <a:solidFill>
                  <a:srgbClr val="000000"/>
                </a:solidFill>
                <a:latin typeface="Arial" pitchFamily="34" charset="0"/>
              </a:rPr>
              <a:t>utilisations</a:t>
            </a:r>
          </a:p>
          <a:p>
            <a:pPr>
              <a:spcBef>
                <a:spcPct val="50000"/>
              </a:spcBef>
            </a:pPr>
            <a:r>
              <a:rPr lang="fr-FR" b="1" dirty="0" smtClean="0">
                <a:solidFill>
                  <a:srgbClr val="000000"/>
                </a:solidFill>
                <a:latin typeface="Arial" pitchFamily="34" charset="0"/>
              </a:rPr>
              <a:t>Les opération sur les </a:t>
            </a:r>
            <a:r>
              <a:rPr lang="fr-FR" b="1" dirty="0" err="1" smtClean="0">
                <a:solidFill>
                  <a:srgbClr val="000000"/>
                </a:solidFill>
                <a:latin typeface="Arial" pitchFamily="34" charset="0"/>
              </a:rPr>
              <a:t>tuples</a:t>
            </a:r>
            <a:endParaRPr lang="fr-FR" sz="1800" b="1" dirty="0">
              <a:solidFill>
                <a:srgbClr val="000000"/>
              </a:solidFill>
              <a:latin typeface="Arial" pitchFamily="34" charset="0"/>
            </a:endParaRP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endParaRPr lang="fr-FR" sz="2400" b="1" dirty="0">
              <a:latin typeface="+mj-lt"/>
            </a:endParaRPr>
          </a:p>
        </p:txBody>
      </p:sp>
      <p:sp>
        <p:nvSpPr>
          <p:cNvPr id="17" name="Rectangle 16"/>
          <p:cNvSpPr/>
          <p:nvPr/>
        </p:nvSpPr>
        <p:spPr>
          <a:xfrm>
            <a:off x="500063" y="857250"/>
            <a:ext cx="989310" cy="784830"/>
          </a:xfrm>
          <a:prstGeom prst="rect">
            <a:avLst/>
          </a:prstGeom>
        </p:spPr>
        <p:txBody>
          <a:bodyPr wrap="none">
            <a:spAutoFit/>
          </a:bodyPr>
          <a:lstStyle/>
          <a:p>
            <a:pPr>
              <a:spcBef>
                <a:spcPct val="50000"/>
              </a:spcBef>
              <a:buClr>
                <a:srgbClr val="336666"/>
              </a:buClr>
              <a:defRPr/>
            </a:pPr>
            <a:r>
              <a:rPr lang="en-US" b="1" dirty="0" smtClean="0">
                <a:solidFill>
                  <a:srgbClr val="FF0000"/>
                </a:solidFill>
                <a:ea typeface="ＭＳ Ｐゴシック" pitchFamily="34" charset="-128"/>
              </a:rPr>
              <a:t>count</a:t>
            </a:r>
            <a:r>
              <a:rPr lang="en-US" b="1" dirty="0">
                <a:solidFill>
                  <a:srgbClr val="FF0000"/>
                </a:solidFill>
                <a:ea typeface="ＭＳ Ｐゴシック" pitchFamily="34" charset="-128"/>
              </a:rPr>
              <a:t>() </a:t>
            </a:r>
            <a:r>
              <a:rPr lang="en-US" b="1" dirty="0" smtClean="0">
                <a:solidFill>
                  <a:srgbClr val="FF0000"/>
                </a:solidFill>
                <a:ea typeface="ＭＳ Ｐゴシック" pitchFamily="34" charset="-128"/>
              </a:rPr>
              <a:t>:</a:t>
            </a:r>
            <a:endParaRPr lang="en-US" b="1" dirty="0">
              <a:solidFill>
                <a:srgbClr val="FF0000"/>
              </a:solidFill>
              <a:ea typeface="ＭＳ Ｐゴシック" pitchFamily="34" charset="-128"/>
            </a:endParaRPr>
          </a:p>
          <a:p>
            <a:pPr eaLnBrk="1" hangingPunct="1">
              <a:spcBef>
                <a:spcPct val="50000"/>
              </a:spcBef>
              <a:buClr>
                <a:srgbClr val="336666"/>
              </a:buClr>
              <a:buFont typeface="Wingdings" pitchFamily="2" charset="2"/>
              <a:buNone/>
              <a:defRPr/>
            </a:pPr>
            <a:endParaRPr lang="en-US" dirty="0">
              <a:latin typeface="+mn-lt"/>
              <a:ea typeface="ＭＳ Ｐゴシック" pitchFamily="34" charset="-128"/>
            </a:endParaRPr>
          </a:p>
        </p:txBody>
      </p:sp>
      <p:sp>
        <p:nvSpPr>
          <p:cNvPr id="25" name="Rectangle 24"/>
          <p:cNvSpPr/>
          <p:nvPr/>
        </p:nvSpPr>
        <p:spPr>
          <a:xfrm>
            <a:off x="500063" y="1226582"/>
            <a:ext cx="8143875" cy="4524315"/>
          </a:xfrm>
          <a:prstGeom prst="rect">
            <a:avLst/>
          </a:prstGeom>
          <a:solidFill>
            <a:schemeClr val="accent6">
              <a:lumMod val="40000"/>
              <a:lumOff val="60000"/>
            </a:schemeClr>
          </a:solidFill>
        </p:spPr>
        <p:txBody>
          <a:bodyPr wrap="square">
            <a:spAutoFit/>
          </a:bodyPr>
          <a:lstStyle/>
          <a:p>
            <a:r>
              <a:rPr lang="en-US" dirty="0"/>
              <a:t>count() </a:t>
            </a:r>
          </a:p>
          <a:p>
            <a:r>
              <a:rPr lang="fr-MA" dirty="0"/>
              <a:t>Retourne le nombre d'occurrences d'un élément spécifié dans le </a:t>
            </a:r>
            <a:r>
              <a:rPr lang="fr-MA" dirty="0" err="1"/>
              <a:t>tuple</a:t>
            </a:r>
            <a:r>
              <a:rPr lang="fr-MA" dirty="0"/>
              <a:t>. </a:t>
            </a:r>
            <a:endParaRPr lang="fr-MA" dirty="0" smtClean="0"/>
          </a:p>
          <a:p>
            <a:endParaRPr lang="fr-MA" dirty="0"/>
          </a:p>
          <a:p>
            <a:r>
              <a:rPr lang="fr-MA" dirty="0" err="1"/>
              <a:t>from</a:t>
            </a:r>
            <a:r>
              <a:rPr lang="fr-MA" dirty="0"/>
              <a:t> </a:t>
            </a:r>
            <a:r>
              <a:rPr lang="fr-MA" dirty="0" err="1"/>
              <a:t>typing</a:t>
            </a:r>
            <a:r>
              <a:rPr lang="fr-MA" dirty="0"/>
              <a:t> import </a:t>
            </a:r>
            <a:r>
              <a:rPr lang="fr-MA" dirty="0" err="1" smtClean="0"/>
              <a:t>Tuple</a:t>
            </a:r>
            <a:endParaRPr lang="fr-MA" dirty="0" smtClean="0"/>
          </a:p>
          <a:p>
            <a:r>
              <a:rPr lang="fr-MA" i="1" dirty="0" smtClean="0"/>
              <a:t># </a:t>
            </a:r>
            <a:r>
              <a:rPr lang="fr-MA" i="1" dirty="0"/>
              <a:t>Définition d'un </a:t>
            </a:r>
            <a:r>
              <a:rPr lang="fr-MA" i="1" dirty="0" err="1"/>
              <a:t>tuple</a:t>
            </a:r>
            <a:r>
              <a:rPr lang="fr-MA" i="1" dirty="0"/>
              <a:t> de nombres </a:t>
            </a:r>
            <a:r>
              <a:rPr lang="fr-MA" i="1" dirty="0" smtClean="0"/>
              <a:t>entiers</a:t>
            </a:r>
          </a:p>
          <a:p>
            <a:r>
              <a:rPr lang="fr-MA" dirty="0" smtClean="0"/>
              <a:t>nombres</a:t>
            </a:r>
            <a:r>
              <a:rPr lang="fr-MA" dirty="0"/>
              <a:t>: </a:t>
            </a:r>
            <a:r>
              <a:rPr lang="fr-MA" dirty="0" err="1"/>
              <a:t>Tuple</a:t>
            </a:r>
            <a:r>
              <a:rPr lang="fr-MA" dirty="0"/>
              <a:t>[</a:t>
            </a:r>
            <a:r>
              <a:rPr lang="fr-MA" dirty="0" err="1"/>
              <a:t>int</a:t>
            </a:r>
            <a:r>
              <a:rPr lang="fr-MA" dirty="0"/>
              <a:t>] = (1, 2, 3, 2, 4, 2</a:t>
            </a:r>
            <a:r>
              <a:rPr lang="fr-MA" dirty="0" smtClean="0"/>
              <a:t>)</a:t>
            </a:r>
          </a:p>
          <a:p>
            <a:endParaRPr lang="fr-MA" dirty="0" smtClean="0"/>
          </a:p>
          <a:p>
            <a:r>
              <a:rPr lang="fr-MA" i="1" dirty="0" smtClean="0"/>
              <a:t># </a:t>
            </a:r>
            <a:r>
              <a:rPr lang="fr-MA" i="1" dirty="0"/>
              <a:t>Utilisation de la méthode count pour trouver le nombre d'occurrences de l'élément </a:t>
            </a:r>
            <a:r>
              <a:rPr lang="fr-MA" i="1" dirty="0" smtClean="0"/>
              <a:t>2</a:t>
            </a:r>
          </a:p>
          <a:p>
            <a:r>
              <a:rPr lang="fr-MA" dirty="0" err="1" smtClean="0"/>
              <a:t>nombre_deux</a:t>
            </a:r>
            <a:r>
              <a:rPr lang="fr-MA" dirty="0"/>
              <a:t>: </a:t>
            </a:r>
            <a:r>
              <a:rPr lang="fr-MA" dirty="0" err="1"/>
              <a:t>int</a:t>
            </a:r>
            <a:r>
              <a:rPr lang="fr-MA" dirty="0"/>
              <a:t> = </a:t>
            </a:r>
            <a:r>
              <a:rPr lang="fr-MA" dirty="0" err="1"/>
              <a:t>nombres.count</a:t>
            </a:r>
            <a:r>
              <a:rPr lang="fr-MA" dirty="0"/>
              <a:t>(2) </a:t>
            </a:r>
            <a:endParaRPr lang="fr-MA" dirty="0" smtClean="0"/>
          </a:p>
          <a:p>
            <a:r>
              <a:rPr lang="fr-MA" dirty="0" err="1" smtClean="0"/>
              <a:t>print</a:t>
            </a:r>
            <a:r>
              <a:rPr lang="fr-MA" dirty="0" smtClean="0"/>
              <a:t>(</a:t>
            </a:r>
            <a:r>
              <a:rPr lang="fr-MA" dirty="0" err="1" smtClean="0"/>
              <a:t>nombre_deux</a:t>
            </a:r>
            <a:r>
              <a:rPr lang="fr-MA" dirty="0"/>
              <a:t>) </a:t>
            </a:r>
            <a:endParaRPr lang="fr-MA" dirty="0" smtClean="0"/>
          </a:p>
          <a:p>
            <a:endParaRPr lang="fr-MA" dirty="0" smtClean="0"/>
          </a:p>
          <a:p>
            <a:r>
              <a:rPr lang="fr-MA" i="1" dirty="0" smtClean="0"/>
              <a:t># </a:t>
            </a:r>
            <a:r>
              <a:rPr lang="fr-MA" i="1" dirty="0"/>
              <a:t>Affichera 3 </a:t>
            </a:r>
            <a:endParaRPr lang="fr-MA" i="1" dirty="0" smtClean="0"/>
          </a:p>
          <a:p>
            <a:endParaRPr lang="fr-MA" i="1" dirty="0"/>
          </a:p>
          <a:p>
            <a:endParaRPr lang="fr-MA" dirty="0"/>
          </a:p>
          <a:p>
            <a:r>
              <a:rPr lang="fr-MA" dirty="0"/>
              <a:t>Cette méthode est utile pour déterminer combien de fois un élément apparaît dans un </a:t>
            </a:r>
            <a:r>
              <a:rPr lang="fr-MA" dirty="0" err="1"/>
              <a:t>tuple</a:t>
            </a:r>
            <a:r>
              <a:rPr lang="fr-MA" dirty="0"/>
              <a:t>. </a:t>
            </a:r>
            <a:endParaRPr lang="fr-FR" sz="3200" b="1" dirty="0">
              <a:solidFill>
                <a:srgbClr val="000000"/>
              </a:solidFill>
              <a:latin typeface="Courier New" pitchFamily="49" charset="0"/>
              <a:ea typeface="ＭＳ Ｐゴシック" pitchFamily="34" charset="-128"/>
              <a:cs typeface="Courier New" pitchFamily="49" charset="0"/>
            </a:endParaRPr>
          </a:p>
        </p:txBody>
      </p:sp>
    </p:spTree>
    <p:custDataLst>
      <p:tags r:id="rId1"/>
    </p:custDataLst>
    <p:extLst>
      <p:ext uri="{BB962C8B-B14F-4D97-AF65-F5344CB8AC3E}">
        <p14:creationId xmlns:p14="http://schemas.microsoft.com/office/powerpoint/2010/main" val="244201198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heckerboard(across)">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endParaRPr lang="fr-FR" sz="2400" b="1" dirty="0">
              <a:latin typeface="+mj-lt"/>
            </a:endParaRPr>
          </a:p>
        </p:txBody>
      </p:sp>
      <p:sp>
        <p:nvSpPr>
          <p:cNvPr id="17" name="Rectangle 16"/>
          <p:cNvSpPr/>
          <p:nvPr/>
        </p:nvSpPr>
        <p:spPr>
          <a:xfrm>
            <a:off x="500062" y="857250"/>
            <a:ext cx="902427" cy="784830"/>
          </a:xfrm>
          <a:prstGeom prst="rect">
            <a:avLst/>
          </a:prstGeom>
        </p:spPr>
        <p:txBody>
          <a:bodyPr wrap="none">
            <a:spAutoFit/>
          </a:bodyPr>
          <a:lstStyle/>
          <a:p>
            <a:pPr>
              <a:spcBef>
                <a:spcPct val="50000"/>
              </a:spcBef>
              <a:buClr>
                <a:srgbClr val="336666"/>
              </a:buClr>
              <a:defRPr/>
            </a:pPr>
            <a:r>
              <a:rPr lang="en-US" b="1" dirty="0">
                <a:solidFill>
                  <a:srgbClr val="FF0000"/>
                </a:solidFill>
                <a:ea typeface="ＭＳ Ｐゴシック" pitchFamily="34" charset="-128"/>
              </a:rPr>
              <a:t>index() </a:t>
            </a:r>
          </a:p>
          <a:p>
            <a:pPr eaLnBrk="1" hangingPunct="1">
              <a:spcBef>
                <a:spcPct val="50000"/>
              </a:spcBef>
              <a:buClr>
                <a:srgbClr val="336666"/>
              </a:buClr>
              <a:buFont typeface="Wingdings" pitchFamily="2" charset="2"/>
              <a:buNone/>
              <a:defRPr/>
            </a:pPr>
            <a:endParaRPr lang="en-US" dirty="0">
              <a:latin typeface="+mn-lt"/>
              <a:ea typeface="ＭＳ Ｐゴシック" pitchFamily="34" charset="-128"/>
            </a:endParaRPr>
          </a:p>
        </p:txBody>
      </p:sp>
      <p:sp>
        <p:nvSpPr>
          <p:cNvPr id="25" name="Rectangle 24"/>
          <p:cNvSpPr/>
          <p:nvPr/>
        </p:nvSpPr>
        <p:spPr>
          <a:xfrm>
            <a:off x="611561" y="1214438"/>
            <a:ext cx="7992888" cy="5355312"/>
          </a:xfrm>
          <a:prstGeom prst="rect">
            <a:avLst/>
          </a:prstGeom>
          <a:solidFill>
            <a:schemeClr val="accent6">
              <a:lumMod val="40000"/>
              <a:lumOff val="60000"/>
            </a:schemeClr>
          </a:solidFill>
        </p:spPr>
        <p:txBody>
          <a:bodyPr wrap="square">
            <a:spAutoFit/>
          </a:bodyPr>
          <a:lstStyle/>
          <a:p>
            <a:pPr algn="just"/>
            <a:r>
              <a:rPr lang="fr-MA" dirty="0" smtClean="0"/>
              <a:t>Retourne </a:t>
            </a:r>
            <a:r>
              <a:rPr lang="fr-MA" dirty="0"/>
              <a:t>l'index (la position) de la première occurrence d'un élément spécifié dans le </a:t>
            </a:r>
            <a:r>
              <a:rPr lang="fr-MA" dirty="0" err="1"/>
              <a:t>tuple</a:t>
            </a:r>
            <a:r>
              <a:rPr lang="fr-MA" dirty="0"/>
              <a:t>. Si l'élément n'existe pas, une exception </a:t>
            </a:r>
            <a:r>
              <a:rPr lang="fr-MA" dirty="0" err="1"/>
              <a:t>ValueError</a:t>
            </a:r>
            <a:r>
              <a:rPr lang="fr-MA" dirty="0"/>
              <a:t> est levée. </a:t>
            </a:r>
            <a:endParaRPr lang="fr-MA" dirty="0" smtClean="0"/>
          </a:p>
          <a:p>
            <a:pPr algn="just"/>
            <a:endParaRPr lang="fr-MA" dirty="0"/>
          </a:p>
          <a:p>
            <a:pPr algn="just"/>
            <a:r>
              <a:rPr lang="fr-MA" dirty="0" err="1"/>
              <a:t>from</a:t>
            </a:r>
            <a:r>
              <a:rPr lang="fr-MA" dirty="0"/>
              <a:t> </a:t>
            </a:r>
            <a:r>
              <a:rPr lang="fr-MA" dirty="0" err="1"/>
              <a:t>typing</a:t>
            </a:r>
            <a:r>
              <a:rPr lang="fr-MA" dirty="0"/>
              <a:t> import </a:t>
            </a:r>
            <a:r>
              <a:rPr lang="fr-MA" dirty="0" err="1" smtClean="0"/>
              <a:t>Tuple</a:t>
            </a:r>
            <a:endParaRPr lang="fr-MA" dirty="0" smtClean="0"/>
          </a:p>
          <a:p>
            <a:pPr algn="just"/>
            <a:r>
              <a:rPr lang="fr-MA" i="1" dirty="0" smtClean="0"/>
              <a:t># </a:t>
            </a:r>
            <a:r>
              <a:rPr lang="fr-MA" i="1" dirty="0"/>
              <a:t>Définition d'un </a:t>
            </a:r>
            <a:r>
              <a:rPr lang="fr-MA" i="1" dirty="0" err="1"/>
              <a:t>tuple</a:t>
            </a:r>
            <a:r>
              <a:rPr lang="fr-MA" i="1" dirty="0"/>
              <a:t> de nombres entiers </a:t>
            </a:r>
            <a:endParaRPr lang="fr-MA" i="1" dirty="0" smtClean="0"/>
          </a:p>
          <a:p>
            <a:pPr algn="just"/>
            <a:r>
              <a:rPr lang="fr-MA" dirty="0" smtClean="0"/>
              <a:t>nombres</a:t>
            </a:r>
            <a:r>
              <a:rPr lang="fr-MA" dirty="0"/>
              <a:t>: </a:t>
            </a:r>
            <a:r>
              <a:rPr lang="fr-MA" dirty="0" err="1"/>
              <a:t>Tuple</a:t>
            </a:r>
            <a:r>
              <a:rPr lang="fr-MA" dirty="0"/>
              <a:t>[</a:t>
            </a:r>
            <a:r>
              <a:rPr lang="fr-MA" dirty="0" err="1"/>
              <a:t>int</a:t>
            </a:r>
            <a:r>
              <a:rPr lang="fr-MA" dirty="0"/>
              <a:t>] = (1, 2, 3, 4, 2</a:t>
            </a:r>
            <a:r>
              <a:rPr lang="fr-MA" dirty="0" smtClean="0"/>
              <a:t>)</a:t>
            </a:r>
          </a:p>
          <a:p>
            <a:pPr algn="just"/>
            <a:endParaRPr lang="fr-MA" dirty="0" smtClean="0"/>
          </a:p>
          <a:p>
            <a:pPr algn="just"/>
            <a:r>
              <a:rPr lang="fr-MA" i="1" dirty="0" smtClean="0"/>
              <a:t># </a:t>
            </a:r>
            <a:r>
              <a:rPr lang="fr-MA" i="1" dirty="0"/>
              <a:t>Utilisation de la méthode index pour obtenir l'index de la première occurrence de l'élément 2 </a:t>
            </a:r>
            <a:endParaRPr lang="fr-MA" i="1" dirty="0" smtClean="0"/>
          </a:p>
          <a:p>
            <a:pPr algn="just"/>
            <a:r>
              <a:rPr lang="fr-MA" dirty="0" err="1" smtClean="0"/>
              <a:t>index_deux</a:t>
            </a:r>
            <a:r>
              <a:rPr lang="fr-MA" dirty="0"/>
              <a:t>: </a:t>
            </a:r>
            <a:r>
              <a:rPr lang="fr-MA" dirty="0" err="1"/>
              <a:t>int</a:t>
            </a:r>
            <a:r>
              <a:rPr lang="fr-MA" dirty="0"/>
              <a:t> = </a:t>
            </a:r>
            <a:r>
              <a:rPr lang="fr-MA" dirty="0" err="1"/>
              <a:t>nombres.index</a:t>
            </a:r>
            <a:r>
              <a:rPr lang="fr-MA" dirty="0"/>
              <a:t>(2) </a:t>
            </a:r>
            <a:endParaRPr lang="fr-MA" dirty="0" smtClean="0"/>
          </a:p>
          <a:p>
            <a:pPr algn="just"/>
            <a:endParaRPr lang="fr-MA" dirty="0" smtClean="0"/>
          </a:p>
          <a:p>
            <a:pPr algn="just"/>
            <a:r>
              <a:rPr lang="fr-MA" i="1" dirty="0" smtClean="0"/>
              <a:t># </a:t>
            </a:r>
            <a:r>
              <a:rPr lang="fr-MA" i="1" dirty="0"/>
              <a:t>Doit retourner 1, car l'indexation commence à </a:t>
            </a:r>
            <a:r>
              <a:rPr lang="fr-MA" i="1" dirty="0" smtClean="0"/>
              <a:t>0</a:t>
            </a:r>
          </a:p>
          <a:p>
            <a:pPr algn="just"/>
            <a:r>
              <a:rPr lang="fr-MA" dirty="0" err="1" smtClean="0"/>
              <a:t>print</a:t>
            </a:r>
            <a:r>
              <a:rPr lang="fr-MA" dirty="0" smtClean="0"/>
              <a:t>(</a:t>
            </a:r>
            <a:r>
              <a:rPr lang="fr-MA" dirty="0" err="1" smtClean="0"/>
              <a:t>index_deux</a:t>
            </a:r>
            <a:r>
              <a:rPr lang="fr-MA" dirty="0"/>
              <a:t>) </a:t>
            </a:r>
            <a:endParaRPr lang="fr-MA" dirty="0" smtClean="0"/>
          </a:p>
          <a:p>
            <a:pPr algn="just"/>
            <a:endParaRPr lang="fr-MA" dirty="0" smtClean="0"/>
          </a:p>
          <a:p>
            <a:pPr algn="just"/>
            <a:r>
              <a:rPr lang="fr-MA" i="1" dirty="0" smtClean="0"/>
              <a:t># </a:t>
            </a:r>
            <a:r>
              <a:rPr lang="fr-MA" i="1" dirty="0"/>
              <a:t>Affichera 1 </a:t>
            </a:r>
            <a:endParaRPr lang="fr-MA" i="1" dirty="0" smtClean="0"/>
          </a:p>
          <a:p>
            <a:pPr algn="just"/>
            <a:endParaRPr lang="fr-MA" dirty="0"/>
          </a:p>
          <a:p>
            <a:pPr algn="just"/>
            <a:r>
              <a:rPr lang="fr-MA" dirty="0"/>
              <a:t>Dans cet exemple, index() recherche la première occurrence de l'élément 2 dans le </a:t>
            </a:r>
            <a:r>
              <a:rPr lang="fr-MA" dirty="0" err="1"/>
              <a:t>tuple</a:t>
            </a:r>
            <a:r>
              <a:rPr lang="fr-MA" dirty="0"/>
              <a:t> et retourne sa position. Il est important de noter que si vous recherchez un élément qui n'est pas dans le </a:t>
            </a:r>
            <a:r>
              <a:rPr lang="fr-MA" dirty="0" err="1"/>
              <a:t>tuple</a:t>
            </a:r>
            <a:r>
              <a:rPr lang="fr-MA" dirty="0"/>
              <a:t>, Python lèvera une exception </a:t>
            </a:r>
            <a:r>
              <a:rPr lang="fr-MA" dirty="0" err="1"/>
              <a:t>ValueError</a:t>
            </a:r>
            <a:r>
              <a:rPr lang="fr-MA" dirty="0"/>
              <a:t> </a:t>
            </a:r>
            <a:endParaRPr lang="fr-FR" sz="3200" b="1" dirty="0">
              <a:solidFill>
                <a:srgbClr val="000000"/>
              </a:solidFill>
              <a:latin typeface="Courier New" pitchFamily="49" charset="0"/>
              <a:ea typeface="ＭＳ Ｐゴシック" pitchFamily="34" charset="-128"/>
              <a:cs typeface="Courier New" pitchFamily="49" charset="0"/>
            </a:endParaRPr>
          </a:p>
        </p:txBody>
      </p:sp>
    </p:spTree>
    <p:custDataLst>
      <p:tags r:id="rId1"/>
    </p:custDataLst>
    <p:extLst>
      <p:ext uri="{BB962C8B-B14F-4D97-AF65-F5344CB8AC3E}">
        <p14:creationId xmlns:p14="http://schemas.microsoft.com/office/powerpoint/2010/main" val="136171441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heckerboard(across)">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403648" y="1772816"/>
            <a:ext cx="5616624" cy="3416320"/>
          </a:xfrm>
          <a:prstGeom prst="rect">
            <a:avLst/>
          </a:prstGeom>
          <a:noFill/>
        </p:spPr>
        <p:txBody>
          <a:bodyPr wrap="square" rtlCol="0">
            <a:spAutoFit/>
          </a:bodyPr>
          <a:lstStyle/>
          <a:p>
            <a:r>
              <a:rPr lang="fr-MA" dirty="0" smtClean="0"/>
              <a:t>1 - Les </a:t>
            </a:r>
            <a:r>
              <a:rPr lang="fr-MA" dirty="0" err="1"/>
              <a:t>tuples</a:t>
            </a:r>
            <a:r>
              <a:rPr lang="fr-MA" dirty="0"/>
              <a:t> sont </a:t>
            </a:r>
            <a:r>
              <a:rPr lang="fr-MA" dirty="0" smtClean="0"/>
              <a:t>:</a:t>
            </a:r>
          </a:p>
          <a:p>
            <a:r>
              <a:rPr lang="fr-MA" dirty="0"/>
              <a:t/>
            </a:r>
            <a:br>
              <a:rPr lang="fr-MA" dirty="0"/>
            </a:br>
            <a:r>
              <a:rPr lang="fr-MA" dirty="0"/>
              <a:t>a) Mutables</a:t>
            </a:r>
            <a:br>
              <a:rPr lang="fr-MA" dirty="0"/>
            </a:br>
            <a:r>
              <a:rPr lang="fr-MA" dirty="0"/>
              <a:t>b) </a:t>
            </a:r>
            <a:r>
              <a:rPr lang="fr-MA" dirty="0" smtClean="0"/>
              <a:t>Immuables</a:t>
            </a:r>
          </a:p>
          <a:p>
            <a:endParaRPr lang="fr-MA" dirty="0" smtClean="0"/>
          </a:p>
          <a:p>
            <a:r>
              <a:rPr lang="fr-MA" dirty="0" smtClean="0"/>
              <a:t>2 - Quelle </a:t>
            </a:r>
            <a:r>
              <a:rPr lang="fr-MA" dirty="0"/>
              <a:t>syntaxe crée un </a:t>
            </a:r>
            <a:r>
              <a:rPr lang="fr-MA" dirty="0" err="1"/>
              <a:t>tuple</a:t>
            </a:r>
            <a:r>
              <a:rPr lang="fr-MA" dirty="0"/>
              <a:t> d’un seul élément </a:t>
            </a:r>
            <a:r>
              <a:rPr lang="fr-MA" dirty="0" smtClean="0"/>
              <a:t>?</a:t>
            </a:r>
          </a:p>
          <a:p>
            <a:r>
              <a:rPr lang="fr-MA" dirty="0"/>
              <a:t/>
            </a:r>
            <a:br>
              <a:rPr lang="fr-MA" dirty="0"/>
            </a:br>
            <a:r>
              <a:rPr lang="fr-MA" dirty="0"/>
              <a:t>a) (5)</a:t>
            </a:r>
            <a:br>
              <a:rPr lang="fr-MA" dirty="0"/>
            </a:br>
            <a:r>
              <a:rPr lang="fr-MA" dirty="0"/>
              <a:t>b) (5,)</a:t>
            </a:r>
            <a:br>
              <a:rPr lang="fr-MA" dirty="0"/>
            </a:br>
            <a:endParaRPr lang="fr-MA" dirty="0" smtClean="0"/>
          </a:p>
          <a:p>
            <a:endParaRPr lang="fr-MA" dirty="0"/>
          </a:p>
          <a:p>
            <a:endParaRPr lang="en-US" dirty="0"/>
          </a:p>
        </p:txBody>
      </p:sp>
      <p:sp>
        <p:nvSpPr>
          <p:cNvPr id="3" name="ZoneTexte 2"/>
          <p:cNvSpPr txBox="1"/>
          <p:nvPr/>
        </p:nvSpPr>
        <p:spPr>
          <a:xfrm>
            <a:off x="2483768" y="908720"/>
            <a:ext cx="3312368" cy="369332"/>
          </a:xfrm>
          <a:prstGeom prst="rect">
            <a:avLst/>
          </a:prstGeom>
          <a:noFill/>
        </p:spPr>
        <p:txBody>
          <a:bodyPr wrap="square" rtlCol="0">
            <a:spAutoFit/>
          </a:bodyPr>
          <a:lstStyle/>
          <a:p>
            <a:pPr algn="ctr"/>
            <a:r>
              <a:rPr lang="fr-FR" b="1" dirty="0" smtClean="0">
                <a:solidFill>
                  <a:schemeClr val="accent2"/>
                </a:solidFill>
              </a:rPr>
              <a:t>QUESTIONS:</a:t>
            </a:r>
            <a:endParaRPr lang="en-US" b="1" dirty="0">
              <a:solidFill>
                <a:schemeClr val="accent2"/>
              </a:solidFill>
            </a:endParaRPr>
          </a:p>
        </p:txBody>
      </p:sp>
    </p:spTree>
    <p:extLst>
      <p:ext uri="{BB962C8B-B14F-4D97-AF65-F5344CB8AC3E}">
        <p14:creationId xmlns:p14="http://schemas.microsoft.com/office/powerpoint/2010/main" val="179048055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403648" y="1772816"/>
            <a:ext cx="5616624" cy="3970318"/>
          </a:xfrm>
          <a:prstGeom prst="rect">
            <a:avLst/>
          </a:prstGeom>
          <a:noFill/>
        </p:spPr>
        <p:txBody>
          <a:bodyPr wrap="square" rtlCol="0">
            <a:spAutoFit/>
          </a:bodyPr>
          <a:lstStyle/>
          <a:p>
            <a:r>
              <a:rPr lang="fr-MA" dirty="0"/>
              <a:t>Les </a:t>
            </a:r>
            <a:r>
              <a:rPr lang="fr-MA" dirty="0" err="1"/>
              <a:t>tuples</a:t>
            </a:r>
            <a:r>
              <a:rPr lang="fr-MA" dirty="0"/>
              <a:t> sont </a:t>
            </a:r>
            <a:r>
              <a:rPr lang="fr-MA" dirty="0" smtClean="0"/>
              <a:t>:</a:t>
            </a:r>
          </a:p>
          <a:p>
            <a:r>
              <a:rPr lang="fr-MA" dirty="0"/>
              <a:t/>
            </a:r>
            <a:br>
              <a:rPr lang="fr-MA" dirty="0"/>
            </a:br>
            <a:r>
              <a:rPr lang="fr-MA" dirty="0"/>
              <a:t>a) Mutables</a:t>
            </a:r>
            <a:br>
              <a:rPr lang="fr-MA" dirty="0"/>
            </a:br>
            <a:r>
              <a:rPr lang="fr-MA" dirty="0"/>
              <a:t>b) </a:t>
            </a:r>
            <a:r>
              <a:rPr lang="fr-MA" dirty="0" smtClean="0"/>
              <a:t>Immuables</a:t>
            </a:r>
          </a:p>
          <a:p>
            <a:endParaRPr lang="fr-MA" dirty="0"/>
          </a:p>
          <a:p>
            <a:r>
              <a:rPr lang="fr-MA" b="1" u="sng" dirty="0" smtClean="0"/>
              <a:t>b)</a:t>
            </a:r>
          </a:p>
          <a:p>
            <a:endParaRPr lang="fr-MA" dirty="0"/>
          </a:p>
          <a:p>
            <a:r>
              <a:rPr lang="fr-MA" dirty="0"/>
              <a:t>Quelle syntaxe crée un </a:t>
            </a:r>
            <a:r>
              <a:rPr lang="fr-MA" dirty="0" err="1"/>
              <a:t>tuple</a:t>
            </a:r>
            <a:r>
              <a:rPr lang="fr-MA" dirty="0"/>
              <a:t> d’un seul élément </a:t>
            </a:r>
            <a:r>
              <a:rPr lang="fr-MA" dirty="0" smtClean="0"/>
              <a:t>?</a:t>
            </a:r>
          </a:p>
          <a:p>
            <a:r>
              <a:rPr lang="fr-MA" dirty="0"/>
              <a:t/>
            </a:r>
            <a:br>
              <a:rPr lang="fr-MA" dirty="0"/>
            </a:br>
            <a:r>
              <a:rPr lang="fr-MA" dirty="0"/>
              <a:t>a) (5)</a:t>
            </a:r>
            <a:br>
              <a:rPr lang="fr-MA" dirty="0"/>
            </a:br>
            <a:r>
              <a:rPr lang="fr-MA" dirty="0"/>
              <a:t>b) (5,)</a:t>
            </a:r>
            <a:br>
              <a:rPr lang="fr-MA" dirty="0"/>
            </a:br>
            <a:endParaRPr lang="fr-MA" dirty="0" smtClean="0"/>
          </a:p>
          <a:p>
            <a:r>
              <a:rPr lang="fr-MA" b="1" u="sng" dirty="0" smtClean="0"/>
              <a:t>b)</a:t>
            </a:r>
            <a:endParaRPr lang="fr-MA" b="1" u="sng" dirty="0"/>
          </a:p>
          <a:p>
            <a:endParaRPr lang="en-US" dirty="0"/>
          </a:p>
        </p:txBody>
      </p:sp>
      <p:sp>
        <p:nvSpPr>
          <p:cNvPr id="3" name="ZoneTexte 2"/>
          <p:cNvSpPr txBox="1"/>
          <p:nvPr/>
        </p:nvSpPr>
        <p:spPr>
          <a:xfrm>
            <a:off x="2483768" y="908720"/>
            <a:ext cx="3312368" cy="369332"/>
          </a:xfrm>
          <a:prstGeom prst="rect">
            <a:avLst/>
          </a:prstGeom>
          <a:noFill/>
        </p:spPr>
        <p:txBody>
          <a:bodyPr wrap="square" rtlCol="0">
            <a:spAutoFit/>
          </a:bodyPr>
          <a:lstStyle/>
          <a:p>
            <a:pPr algn="ctr"/>
            <a:r>
              <a:rPr lang="fr-FR" b="1" dirty="0" smtClean="0">
                <a:solidFill>
                  <a:schemeClr val="accent2"/>
                </a:solidFill>
              </a:rPr>
              <a:t>REPONSES:</a:t>
            </a:r>
            <a:endParaRPr lang="en-US" b="1" dirty="0">
              <a:solidFill>
                <a:schemeClr val="accent2"/>
              </a:solidFill>
            </a:endParaRPr>
          </a:p>
        </p:txBody>
      </p:sp>
    </p:spTree>
    <p:extLst>
      <p:ext uri="{BB962C8B-B14F-4D97-AF65-F5344CB8AC3E}">
        <p14:creationId xmlns:p14="http://schemas.microsoft.com/office/powerpoint/2010/main" val="101887605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9"/>
          <p:cNvSpPr txBox="1">
            <a:spLocks noChangeArrowheads="1"/>
          </p:cNvSpPr>
          <p:nvPr/>
        </p:nvSpPr>
        <p:spPr bwMode="auto">
          <a:xfrm>
            <a:off x="971550" y="0"/>
            <a:ext cx="8172450" cy="369888"/>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143363"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r>
              <a:rPr lang="fr-FR" sz="2400" b="1">
                <a:solidFill>
                  <a:srgbClr val="000000"/>
                </a:solidFill>
                <a:latin typeface="Arial" pitchFamily="34" charset="0"/>
              </a:rPr>
              <a:t>les chaînes de caractères</a:t>
            </a:r>
          </a:p>
        </p:txBody>
      </p:sp>
      <p:sp>
        <p:nvSpPr>
          <p:cNvPr id="11" name="Rectangle 10"/>
          <p:cNvSpPr/>
          <p:nvPr/>
        </p:nvSpPr>
        <p:spPr>
          <a:xfrm>
            <a:off x="714375" y="923925"/>
            <a:ext cx="8143875" cy="4016375"/>
          </a:xfrm>
          <a:prstGeom prst="rect">
            <a:avLst/>
          </a:prstGeom>
        </p:spPr>
        <p:txBody>
          <a:bodyPr>
            <a:spAutoFit/>
          </a:bodyPr>
          <a:lstStyle/>
          <a:p>
            <a:pPr indent="273050">
              <a:spcBef>
                <a:spcPct val="50000"/>
              </a:spcBef>
              <a:buClr>
                <a:srgbClr val="336666"/>
              </a:buClr>
              <a:buFont typeface="Wingdings" pitchFamily="2" charset="2"/>
              <a:buChar char="§"/>
              <a:defRPr/>
            </a:pPr>
            <a:r>
              <a:rPr lang="x-none" b="1" i="1">
                <a:solidFill>
                  <a:srgbClr val="0000FF"/>
                </a:solidFill>
                <a:latin typeface="+mn-lt"/>
                <a:cs typeface="Arial" charset="0"/>
              </a:rPr>
              <a:t>Manipulation des chaînes de caractères</a:t>
            </a:r>
            <a:endParaRPr lang="fr-FR" b="1" i="1" dirty="0">
              <a:solidFill>
                <a:srgbClr val="0000FF"/>
              </a:solidFill>
              <a:latin typeface="+mn-lt"/>
              <a:cs typeface="Arial" charset="0"/>
            </a:endParaRPr>
          </a:p>
          <a:p>
            <a:pPr lvl="1">
              <a:spcBef>
                <a:spcPts val="600"/>
              </a:spcBef>
              <a:buClr>
                <a:srgbClr val="336666"/>
              </a:buClr>
              <a:buFont typeface="Wingdings" pitchFamily="2" charset="2"/>
              <a:buNone/>
              <a:defRPr/>
            </a:pPr>
            <a:r>
              <a:rPr lang="fr-FR" b="1" dirty="0">
                <a:latin typeface="+mn-lt"/>
                <a:cs typeface="Arial" charset="0"/>
              </a:rPr>
              <a:t>Lecture d’une chaine de caractères :</a:t>
            </a:r>
            <a:endParaRPr lang="fr-FR" dirty="0">
              <a:latin typeface="+mn-lt"/>
              <a:cs typeface="Arial" charset="0"/>
            </a:endParaRPr>
          </a:p>
          <a:p>
            <a:pPr lvl="2">
              <a:spcBef>
                <a:spcPts val="600"/>
              </a:spcBef>
              <a:buClr>
                <a:srgbClr val="336666"/>
              </a:buClr>
              <a:buFont typeface="Wingdings" pitchFamily="2" charset="2"/>
              <a:buNone/>
              <a:defRPr/>
            </a:pPr>
            <a:r>
              <a:rPr lang="fr-FR" dirty="0" err="1">
                <a:latin typeface="+mn-lt"/>
                <a:cs typeface="Arial" charset="0"/>
              </a:rPr>
              <a:t>Ch</a:t>
            </a:r>
            <a:r>
              <a:rPr lang="fr-FR" dirty="0">
                <a:latin typeface="+mn-lt"/>
                <a:cs typeface="Arial" charset="0"/>
              </a:rPr>
              <a:t>=input("entrer une chaine de caractère : ")</a:t>
            </a:r>
          </a:p>
          <a:p>
            <a:pPr lvl="1">
              <a:spcBef>
                <a:spcPts val="600"/>
              </a:spcBef>
              <a:buClr>
                <a:srgbClr val="336666"/>
              </a:buClr>
              <a:buFont typeface="Wingdings" pitchFamily="2" charset="2"/>
              <a:buNone/>
              <a:defRPr/>
            </a:pPr>
            <a:r>
              <a:rPr lang="fr-FR" b="1" dirty="0">
                <a:latin typeface="+mn-lt"/>
                <a:cs typeface="Arial" charset="0"/>
              </a:rPr>
              <a:t>Affichage d’une chaine de caractères :</a:t>
            </a:r>
            <a:endParaRPr lang="fr-FR" dirty="0">
              <a:latin typeface="+mn-lt"/>
              <a:cs typeface="Arial" charset="0"/>
            </a:endParaRPr>
          </a:p>
          <a:p>
            <a:pPr lvl="2">
              <a:spcBef>
                <a:spcPts val="600"/>
              </a:spcBef>
              <a:buClr>
                <a:srgbClr val="336666"/>
              </a:buClr>
              <a:buFont typeface="Wingdings" pitchFamily="2" charset="2"/>
              <a:buNone/>
              <a:defRPr/>
            </a:pPr>
            <a:r>
              <a:rPr lang="fr-FR" dirty="0" err="1">
                <a:latin typeface="+mn-lt"/>
                <a:cs typeface="Arial" charset="0"/>
              </a:rPr>
              <a:t>print</a:t>
            </a:r>
            <a:r>
              <a:rPr lang="fr-FR" dirty="0">
                <a:latin typeface="+mn-lt"/>
                <a:cs typeface="Arial" charset="0"/>
              </a:rPr>
              <a:t>(</a:t>
            </a:r>
            <a:r>
              <a:rPr lang="fr-FR" dirty="0" err="1">
                <a:latin typeface="+mn-lt"/>
                <a:cs typeface="Arial" charset="0"/>
              </a:rPr>
              <a:t>Ch</a:t>
            </a:r>
            <a:r>
              <a:rPr lang="fr-FR" dirty="0">
                <a:latin typeface="+mn-lt"/>
                <a:cs typeface="Arial" charset="0"/>
              </a:rPr>
              <a:t>)</a:t>
            </a:r>
          </a:p>
          <a:p>
            <a:pPr lvl="1">
              <a:spcBef>
                <a:spcPts val="600"/>
              </a:spcBef>
              <a:buClr>
                <a:srgbClr val="336666"/>
              </a:buClr>
              <a:buFont typeface="Wingdings" pitchFamily="2" charset="2"/>
              <a:buNone/>
              <a:defRPr/>
            </a:pPr>
            <a:r>
              <a:rPr lang="fr-FR" b="1" dirty="0">
                <a:latin typeface="+mn-lt"/>
                <a:cs typeface="Arial" charset="0"/>
              </a:rPr>
              <a:t>Accès à un caractère d’une chaine</a:t>
            </a:r>
            <a:endParaRPr lang="fr-FR" dirty="0">
              <a:latin typeface="+mn-lt"/>
              <a:cs typeface="Arial" charset="0"/>
            </a:endParaRPr>
          </a:p>
          <a:p>
            <a:pPr lvl="2">
              <a:spcBef>
                <a:spcPts val="600"/>
              </a:spcBef>
              <a:buClr>
                <a:srgbClr val="336666"/>
              </a:buClr>
              <a:buFont typeface="Wingdings" pitchFamily="2" charset="2"/>
              <a:buNone/>
              <a:defRPr/>
            </a:pPr>
            <a:r>
              <a:rPr lang="fr-FR" dirty="0" err="1">
                <a:latin typeface="+mn-lt"/>
                <a:cs typeface="Arial" charset="0"/>
              </a:rPr>
              <a:t>nomChaine</a:t>
            </a:r>
            <a:r>
              <a:rPr lang="fr-FR" dirty="0">
                <a:latin typeface="+mn-lt"/>
                <a:cs typeface="Arial" charset="0"/>
              </a:rPr>
              <a:t>[indice] </a:t>
            </a:r>
          </a:p>
          <a:p>
            <a:pPr lvl="2">
              <a:spcBef>
                <a:spcPts val="600"/>
              </a:spcBef>
              <a:spcAft>
                <a:spcPts val="1200"/>
              </a:spcAft>
              <a:buClr>
                <a:srgbClr val="336666"/>
              </a:buClr>
              <a:buFont typeface="Wingdings" pitchFamily="2" charset="2"/>
              <a:buNone/>
              <a:defRPr/>
            </a:pPr>
            <a:r>
              <a:rPr lang="fr-FR" b="1" dirty="0">
                <a:latin typeface="+mn-lt"/>
                <a:cs typeface="Arial" charset="0"/>
              </a:rPr>
              <a:t> Remarque : </a:t>
            </a:r>
            <a:r>
              <a:rPr lang="fr-FR" dirty="0">
                <a:latin typeface="+mn-lt"/>
                <a:cs typeface="Arial" charset="0"/>
              </a:rPr>
              <a:t>En Python, les indices commencent de 0</a:t>
            </a:r>
          </a:p>
          <a:p>
            <a:pPr marL="0" lvl="2" indent="273050">
              <a:spcBef>
                <a:spcPts val="600"/>
              </a:spcBef>
              <a:buClr>
                <a:srgbClr val="336666"/>
              </a:buClr>
              <a:buFont typeface="Wingdings" pitchFamily="2" charset="2"/>
              <a:buChar char="§"/>
              <a:defRPr/>
            </a:pPr>
            <a:r>
              <a:rPr lang="x-none" b="1" i="1">
                <a:solidFill>
                  <a:srgbClr val="0000FF"/>
                </a:solidFill>
                <a:latin typeface="+mn-lt"/>
                <a:cs typeface="Arial" charset="0"/>
              </a:rPr>
              <a:t>Opérations sur les chaînes d</a:t>
            </a:r>
            <a:r>
              <a:rPr lang="fr-FR" b="1" i="1" dirty="0">
                <a:solidFill>
                  <a:srgbClr val="0000FF"/>
                </a:solidFill>
                <a:latin typeface="+mn-lt"/>
                <a:cs typeface="Arial" charset="0"/>
              </a:rPr>
              <a:t>e</a:t>
            </a:r>
            <a:r>
              <a:rPr lang="x-none" b="1" i="1">
                <a:solidFill>
                  <a:srgbClr val="0000FF"/>
                </a:solidFill>
                <a:latin typeface="+mn-lt"/>
                <a:cs typeface="Arial" charset="0"/>
              </a:rPr>
              <a:t> caractères</a:t>
            </a:r>
            <a:endParaRPr lang="fr-FR" b="1" i="1" dirty="0">
              <a:solidFill>
                <a:srgbClr val="0000FF"/>
              </a:solidFill>
              <a:latin typeface="+mn-lt"/>
              <a:cs typeface="Arial" charset="0"/>
            </a:endParaRPr>
          </a:p>
          <a:p>
            <a:pPr lvl="2">
              <a:spcBef>
                <a:spcPts val="600"/>
              </a:spcBef>
              <a:buClr>
                <a:srgbClr val="336666"/>
              </a:buClr>
              <a:buFont typeface="Wingdings" pitchFamily="2" charset="2"/>
              <a:buNone/>
              <a:defRPr/>
            </a:pPr>
            <a:endParaRPr lang="fr-FR" dirty="0">
              <a:cs typeface="Arial" charset="0"/>
            </a:endParaRPr>
          </a:p>
        </p:txBody>
      </p:sp>
      <p:pic>
        <p:nvPicPr>
          <p:cNvPr id="84994" name="Picture 2"/>
          <p:cNvPicPr>
            <a:picLocks noChangeAspect="1" noChangeArrowheads="1"/>
          </p:cNvPicPr>
          <p:nvPr/>
        </p:nvPicPr>
        <p:blipFill>
          <a:blip r:embed="rId4"/>
          <a:srcRect/>
          <a:stretch>
            <a:fillRect/>
          </a:stretch>
        </p:blipFill>
        <p:spPr bwMode="auto">
          <a:xfrm>
            <a:off x="2286000" y="4572000"/>
            <a:ext cx="4714875" cy="2214563"/>
          </a:xfrm>
          <a:prstGeom prst="rect">
            <a:avLst/>
          </a:prstGeom>
          <a:noFill/>
          <a:ln w="9525" algn="ctr">
            <a:noFill/>
            <a:miter lim="800000"/>
            <a:headEnd/>
            <a:tailEnd/>
          </a:ln>
        </p:spPr>
      </p:pic>
    </p:spTree>
    <p:custDataLst>
      <p:tags r:id="rId1"/>
    </p:custDataLst>
    <p:extLst>
      <p:ext uri="{BB962C8B-B14F-4D97-AF65-F5344CB8AC3E}">
        <p14:creationId xmlns:p14="http://schemas.microsoft.com/office/powerpoint/2010/main" val="856038648"/>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
                                            <p:txEl>
                                              <p:pRg st="8" end="8"/>
                                            </p:txEl>
                                          </p:spTgt>
                                        </p:tgtEl>
                                        <p:attrNameLst>
                                          <p:attrName>style.visibility</p:attrName>
                                        </p:attrNameLst>
                                      </p:cBhvr>
                                      <p:to>
                                        <p:strVal val="visible"/>
                                      </p:to>
                                    </p:set>
                                    <p:animEffect transition="in" filter="checkerboard(across)">
                                      <p:cBhvr>
                                        <p:cTn id="7" dur="500"/>
                                        <p:tgtEl>
                                          <p:spTgt spid="11">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4994"/>
                                        </p:tgtEl>
                                        <p:attrNameLst>
                                          <p:attrName>style.visibility</p:attrName>
                                        </p:attrNameLst>
                                      </p:cBhvr>
                                      <p:to>
                                        <p:strVal val="visible"/>
                                      </p:to>
                                    </p:set>
                                    <p:animEffect transition="in" filter="checkerboard(across)">
                                      <p:cBhvr>
                                        <p:cTn id="12" dur="500"/>
                                        <p:tgtEl>
                                          <p:spTgt spid="8499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
                                            <p:txEl>
                                              <p:pRg st="8" end="8"/>
                                            </p:txEl>
                                          </p:spTgt>
                                        </p:tgtEl>
                                        <p:attrNameLst>
                                          <p:attrName>style.visibility</p:attrName>
                                        </p:attrNameLst>
                                      </p:cBhvr>
                                      <p:to>
                                        <p:strVal val="visible"/>
                                      </p:to>
                                    </p:set>
                                    <p:animEffect transition="in" filter="checkerboard(across)">
                                      <p:cBhvr>
                                        <p:cTn id="17" dur="500"/>
                                        <p:tgtEl>
                                          <p:spTgt spid="11">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4994"/>
                                        </p:tgtEl>
                                        <p:attrNameLst>
                                          <p:attrName>style.visibility</p:attrName>
                                        </p:attrNameLst>
                                      </p:cBhvr>
                                      <p:to>
                                        <p:strVal val="visible"/>
                                      </p:to>
                                    </p:set>
                                    <p:animEffect transition="in" filter="checkerboard(across)">
                                      <p:cBhvr>
                                        <p:cTn id="22" dur="500"/>
                                        <p:tgtEl>
                                          <p:spTgt spid="84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9"/>
          <p:cNvSpPr txBox="1">
            <a:spLocks noChangeArrowheads="1"/>
          </p:cNvSpPr>
          <p:nvPr/>
        </p:nvSpPr>
        <p:spPr bwMode="auto">
          <a:xfrm>
            <a:off x="971550" y="0"/>
            <a:ext cx="8172450" cy="369888"/>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1454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r>
              <a:rPr lang="fr-FR" sz="2400" b="1">
                <a:solidFill>
                  <a:srgbClr val="000000"/>
                </a:solidFill>
                <a:latin typeface="Arial" pitchFamily="34" charset="0"/>
              </a:rPr>
              <a:t>les chaînes de caractères</a:t>
            </a:r>
          </a:p>
        </p:txBody>
      </p:sp>
      <p:sp>
        <p:nvSpPr>
          <p:cNvPr id="11" name="Rectangle 10"/>
          <p:cNvSpPr/>
          <p:nvPr/>
        </p:nvSpPr>
        <p:spPr>
          <a:xfrm>
            <a:off x="714375" y="1000125"/>
            <a:ext cx="8143875" cy="3246438"/>
          </a:xfrm>
          <a:prstGeom prst="rect">
            <a:avLst/>
          </a:prstGeom>
        </p:spPr>
        <p:txBody>
          <a:bodyPr>
            <a:spAutoFit/>
          </a:bodyPr>
          <a:lstStyle/>
          <a:p>
            <a:pPr indent="273050">
              <a:spcBef>
                <a:spcPct val="50000"/>
              </a:spcBef>
              <a:buClr>
                <a:srgbClr val="336666"/>
              </a:buClr>
              <a:buFont typeface="Wingdings" pitchFamily="2" charset="2"/>
              <a:buChar char="§"/>
              <a:defRPr/>
            </a:pPr>
            <a:r>
              <a:rPr lang="fr-FR" b="1" i="1" dirty="0">
                <a:solidFill>
                  <a:srgbClr val="0000FF"/>
                </a:solidFill>
                <a:latin typeface="+mn-lt"/>
                <a:cs typeface="Arial" charset="0"/>
              </a:rPr>
              <a:t>Les fonctions / Les méthodes de chaînes de caractères</a:t>
            </a:r>
          </a:p>
          <a:p>
            <a:pPr lvl="1" algn="just">
              <a:spcBef>
                <a:spcPct val="50000"/>
              </a:spcBef>
              <a:buClr>
                <a:srgbClr val="336666"/>
              </a:buClr>
              <a:buFont typeface="Wingdings" pitchFamily="2" charset="2"/>
              <a:buChar char="ü"/>
              <a:defRPr/>
            </a:pPr>
            <a:r>
              <a:rPr lang="fr-FR" dirty="0">
                <a:latin typeface="+mn-lt"/>
                <a:cs typeface="Arial" charset="0"/>
              </a:rPr>
              <a:t>On peut agir sur une chaîne (et plus généralement sur une séquence) en utilisant des fonctions (notion procédurale) ou des méthodes (notion objet).</a:t>
            </a:r>
          </a:p>
          <a:p>
            <a:pPr lvl="1" algn="just">
              <a:spcBef>
                <a:spcPct val="50000"/>
              </a:spcBef>
              <a:spcAft>
                <a:spcPts val="1200"/>
              </a:spcAft>
              <a:buClr>
                <a:srgbClr val="336666"/>
              </a:buClr>
              <a:buFont typeface="Wingdings" pitchFamily="2" charset="2"/>
              <a:buChar char="ü"/>
              <a:defRPr/>
            </a:pPr>
            <a:r>
              <a:rPr lang="fr-FR" dirty="0">
                <a:latin typeface="+mn-lt"/>
                <a:cs typeface="Arial" charset="0"/>
              </a:rPr>
              <a:t> Pour appliquer une fonction, on utilise l'opérateur () appliqué à la chaîne.</a:t>
            </a:r>
          </a:p>
          <a:p>
            <a:pPr marL="171450" lvl="1" indent="-6350">
              <a:spcBef>
                <a:spcPct val="50000"/>
              </a:spcBef>
              <a:buClr>
                <a:srgbClr val="336666"/>
              </a:buClr>
              <a:buFont typeface="Arial" pitchFamily="34" charset="0"/>
              <a:buChar char="•"/>
              <a:defRPr/>
            </a:pPr>
            <a:r>
              <a:rPr lang="fr-FR" b="1" i="1" dirty="0">
                <a:solidFill>
                  <a:schemeClr val="tx1">
                    <a:lumMod val="50000"/>
                  </a:schemeClr>
                </a:solidFill>
                <a:latin typeface="+mn-lt"/>
                <a:cs typeface="Arial" charset="0"/>
              </a:rPr>
              <a:t> Les fonctions</a:t>
            </a:r>
          </a:p>
          <a:p>
            <a:pPr lvl="2">
              <a:spcBef>
                <a:spcPts val="600"/>
              </a:spcBef>
              <a:buClr>
                <a:srgbClr val="336666"/>
              </a:buClr>
              <a:buFont typeface="Wingdings" pitchFamily="2" charset="2"/>
              <a:buNone/>
              <a:defRPr/>
            </a:pPr>
            <a:endParaRPr lang="fr-FR" dirty="0">
              <a:cs typeface="Arial" charset="0"/>
            </a:endParaRPr>
          </a:p>
        </p:txBody>
      </p:sp>
      <p:pic>
        <p:nvPicPr>
          <p:cNvPr id="52230" name="Picture 2"/>
          <p:cNvPicPr>
            <a:picLocks noChangeAspect="1" noChangeArrowheads="1"/>
          </p:cNvPicPr>
          <p:nvPr/>
        </p:nvPicPr>
        <p:blipFill>
          <a:blip r:embed="rId4"/>
          <a:srcRect/>
          <a:stretch>
            <a:fillRect/>
          </a:stretch>
        </p:blipFill>
        <p:spPr bwMode="auto">
          <a:xfrm>
            <a:off x="1071563" y="3929063"/>
            <a:ext cx="4554537" cy="2143125"/>
          </a:xfrm>
          <a:prstGeom prst="rect">
            <a:avLst/>
          </a:prstGeom>
          <a:noFill/>
          <a:ln w="9525" algn="ctr">
            <a:noFill/>
            <a:miter lim="800000"/>
            <a:headEnd/>
            <a:tailEnd/>
          </a:ln>
        </p:spPr>
      </p:pic>
      <p:sp>
        <p:nvSpPr>
          <p:cNvPr id="12" name="Rectangle 11"/>
          <p:cNvSpPr/>
          <p:nvPr/>
        </p:nvSpPr>
        <p:spPr>
          <a:xfrm>
            <a:off x="5715000" y="4216400"/>
            <a:ext cx="3214688" cy="1970088"/>
          </a:xfrm>
          <a:prstGeom prst="rect">
            <a:avLst/>
          </a:prstGeom>
        </p:spPr>
        <p:txBody>
          <a:bodyPr>
            <a:spAutoFit/>
          </a:bodyPr>
          <a:lstStyle/>
          <a:p>
            <a:pPr>
              <a:spcBef>
                <a:spcPct val="50000"/>
              </a:spcBef>
              <a:buClr>
                <a:srgbClr val="336666"/>
              </a:buClr>
              <a:buFont typeface="Wingdings" pitchFamily="2" charset="2"/>
              <a:buNone/>
              <a:defRPr/>
            </a:pPr>
            <a:r>
              <a:rPr lang="x-none" b="1" i="1" u="sng">
                <a:solidFill>
                  <a:srgbClr val="7030A0"/>
                </a:solidFill>
                <a:latin typeface="+mn-lt"/>
                <a:cs typeface="Arial" charset="0"/>
              </a:rPr>
              <a:t>Exemple :</a:t>
            </a:r>
            <a:endParaRPr lang="fr-FR" b="1" i="1" u="sng" dirty="0">
              <a:solidFill>
                <a:srgbClr val="7030A0"/>
              </a:solidFill>
              <a:latin typeface="+mn-lt"/>
              <a:cs typeface="Arial" charset="0"/>
            </a:endParaRPr>
          </a:p>
          <a:p>
            <a:pPr lvl="1">
              <a:spcBef>
                <a:spcPct val="50000"/>
              </a:spcBef>
              <a:buClr>
                <a:srgbClr val="336666"/>
              </a:buClr>
              <a:buFont typeface="Wingdings" pitchFamily="2" charset="2"/>
              <a:buNone/>
              <a:defRPr/>
            </a:pPr>
            <a:r>
              <a:rPr lang="fr-FR" sz="1800" b="1" dirty="0">
                <a:solidFill>
                  <a:srgbClr val="7030A0"/>
                </a:solidFill>
                <a:latin typeface="Courier New" pitchFamily="49" charset="0"/>
                <a:cs typeface="Courier New" pitchFamily="49" charset="0"/>
              </a:rPr>
              <a:t>&gt;&gt;&gt; ch1 = "abc"</a:t>
            </a:r>
          </a:p>
          <a:p>
            <a:pPr lvl="1">
              <a:spcBef>
                <a:spcPct val="50000"/>
              </a:spcBef>
              <a:buClr>
                <a:srgbClr val="336666"/>
              </a:buClr>
              <a:buFont typeface="Wingdings" pitchFamily="2" charset="2"/>
              <a:buNone/>
              <a:defRPr/>
            </a:pPr>
            <a:r>
              <a:rPr lang="fr-FR" sz="1800" b="1" dirty="0">
                <a:solidFill>
                  <a:srgbClr val="7030A0"/>
                </a:solidFill>
                <a:latin typeface="Courier New" pitchFamily="49" charset="0"/>
                <a:cs typeface="Courier New" pitchFamily="49" charset="0"/>
              </a:rPr>
              <a:t>&gt;&gt;&gt; long = </a:t>
            </a:r>
            <a:r>
              <a:rPr lang="fr-FR" sz="1800" b="1" dirty="0" err="1">
                <a:solidFill>
                  <a:srgbClr val="7030A0"/>
                </a:solidFill>
                <a:latin typeface="Courier New" pitchFamily="49" charset="0"/>
                <a:cs typeface="Courier New" pitchFamily="49" charset="0"/>
              </a:rPr>
              <a:t>len</a:t>
            </a:r>
            <a:r>
              <a:rPr lang="fr-FR" sz="1800" b="1" dirty="0">
                <a:solidFill>
                  <a:srgbClr val="7030A0"/>
                </a:solidFill>
                <a:latin typeface="Courier New" pitchFamily="49" charset="0"/>
                <a:cs typeface="Courier New" pitchFamily="49" charset="0"/>
              </a:rPr>
              <a:t>(ch1)</a:t>
            </a:r>
          </a:p>
          <a:p>
            <a:pPr lvl="1">
              <a:spcBef>
                <a:spcPct val="50000"/>
              </a:spcBef>
              <a:buClr>
                <a:srgbClr val="336666"/>
              </a:buClr>
              <a:buFont typeface="Wingdings" pitchFamily="2" charset="2"/>
              <a:buNone/>
              <a:defRPr/>
            </a:pPr>
            <a:r>
              <a:rPr lang="fr-FR" sz="1800" b="1" dirty="0">
                <a:solidFill>
                  <a:srgbClr val="7030A0"/>
                </a:solidFill>
                <a:latin typeface="Courier New" pitchFamily="49" charset="0"/>
                <a:cs typeface="Courier New" pitchFamily="49" charset="0"/>
              </a:rPr>
              <a:t>3</a:t>
            </a:r>
          </a:p>
        </p:txBody>
      </p:sp>
    </p:spTree>
    <p:custDataLst>
      <p:tags r:id="rId1"/>
    </p:custDataLst>
    <p:extLst>
      <p:ext uri="{BB962C8B-B14F-4D97-AF65-F5344CB8AC3E}">
        <p14:creationId xmlns:p14="http://schemas.microsoft.com/office/powerpoint/2010/main" val="1578688430"/>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checkerboard(across)">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
                                            <p:txEl>
                                              <p:pRg st="3" end="3"/>
                                            </p:txEl>
                                          </p:spTgt>
                                        </p:tgtEl>
                                        <p:attrNameLst>
                                          <p:attrName>style.visibility</p:attrName>
                                        </p:attrNameLst>
                                      </p:cBhvr>
                                      <p:to>
                                        <p:strVal val="visible"/>
                                      </p:to>
                                    </p:set>
                                    <p:animEffect transition="in" filter="checkerboard(across)">
                                      <p:cBhvr>
                                        <p:cTn id="12" dur="500"/>
                                        <p:tgtEl>
                                          <p:spTgt spid="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2230"/>
                                        </p:tgtEl>
                                        <p:attrNameLst>
                                          <p:attrName>style.visibility</p:attrName>
                                        </p:attrNameLst>
                                      </p:cBhvr>
                                      <p:to>
                                        <p:strVal val="visible"/>
                                      </p:to>
                                    </p:set>
                                    <p:animEffect transition="in" filter="checkerboard(across)">
                                      <p:cBhvr>
                                        <p:cTn id="17" dur="500"/>
                                        <p:tgtEl>
                                          <p:spTgt spid="52230"/>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heckerboard(across)">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9"/>
          <p:cNvSpPr txBox="1">
            <a:spLocks noChangeArrowheads="1"/>
          </p:cNvSpPr>
          <p:nvPr/>
        </p:nvSpPr>
        <p:spPr bwMode="auto">
          <a:xfrm>
            <a:off x="971550" y="0"/>
            <a:ext cx="8172450" cy="369888"/>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146435"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r>
              <a:rPr lang="fr-FR" sz="2400" b="1">
                <a:solidFill>
                  <a:srgbClr val="000000"/>
                </a:solidFill>
                <a:latin typeface="Arial" pitchFamily="34" charset="0"/>
              </a:rPr>
              <a:t>les chaînes de caractères</a:t>
            </a:r>
          </a:p>
        </p:txBody>
      </p:sp>
      <p:sp>
        <p:nvSpPr>
          <p:cNvPr id="11" name="Rectangle 10"/>
          <p:cNvSpPr/>
          <p:nvPr/>
        </p:nvSpPr>
        <p:spPr>
          <a:xfrm>
            <a:off x="714375" y="939800"/>
            <a:ext cx="8143875" cy="2170113"/>
          </a:xfrm>
          <a:prstGeom prst="rect">
            <a:avLst/>
          </a:prstGeom>
        </p:spPr>
        <p:txBody>
          <a:bodyPr>
            <a:spAutoFit/>
          </a:bodyPr>
          <a:lstStyle/>
          <a:p>
            <a:pPr lvl="1" algn="just">
              <a:spcBef>
                <a:spcPct val="50000"/>
              </a:spcBef>
              <a:buClr>
                <a:srgbClr val="336666"/>
              </a:buClr>
              <a:buFont typeface="Arial" pitchFamily="34" charset="0"/>
              <a:buChar char="•"/>
              <a:defRPr/>
            </a:pPr>
            <a:r>
              <a:rPr lang="fr-FR" b="1" i="1" dirty="0">
                <a:solidFill>
                  <a:schemeClr val="tx1">
                    <a:lumMod val="50000"/>
                  </a:schemeClr>
                </a:solidFill>
                <a:latin typeface="+mn-lt"/>
                <a:cs typeface="Arial" charset="0"/>
              </a:rPr>
              <a:t>Les méthodes</a:t>
            </a:r>
          </a:p>
          <a:p>
            <a:pPr marL="0" lvl="1" algn="just">
              <a:spcBef>
                <a:spcPts val="0"/>
              </a:spcBef>
              <a:buClr>
                <a:srgbClr val="336666"/>
              </a:buClr>
              <a:buFont typeface="Wingdings" pitchFamily="2" charset="2"/>
              <a:buNone/>
              <a:defRPr/>
            </a:pPr>
            <a:r>
              <a:rPr lang="fr-FR" dirty="0">
                <a:latin typeface="+mn-lt"/>
                <a:cs typeface="Arial" charset="0"/>
              </a:rPr>
              <a:t>On applique une méthode à un objet en utilisant la notation pointée entre la donnée/variable à laquelle on applique la méthode, et le nom de la méthode suivi de l'opérateur </a:t>
            </a:r>
            <a:r>
              <a:rPr lang="fr-FR" b="1" dirty="0">
                <a:latin typeface="+mn-lt"/>
                <a:cs typeface="Arial" charset="0"/>
              </a:rPr>
              <a:t>() </a:t>
            </a:r>
            <a:r>
              <a:rPr lang="fr-FR" dirty="0">
                <a:latin typeface="+mn-lt"/>
                <a:cs typeface="Arial" charset="0"/>
              </a:rPr>
              <a:t>appliqué à   la méthode.</a:t>
            </a:r>
          </a:p>
          <a:p>
            <a:pPr lvl="1" algn="just">
              <a:spcBef>
                <a:spcPct val="50000"/>
              </a:spcBef>
              <a:buClr>
                <a:srgbClr val="336666"/>
              </a:buClr>
              <a:buFont typeface="Wingdings" pitchFamily="2" charset="2"/>
              <a:buNone/>
              <a:defRPr/>
            </a:pPr>
            <a:endParaRPr lang="fr-FR" b="1" i="1" dirty="0">
              <a:solidFill>
                <a:schemeClr val="tx1">
                  <a:lumMod val="50000"/>
                </a:schemeClr>
              </a:solidFill>
              <a:latin typeface="+mn-lt"/>
              <a:cs typeface="Arial" charset="0"/>
            </a:endParaRPr>
          </a:p>
          <a:p>
            <a:pPr lvl="2">
              <a:spcBef>
                <a:spcPts val="600"/>
              </a:spcBef>
              <a:buClr>
                <a:srgbClr val="336666"/>
              </a:buClr>
              <a:buFont typeface="Wingdings" pitchFamily="2" charset="2"/>
              <a:buNone/>
              <a:defRPr/>
            </a:pPr>
            <a:endParaRPr lang="fr-FR" dirty="0">
              <a:cs typeface="Arial" charset="0"/>
            </a:endParaRPr>
          </a:p>
        </p:txBody>
      </p:sp>
      <p:graphicFrame>
        <p:nvGraphicFramePr>
          <p:cNvPr id="9" name="Tableau 8"/>
          <p:cNvGraphicFramePr>
            <a:graphicFrameLocks noGrp="1"/>
          </p:cNvGraphicFramePr>
          <p:nvPr>
            <p:extLst>
              <p:ext uri="{D42A27DB-BD31-4B8C-83A1-F6EECF244321}">
                <p14:modId xmlns:p14="http://schemas.microsoft.com/office/powerpoint/2010/main" val="1893645265"/>
              </p:ext>
            </p:extLst>
          </p:nvPr>
        </p:nvGraphicFramePr>
        <p:xfrm>
          <a:off x="500063" y="2286000"/>
          <a:ext cx="8215370" cy="3977640"/>
        </p:xfrm>
        <a:graphic>
          <a:graphicData uri="http://schemas.openxmlformats.org/drawingml/2006/table">
            <a:tbl>
              <a:tblPr/>
              <a:tblGrid>
                <a:gridCol w="1711535"/>
                <a:gridCol w="6503835"/>
              </a:tblGrid>
              <a:tr h="351692">
                <a:tc>
                  <a:txBody>
                    <a:bodyPr/>
                    <a:lstStyle/>
                    <a:p>
                      <a:pPr marL="215900" indent="215900" algn="just">
                        <a:lnSpc>
                          <a:spcPct val="150000"/>
                        </a:lnSpc>
                        <a:spcAft>
                          <a:spcPts val="0"/>
                        </a:spcAft>
                      </a:pPr>
                      <a:r>
                        <a:rPr lang="fr-FR" sz="1600" b="1" dirty="0">
                          <a:latin typeface="+mn-lt"/>
                          <a:ea typeface="MS Mincho"/>
                          <a:cs typeface="Arial (W1)"/>
                        </a:rPr>
                        <a:t>Méthode</a:t>
                      </a:r>
                      <a:endParaRPr lang="fr-FR" sz="1600"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31115" indent="215900" algn="just">
                        <a:lnSpc>
                          <a:spcPct val="150000"/>
                        </a:lnSpc>
                        <a:spcAft>
                          <a:spcPts val="0"/>
                        </a:spcAft>
                      </a:pPr>
                      <a:r>
                        <a:rPr lang="fr-FR" sz="1600" b="1" dirty="0">
                          <a:latin typeface="+mn-lt"/>
                          <a:ea typeface="MS Mincho"/>
                          <a:cs typeface="Arial (W1)"/>
                        </a:rPr>
                        <a:t>signification</a:t>
                      </a:r>
                      <a:endParaRPr lang="fr-FR" sz="1600"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351692">
                <a:tc>
                  <a:txBody>
                    <a:bodyPr/>
                    <a:lstStyle/>
                    <a:p>
                      <a:pPr marL="49530" indent="215900" algn="just">
                        <a:lnSpc>
                          <a:spcPct val="150000"/>
                        </a:lnSpc>
                        <a:spcAft>
                          <a:spcPts val="0"/>
                        </a:spcAft>
                      </a:pPr>
                      <a:r>
                        <a:rPr lang="fr-FR" sz="1600" b="1" dirty="0">
                          <a:latin typeface="+mn-lt"/>
                          <a:ea typeface="MS Mincho"/>
                          <a:cs typeface="Arial (W1)"/>
                        </a:rPr>
                        <a:t>count(chars)</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dirty="0">
                          <a:latin typeface="+mn-lt"/>
                          <a:ea typeface="MS Mincho"/>
                          <a:cs typeface="Arial (W1)"/>
                        </a:rPr>
                        <a:t>retourne le nombre d’occurrences de chars dans la chaîne</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upper</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a:latin typeface="+mn-lt"/>
                          <a:ea typeface="MS Mincho"/>
                          <a:cs typeface="Arial (W1)"/>
                        </a:rPr>
                        <a:t>retourne l’équivalent en majuscule de la chaîne </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lower</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dirty="0">
                          <a:latin typeface="+mn-lt"/>
                          <a:ea typeface="MS Mincho"/>
                          <a:cs typeface="Arial (W1)"/>
                        </a:rPr>
                        <a:t>retourne l’équivalent en minuscule de la chaîne </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isupper</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a:latin typeface="+mn-lt"/>
                          <a:ea typeface="MS Mincho"/>
                          <a:cs typeface="Arial (W1)"/>
                        </a:rPr>
                        <a:t>retourne </a:t>
                      </a:r>
                      <a:r>
                        <a:rPr lang="fr-FR" sz="1600" b="1">
                          <a:latin typeface="+mn-lt"/>
                          <a:ea typeface="MS Mincho"/>
                          <a:cs typeface="Arial (W1)"/>
                        </a:rPr>
                        <a:t>True</a:t>
                      </a:r>
                      <a:r>
                        <a:rPr lang="fr-FR" sz="1600">
                          <a:latin typeface="+mn-lt"/>
                          <a:ea typeface="MS Mincho"/>
                          <a:cs typeface="Arial (W1)"/>
                        </a:rPr>
                        <a:t> si la chaîne ne contient que des majuscules</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islower</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a:latin typeface="+mn-lt"/>
                          <a:ea typeface="MS Mincho"/>
                          <a:cs typeface="Arial (W1)"/>
                        </a:rPr>
                        <a:t>retourne </a:t>
                      </a:r>
                      <a:r>
                        <a:rPr lang="fr-FR" sz="1600" b="1">
                          <a:latin typeface="+mn-lt"/>
                          <a:ea typeface="MS Mincho"/>
                          <a:cs typeface="Arial (W1)"/>
                        </a:rPr>
                        <a:t>True</a:t>
                      </a:r>
                      <a:r>
                        <a:rPr lang="fr-FR" sz="1600">
                          <a:latin typeface="+mn-lt"/>
                          <a:ea typeface="MS Mincho"/>
                          <a:cs typeface="Arial (W1)"/>
                        </a:rPr>
                        <a:t> si la chaîne ne contient que des minuscules</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isalnum</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dirty="0">
                          <a:latin typeface="+mn-lt"/>
                          <a:ea typeface="MS Mincho"/>
                          <a:cs typeface="Arial (W1)"/>
                        </a:rPr>
                        <a:t>retourne </a:t>
                      </a:r>
                      <a:r>
                        <a:rPr lang="fr-FR" sz="1600" b="1" dirty="0" err="1">
                          <a:latin typeface="+mn-lt"/>
                          <a:ea typeface="MS Mincho"/>
                          <a:cs typeface="Arial (W1)"/>
                        </a:rPr>
                        <a:t>True</a:t>
                      </a:r>
                      <a:r>
                        <a:rPr lang="fr-FR" sz="1600" dirty="0">
                          <a:latin typeface="+mn-lt"/>
                          <a:ea typeface="MS Mincho"/>
                          <a:cs typeface="Arial (W1)"/>
                        </a:rPr>
                        <a:t> si la chaîne ne contient que des alphanumériques</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isalpha</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a:latin typeface="+mn-lt"/>
                          <a:ea typeface="MS Mincho"/>
                          <a:cs typeface="Arial (W1)"/>
                        </a:rPr>
                        <a:t>retourne </a:t>
                      </a:r>
                      <a:r>
                        <a:rPr lang="fr-FR" sz="1600" b="1">
                          <a:latin typeface="+mn-lt"/>
                          <a:ea typeface="MS Mincho"/>
                          <a:cs typeface="Arial (W1)"/>
                        </a:rPr>
                        <a:t>True</a:t>
                      </a:r>
                      <a:r>
                        <a:rPr lang="fr-FR" sz="1600">
                          <a:latin typeface="+mn-lt"/>
                          <a:ea typeface="MS Mincho"/>
                          <a:cs typeface="Arial (W1)"/>
                        </a:rPr>
                        <a:t> si la chaîne ne contient que des alphabétiques</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isdigit</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dirty="0">
                          <a:latin typeface="+mn-lt"/>
                          <a:ea typeface="MS Mincho"/>
                          <a:cs typeface="Arial (W1)"/>
                        </a:rPr>
                        <a:t>retourne </a:t>
                      </a:r>
                      <a:r>
                        <a:rPr lang="fr-FR" sz="1600" b="1" dirty="0" err="1">
                          <a:latin typeface="+mn-lt"/>
                          <a:ea typeface="MS Mincho"/>
                          <a:cs typeface="Arial (W1)"/>
                        </a:rPr>
                        <a:t>True</a:t>
                      </a:r>
                      <a:r>
                        <a:rPr lang="fr-FR" sz="1600" dirty="0">
                          <a:latin typeface="+mn-lt"/>
                          <a:ea typeface="MS Mincho"/>
                          <a:cs typeface="Arial (W1)"/>
                        </a:rPr>
                        <a:t> si la chaîne ne contient que des numériques</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692">
                <a:tc>
                  <a:txBody>
                    <a:bodyPr/>
                    <a:lstStyle/>
                    <a:p>
                      <a:pPr marL="49530" indent="215900" algn="just">
                        <a:lnSpc>
                          <a:spcPct val="150000"/>
                        </a:lnSpc>
                        <a:spcAft>
                          <a:spcPts val="0"/>
                        </a:spcAft>
                      </a:pPr>
                      <a:r>
                        <a:rPr lang="fr-FR" sz="1600" b="1" dirty="0" err="1">
                          <a:latin typeface="+mn-lt"/>
                          <a:ea typeface="MS Mincho"/>
                          <a:cs typeface="Arial (W1)"/>
                        </a:rPr>
                        <a:t>isspace</a:t>
                      </a:r>
                      <a:endParaRPr lang="fr-FR" sz="1600" b="1" dirty="0">
                        <a:latin typeface="+mn-lt"/>
                        <a:ea typeface="MS Mincho"/>
                        <a:cs typeface="Arial (W1)"/>
                      </a:endParaRP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600">
                          <a:latin typeface="+mn-lt"/>
                          <a:ea typeface="MS Mincho"/>
                          <a:cs typeface="Arial (W1)"/>
                        </a:rPr>
                        <a:t>retourne </a:t>
                      </a:r>
                      <a:r>
                        <a:rPr lang="fr-FR" sz="1600" b="1">
                          <a:latin typeface="+mn-lt"/>
                          <a:ea typeface="MS Mincho"/>
                          <a:cs typeface="Arial (W1)"/>
                        </a:rPr>
                        <a:t>True</a:t>
                      </a:r>
                      <a:r>
                        <a:rPr lang="fr-FR" sz="1600">
                          <a:latin typeface="+mn-lt"/>
                          <a:ea typeface="MS Mincho"/>
                          <a:cs typeface="Arial (W1)"/>
                        </a:rPr>
                        <a:t> si la chaîne ne contient que des espaces</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731">
                <a:tc>
                  <a:txBody>
                    <a:bodyPr/>
                    <a:lstStyle/>
                    <a:p>
                      <a:pPr marL="49530" indent="215900" algn="just">
                        <a:lnSpc>
                          <a:spcPct val="150000"/>
                        </a:lnSpc>
                        <a:spcAft>
                          <a:spcPts val="0"/>
                        </a:spcAft>
                      </a:pPr>
                      <a:r>
                        <a:rPr lang="fr-FR" sz="1400" b="1" dirty="0">
                          <a:latin typeface="Georgia"/>
                          <a:ea typeface="MS Mincho"/>
                          <a:cs typeface="Arial (W1)"/>
                        </a:rPr>
                        <a:t>……….</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115" indent="215900" algn="just">
                        <a:lnSpc>
                          <a:spcPct val="150000"/>
                        </a:lnSpc>
                        <a:spcAft>
                          <a:spcPts val="0"/>
                        </a:spcAft>
                      </a:pPr>
                      <a:r>
                        <a:rPr lang="fr-FR" sz="1400" b="1" dirty="0">
                          <a:latin typeface="Georgia"/>
                          <a:ea typeface="MS Mincho"/>
                          <a:cs typeface="Arial (W1)"/>
                        </a:rPr>
                        <a:t>……….……….……….……….</a:t>
                      </a:r>
                    </a:p>
                  </a:txBody>
                  <a:tcPr marL="64225" marR="64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ustDataLst>
      <p:tags r:id="rId1"/>
    </p:custDataLst>
    <p:extLst>
      <p:ext uri="{BB962C8B-B14F-4D97-AF65-F5344CB8AC3E}">
        <p14:creationId xmlns:p14="http://schemas.microsoft.com/office/powerpoint/2010/main" val="70044777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9"/>
          <p:cNvSpPr txBox="1">
            <a:spLocks noChangeArrowheads="1"/>
          </p:cNvSpPr>
          <p:nvPr/>
        </p:nvSpPr>
        <p:spPr bwMode="auto">
          <a:xfrm>
            <a:off x="971550" y="0"/>
            <a:ext cx="8172450" cy="369888"/>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147459"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r>
              <a:rPr lang="fr-FR" sz="2400" b="1">
                <a:solidFill>
                  <a:srgbClr val="000000"/>
                </a:solidFill>
                <a:latin typeface="Arial" pitchFamily="34" charset="0"/>
              </a:rPr>
              <a:t>les chaînes de caractères</a:t>
            </a:r>
          </a:p>
        </p:txBody>
      </p:sp>
      <p:sp>
        <p:nvSpPr>
          <p:cNvPr id="11" name="Rectangle 10"/>
          <p:cNvSpPr/>
          <p:nvPr/>
        </p:nvSpPr>
        <p:spPr>
          <a:xfrm>
            <a:off x="714375" y="968375"/>
            <a:ext cx="8143875" cy="1431161"/>
          </a:xfrm>
          <a:prstGeom prst="rect">
            <a:avLst/>
          </a:prstGeom>
        </p:spPr>
        <p:txBody>
          <a:bodyPr>
            <a:spAutoFit/>
          </a:bodyPr>
          <a:lstStyle/>
          <a:p>
            <a:pPr>
              <a:spcBef>
                <a:spcPts val="600"/>
              </a:spcBef>
              <a:buClr>
                <a:srgbClr val="336666"/>
              </a:buClr>
              <a:buFont typeface="Wingdings" pitchFamily="2" charset="2"/>
              <a:buNone/>
              <a:defRPr/>
            </a:pPr>
            <a:r>
              <a:rPr lang="x-none" b="1" i="1" u="sng">
                <a:solidFill>
                  <a:srgbClr val="7030A0"/>
                </a:solidFill>
                <a:latin typeface="+mn-lt"/>
                <a:cs typeface="Arial" charset="0"/>
              </a:rPr>
              <a:t>Exemple</a:t>
            </a:r>
            <a:endParaRPr lang="fr-FR" b="1" i="1" u="sng" dirty="0">
              <a:solidFill>
                <a:srgbClr val="7030A0"/>
              </a:solidFill>
              <a:latin typeface="+mn-lt"/>
              <a:cs typeface="Arial" charset="0"/>
            </a:endParaRPr>
          </a:p>
          <a:p>
            <a:pPr lvl="1">
              <a:spcBef>
                <a:spcPts val="600"/>
              </a:spcBef>
              <a:buClr>
                <a:srgbClr val="336666"/>
              </a:buClr>
              <a:buFont typeface="Wingdings" pitchFamily="2" charset="2"/>
              <a:buNone/>
              <a:defRPr/>
            </a:pPr>
            <a:r>
              <a:rPr lang="fr-FR" sz="1800" b="1" dirty="0">
                <a:solidFill>
                  <a:srgbClr val="7030A0"/>
                </a:solidFill>
                <a:latin typeface="Courier New" pitchFamily="49" charset="0"/>
                <a:cs typeface="Courier New" pitchFamily="49" charset="0"/>
              </a:rPr>
              <a:t>&gt;&gt;&gt; ch2 = "</a:t>
            </a:r>
            <a:r>
              <a:rPr lang="fr-FR" sz="1800" b="1" dirty="0" smtClean="0">
                <a:solidFill>
                  <a:srgbClr val="7030A0"/>
                </a:solidFill>
                <a:latin typeface="Courier New" pitchFamily="49" charset="0"/>
                <a:cs typeface="Courier New" pitchFamily="49" charset="0"/>
              </a:rPr>
              <a:t>abra"</a:t>
            </a:r>
            <a:endParaRPr lang="fr-FR" sz="1800" b="1" dirty="0">
              <a:solidFill>
                <a:srgbClr val="7030A0"/>
              </a:solidFill>
              <a:latin typeface="Courier New" pitchFamily="49" charset="0"/>
              <a:cs typeface="Courier New" pitchFamily="49" charset="0"/>
            </a:endParaRPr>
          </a:p>
          <a:p>
            <a:pPr lvl="1">
              <a:spcBef>
                <a:spcPts val="600"/>
              </a:spcBef>
              <a:buClr>
                <a:srgbClr val="336666"/>
              </a:buClr>
              <a:buFont typeface="Wingdings" pitchFamily="2" charset="2"/>
              <a:buNone/>
              <a:defRPr/>
            </a:pPr>
            <a:r>
              <a:rPr lang="fr-FR" sz="1800" b="1" dirty="0">
                <a:solidFill>
                  <a:srgbClr val="7030A0"/>
                </a:solidFill>
                <a:latin typeface="Courier New" pitchFamily="49" charset="0"/>
                <a:cs typeface="Courier New" pitchFamily="49" charset="0"/>
              </a:rPr>
              <a:t>&gt;&gt;&gt; ch3 = ch2.</a:t>
            </a:r>
            <a:r>
              <a:rPr lang="fr-FR" sz="1800" b="1" dirty="0" err="1">
                <a:solidFill>
                  <a:srgbClr val="7030A0"/>
                </a:solidFill>
                <a:latin typeface="Courier New" pitchFamily="49" charset="0"/>
                <a:cs typeface="Courier New" pitchFamily="49" charset="0"/>
              </a:rPr>
              <a:t>upper</a:t>
            </a:r>
            <a:r>
              <a:rPr lang="fr-FR" sz="1800" b="1" dirty="0">
                <a:solidFill>
                  <a:srgbClr val="7030A0"/>
                </a:solidFill>
                <a:latin typeface="Courier New" pitchFamily="49" charset="0"/>
                <a:cs typeface="Courier New" pitchFamily="49" charset="0"/>
              </a:rPr>
              <a:t>()</a:t>
            </a:r>
          </a:p>
          <a:p>
            <a:pPr lvl="1">
              <a:spcBef>
                <a:spcPts val="600"/>
              </a:spcBef>
              <a:buClr>
                <a:srgbClr val="336666"/>
              </a:buClr>
              <a:buFont typeface="Wingdings" pitchFamily="2" charset="2"/>
              <a:buNone/>
              <a:defRPr/>
            </a:pPr>
            <a:r>
              <a:rPr lang="fr-FR" sz="1800" b="1" dirty="0" smtClean="0">
                <a:solidFill>
                  <a:srgbClr val="7030A0"/>
                </a:solidFill>
                <a:latin typeface="Courier New" pitchFamily="49" charset="0"/>
                <a:cs typeface="Courier New" pitchFamily="49" charset="0"/>
              </a:rPr>
              <a:t>ABRA</a:t>
            </a:r>
          </a:p>
        </p:txBody>
      </p:sp>
      <p:sp>
        <p:nvSpPr>
          <p:cNvPr id="7" name="Rectangle 6"/>
          <p:cNvSpPr/>
          <p:nvPr/>
        </p:nvSpPr>
        <p:spPr>
          <a:xfrm>
            <a:off x="428625" y="2500313"/>
            <a:ext cx="8286750" cy="4170362"/>
          </a:xfrm>
          <a:prstGeom prst="rect">
            <a:avLst/>
          </a:prstGeom>
        </p:spPr>
        <p:txBody>
          <a:bodyPr>
            <a:spAutoFit/>
          </a:bodyPr>
          <a:lstStyle/>
          <a:p>
            <a:pPr>
              <a:spcBef>
                <a:spcPct val="50000"/>
              </a:spcBef>
              <a:spcAft>
                <a:spcPts val="600"/>
              </a:spcAft>
              <a:buClr>
                <a:srgbClr val="336666"/>
              </a:buClr>
              <a:buFont typeface="Wingdings" pitchFamily="2" charset="2"/>
              <a:buChar char="§"/>
              <a:defRPr/>
            </a:pPr>
            <a:r>
              <a:rPr lang="fr-FR" b="1" i="1" dirty="0">
                <a:solidFill>
                  <a:srgbClr val="0000FF"/>
                </a:solidFill>
                <a:latin typeface="+mn-lt"/>
                <a:cs typeface="Arial" charset="0"/>
              </a:rPr>
              <a:t> </a:t>
            </a:r>
            <a:r>
              <a:rPr lang="x-none" b="1" i="1">
                <a:solidFill>
                  <a:srgbClr val="0000FF"/>
                </a:solidFill>
                <a:latin typeface="+mn-lt"/>
                <a:cs typeface="Arial" charset="0"/>
              </a:rPr>
              <a:t>Accès à un caractère individuel ou à des sous-chaînes</a:t>
            </a:r>
            <a:endParaRPr lang="fr-FR" b="1" i="1" dirty="0">
              <a:solidFill>
                <a:srgbClr val="0000FF"/>
              </a:solidFill>
              <a:latin typeface="+mn-lt"/>
              <a:cs typeface="Arial" charset="0"/>
            </a:endParaRPr>
          </a:p>
          <a:p>
            <a:pPr lvl="1" algn="just">
              <a:spcBef>
                <a:spcPts val="0"/>
              </a:spcBef>
              <a:spcAft>
                <a:spcPts val="600"/>
              </a:spcAft>
              <a:buClr>
                <a:srgbClr val="336666"/>
              </a:buClr>
              <a:buFont typeface="Arial" pitchFamily="34" charset="0"/>
              <a:buChar char="•"/>
              <a:defRPr/>
            </a:pPr>
            <a:r>
              <a:rPr lang="fr-FR" b="1" dirty="0">
                <a:latin typeface="+mn-lt"/>
                <a:cs typeface="Arial" charset="0"/>
              </a:rPr>
              <a:t> Python</a:t>
            </a:r>
            <a:r>
              <a:rPr lang="fr-FR" dirty="0">
                <a:latin typeface="+mn-lt"/>
                <a:cs typeface="Arial" charset="0"/>
              </a:rPr>
              <a:t> offre une méthode simple pour accéder aux caractères contenus dans une chaîne: une chaîne est manipulée comme une séquence indexée de caractères. </a:t>
            </a:r>
          </a:p>
          <a:p>
            <a:pPr lvl="1" algn="just">
              <a:spcBef>
                <a:spcPts val="0"/>
              </a:spcBef>
              <a:spcAft>
                <a:spcPts val="600"/>
              </a:spcAft>
              <a:buClr>
                <a:srgbClr val="336666"/>
              </a:buClr>
              <a:buFont typeface="Arial" pitchFamily="34" charset="0"/>
              <a:buChar char="•"/>
              <a:defRPr/>
            </a:pPr>
            <a:r>
              <a:rPr lang="fr-FR" b="1" i="1" u="sng" dirty="0">
                <a:latin typeface="+mn-lt"/>
                <a:cs typeface="Arial" charset="0"/>
              </a:rPr>
              <a:t> chaque caractère</a:t>
            </a:r>
            <a:r>
              <a:rPr lang="fr-FR" dirty="0">
                <a:latin typeface="+mn-lt"/>
                <a:cs typeface="Arial" charset="0"/>
              </a:rPr>
              <a:t> est accessible directement par son index (le premier étant indexé 0) en utilisation des crochets. </a:t>
            </a:r>
          </a:p>
          <a:p>
            <a:pPr lvl="1" algn="just">
              <a:spcBef>
                <a:spcPts val="0"/>
              </a:spcBef>
              <a:buClr>
                <a:srgbClr val="336666"/>
              </a:buClr>
              <a:buFont typeface="Arial" pitchFamily="34" charset="0"/>
              <a:buChar char="•"/>
              <a:defRPr/>
            </a:pPr>
            <a:r>
              <a:rPr lang="fr-FR" dirty="0">
                <a:latin typeface="+mn-lt"/>
                <a:cs typeface="Arial" charset="0"/>
              </a:rPr>
              <a:t> Il est possible d’accéder à des </a:t>
            </a:r>
            <a:r>
              <a:rPr lang="fr-FR" b="1" i="1" u="sng" dirty="0">
                <a:latin typeface="+mn-lt"/>
                <a:cs typeface="Arial" charset="0"/>
              </a:rPr>
              <a:t>sous-chaînes</a:t>
            </a:r>
            <a:r>
              <a:rPr lang="fr-FR" dirty="0">
                <a:latin typeface="+mn-lt"/>
                <a:cs typeface="Arial" charset="0"/>
              </a:rPr>
              <a:t> en précisant la tranche souhaitée l’index de début (qui est inclus) étant séparé de l’index de fin (qui est exclu) par le caractère </a:t>
            </a:r>
            <a:r>
              <a:rPr lang="fr-FR" b="1" dirty="0">
                <a:latin typeface="+mn-lt"/>
                <a:cs typeface="Arial" charset="0"/>
              </a:rPr>
              <a:t>« : »</a:t>
            </a:r>
            <a:endParaRPr lang="fr-FR" dirty="0">
              <a:latin typeface="+mn-lt"/>
              <a:cs typeface="Arial" charset="0"/>
            </a:endParaRPr>
          </a:p>
          <a:p>
            <a:pPr lvl="1" algn="just">
              <a:spcBef>
                <a:spcPct val="50000"/>
              </a:spcBef>
              <a:buClr>
                <a:srgbClr val="336666"/>
              </a:buClr>
              <a:buFont typeface="Arial" pitchFamily="34" charset="0"/>
              <a:buChar char="•"/>
              <a:defRPr/>
            </a:pPr>
            <a:r>
              <a:rPr lang="fr-FR" dirty="0">
                <a:latin typeface="+mn-lt"/>
                <a:cs typeface="Arial" charset="0"/>
              </a:rPr>
              <a:t> Si l’index de début est manquant, python considère que le début est 0, et si l’index de fin est manquant il prend la longueur de la chaîne.</a:t>
            </a:r>
          </a:p>
        </p:txBody>
      </p:sp>
    </p:spTree>
    <p:custDataLst>
      <p:tags r:id="rId1"/>
    </p:custDataLst>
    <p:extLst>
      <p:ext uri="{BB962C8B-B14F-4D97-AF65-F5344CB8AC3E}">
        <p14:creationId xmlns:p14="http://schemas.microsoft.com/office/powerpoint/2010/main" val="369227971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heckerboard(across)">
                                      <p:cBhvr>
                                        <p:cTn id="7" dur="500"/>
                                        <p:tgtEl>
                                          <p:spTgt spid="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checkerboard(across)">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checkerboard(across)">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checkerboard(across)">
                                      <p:cBhvr>
                                        <p:cTn id="20" dur="500"/>
                                        <p:tgtEl>
                                          <p:spTgt spid="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checkerboard(across)">
                                      <p:cBhvr>
                                        <p:cTn id="2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9"/>
          <p:cNvSpPr txBox="1">
            <a:spLocks noChangeArrowheads="1"/>
          </p:cNvSpPr>
          <p:nvPr/>
        </p:nvSpPr>
        <p:spPr bwMode="auto">
          <a:xfrm>
            <a:off x="971550" y="0"/>
            <a:ext cx="8172450" cy="369888"/>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148483"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r>
              <a:rPr lang="fr-FR" sz="2400" b="1">
                <a:solidFill>
                  <a:srgbClr val="000000"/>
                </a:solidFill>
                <a:latin typeface="Arial" pitchFamily="34" charset="0"/>
              </a:rPr>
              <a:t>les chaînes de caractères</a:t>
            </a:r>
          </a:p>
        </p:txBody>
      </p:sp>
      <p:sp>
        <p:nvSpPr>
          <p:cNvPr id="7" name="Rectangle 6"/>
          <p:cNvSpPr/>
          <p:nvPr/>
        </p:nvSpPr>
        <p:spPr>
          <a:xfrm>
            <a:off x="428625" y="957263"/>
            <a:ext cx="8286750" cy="938212"/>
          </a:xfrm>
          <a:prstGeom prst="rect">
            <a:avLst/>
          </a:prstGeom>
        </p:spPr>
        <p:txBody>
          <a:bodyPr>
            <a:spAutoFit/>
          </a:bodyPr>
          <a:lstStyle/>
          <a:p>
            <a:pPr>
              <a:spcBef>
                <a:spcPct val="50000"/>
              </a:spcBef>
              <a:spcAft>
                <a:spcPts val="600"/>
              </a:spcAft>
              <a:buClr>
                <a:srgbClr val="336666"/>
              </a:buClr>
              <a:buFont typeface="Wingdings" pitchFamily="2" charset="2"/>
              <a:buChar char="§"/>
              <a:defRPr/>
            </a:pPr>
            <a:r>
              <a:rPr lang="fr-FR" b="1" i="1" dirty="0">
                <a:solidFill>
                  <a:srgbClr val="0000FF"/>
                </a:solidFill>
                <a:latin typeface="+mn-lt"/>
                <a:cs typeface="Arial" charset="0"/>
              </a:rPr>
              <a:t> </a:t>
            </a:r>
            <a:r>
              <a:rPr lang="x-none" b="1" i="1">
                <a:solidFill>
                  <a:srgbClr val="0000FF"/>
                </a:solidFill>
                <a:latin typeface="+mn-lt"/>
                <a:cs typeface="Arial" charset="0"/>
              </a:rPr>
              <a:t>Accès à un caractère individuel ou à des sous-chaînes</a:t>
            </a:r>
            <a:endParaRPr lang="fr-FR" b="1" i="1" dirty="0">
              <a:solidFill>
                <a:srgbClr val="0000FF"/>
              </a:solidFill>
              <a:latin typeface="+mn-lt"/>
              <a:cs typeface="Arial" charset="0"/>
            </a:endParaRPr>
          </a:p>
          <a:p>
            <a:pPr lvl="1">
              <a:spcBef>
                <a:spcPct val="50000"/>
              </a:spcBef>
              <a:spcAft>
                <a:spcPts val="600"/>
              </a:spcAft>
              <a:buClr>
                <a:srgbClr val="336666"/>
              </a:buClr>
              <a:buFont typeface="Wingdings" pitchFamily="2" charset="2"/>
              <a:buNone/>
              <a:defRPr/>
            </a:pPr>
            <a:r>
              <a:rPr lang="fr-FR" dirty="0">
                <a:solidFill>
                  <a:srgbClr val="C00000"/>
                </a:solidFill>
                <a:cs typeface="Arial" charset="0"/>
              </a:rPr>
              <a:t>Accès au caractères [</a:t>
            </a:r>
            <a:r>
              <a:rPr lang="fr-FR" dirty="0" err="1">
                <a:solidFill>
                  <a:srgbClr val="C00000"/>
                </a:solidFill>
                <a:cs typeface="Arial" charset="0"/>
              </a:rPr>
              <a:t>debut</a:t>
            </a:r>
            <a:r>
              <a:rPr lang="fr-FR" dirty="0">
                <a:solidFill>
                  <a:srgbClr val="C00000"/>
                </a:solidFill>
                <a:cs typeface="Arial" charset="0"/>
              </a:rPr>
              <a:t> : n : pas]</a:t>
            </a:r>
            <a:endParaRPr lang="fr-FR" b="1" i="1" dirty="0">
              <a:solidFill>
                <a:srgbClr val="C00000"/>
              </a:solidFill>
              <a:latin typeface="+mn-lt"/>
              <a:cs typeface="Arial" charset="0"/>
            </a:endParaRPr>
          </a:p>
        </p:txBody>
      </p:sp>
      <p:pic>
        <p:nvPicPr>
          <p:cNvPr id="148486" name="Picture 2"/>
          <p:cNvPicPr>
            <a:picLocks noChangeAspect="1" noChangeArrowheads="1"/>
          </p:cNvPicPr>
          <p:nvPr/>
        </p:nvPicPr>
        <p:blipFill>
          <a:blip r:embed="rId4"/>
          <a:srcRect/>
          <a:stretch>
            <a:fillRect/>
          </a:stretch>
        </p:blipFill>
        <p:spPr bwMode="auto">
          <a:xfrm>
            <a:off x="1914525" y="1966913"/>
            <a:ext cx="5314950" cy="2462212"/>
          </a:xfrm>
          <a:prstGeom prst="rect">
            <a:avLst/>
          </a:prstGeom>
          <a:noFill/>
          <a:ln w="9525" algn="ctr">
            <a:noFill/>
            <a:miter lim="800000"/>
            <a:headEnd/>
            <a:tailEnd/>
          </a:ln>
        </p:spPr>
      </p:pic>
      <p:sp>
        <p:nvSpPr>
          <p:cNvPr id="9" name="Rectangle 8"/>
          <p:cNvSpPr/>
          <p:nvPr/>
        </p:nvSpPr>
        <p:spPr>
          <a:xfrm>
            <a:off x="642938" y="4743450"/>
            <a:ext cx="1571625" cy="400050"/>
          </a:xfrm>
          <a:prstGeom prst="rect">
            <a:avLst/>
          </a:prstGeom>
        </p:spPr>
        <p:txBody>
          <a:bodyPr>
            <a:spAutoFit/>
          </a:bodyPr>
          <a:lstStyle/>
          <a:p>
            <a:pPr>
              <a:spcBef>
                <a:spcPct val="50000"/>
              </a:spcBef>
              <a:buClr>
                <a:srgbClr val="336666"/>
              </a:buClr>
              <a:buFont typeface="Wingdings" pitchFamily="2" charset="2"/>
              <a:buNone/>
              <a:defRPr/>
            </a:pPr>
            <a:r>
              <a:rPr lang="x-none" b="1" i="1" u="sng">
                <a:latin typeface="+mj-lt"/>
                <a:cs typeface="Arial" charset="0"/>
              </a:rPr>
              <a:t>Exemple </a:t>
            </a:r>
            <a:r>
              <a:rPr lang="fr-FR" b="1" i="1" u="sng" dirty="0">
                <a:latin typeface="+mj-lt"/>
                <a:cs typeface="Arial" charset="0"/>
              </a:rPr>
              <a:t>1</a:t>
            </a:r>
          </a:p>
        </p:txBody>
      </p:sp>
      <p:graphicFrame>
        <p:nvGraphicFramePr>
          <p:cNvPr id="10" name="Tableau 9"/>
          <p:cNvGraphicFramePr>
            <a:graphicFrameLocks noGrp="1"/>
          </p:cNvGraphicFramePr>
          <p:nvPr/>
        </p:nvGraphicFramePr>
        <p:xfrm>
          <a:off x="1071563" y="5286375"/>
          <a:ext cx="7715279" cy="1234440"/>
        </p:xfrm>
        <a:graphic>
          <a:graphicData uri="http://schemas.openxmlformats.org/drawingml/2006/table">
            <a:tbl>
              <a:tblPr/>
              <a:tblGrid>
                <a:gridCol w="3756550"/>
                <a:gridCol w="3958729"/>
              </a:tblGrid>
              <a:tr h="1071570">
                <a:tc>
                  <a:txBody>
                    <a:bodyPr/>
                    <a:lstStyle/>
                    <a:p>
                      <a:pPr marL="215900" indent="215900" algn="just">
                        <a:lnSpc>
                          <a:spcPct val="150000"/>
                        </a:lnSpc>
                        <a:spcAft>
                          <a:spcPts val="0"/>
                        </a:spcAft>
                      </a:pPr>
                      <a:r>
                        <a:rPr lang="en-US" sz="1800" b="1" dirty="0">
                          <a:latin typeface="Courier New" pitchFamily="49" charset="0"/>
                          <a:ea typeface="MS Mincho"/>
                          <a:cs typeface="Courier New" pitchFamily="49" charset="0"/>
                        </a:rPr>
                        <a:t>&gt;&gt;&gt; </a:t>
                      </a:r>
                      <a:r>
                        <a:rPr lang="en-US" sz="1800" dirty="0">
                          <a:latin typeface="Courier New" pitchFamily="49" charset="0"/>
                          <a:ea typeface="MS Mincho"/>
                          <a:cs typeface="Courier New" pitchFamily="49" charset="0"/>
                        </a:rPr>
                        <a:t>x = ’hello world!’</a:t>
                      </a:r>
                      <a:endParaRPr lang="fr-FR" sz="1800" dirty="0">
                        <a:latin typeface="Courier New" pitchFamily="49" charset="0"/>
                        <a:ea typeface="MS Mincho"/>
                        <a:cs typeface="Courier New" pitchFamily="49" charset="0"/>
                      </a:endParaRPr>
                    </a:p>
                    <a:p>
                      <a:pPr marL="215900" indent="215900" algn="just">
                        <a:lnSpc>
                          <a:spcPct val="150000"/>
                        </a:lnSpc>
                        <a:spcAft>
                          <a:spcPts val="0"/>
                        </a:spcAft>
                      </a:pPr>
                      <a:r>
                        <a:rPr lang="en-US" sz="1800" b="1" dirty="0">
                          <a:latin typeface="Courier New" pitchFamily="49" charset="0"/>
                          <a:ea typeface="MS Mincho"/>
                          <a:cs typeface="Courier New" pitchFamily="49" charset="0"/>
                        </a:rPr>
                        <a:t>&gt;&gt;&gt; </a:t>
                      </a:r>
                      <a:r>
                        <a:rPr lang="en-US" sz="1800" dirty="0">
                          <a:latin typeface="Courier New" pitchFamily="49" charset="0"/>
                          <a:ea typeface="MS Mincho"/>
                          <a:cs typeface="Courier New" pitchFamily="49" charset="0"/>
                        </a:rPr>
                        <a:t>x[:5] == x[0:5]</a:t>
                      </a:r>
                      <a:endParaRPr lang="fr-FR" sz="1800" dirty="0">
                        <a:latin typeface="Courier New" pitchFamily="49" charset="0"/>
                        <a:ea typeface="MS Mincho"/>
                        <a:cs typeface="Courier New" pitchFamily="49" charset="0"/>
                      </a:endParaRPr>
                    </a:p>
                    <a:p>
                      <a:pPr marL="215900" indent="215900" algn="just">
                        <a:lnSpc>
                          <a:spcPct val="150000"/>
                        </a:lnSpc>
                        <a:spcAft>
                          <a:spcPts val="0"/>
                        </a:spcAft>
                      </a:pPr>
                      <a:r>
                        <a:rPr lang="fr-FR" sz="1800" dirty="0" err="1">
                          <a:latin typeface="Courier New" pitchFamily="49" charset="0"/>
                          <a:ea typeface="MS Mincho"/>
                          <a:cs typeface="Courier New" pitchFamily="49" charset="0"/>
                        </a:rPr>
                        <a:t>True</a:t>
                      </a:r>
                      <a:endParaRPr lang="fr-FR" sz="1800" dirty="0">
                        <a:latin typeface="Courier New" pitchFamily="49" charset="0"/>
                        <a:ea typeface="MS Mincho"/>
                        <a:cs typeface="Courier New"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marL="215900" indent="215900" algn="l">
                        <a:lnSpc>
                          <a:spcPct val="150000"/>
                        </a:lnSpc>
                        <a:spcAft>
                          <a:spcPts val="0"/>
                        </a:spcAft>
                      </a:pPr>
                      <a:r>
                        <a:rPr lang="fr-FR" sz="1800" b="1" dirty="0">
                          <a:latin typeface="Courier New" pitchFamily="49" charset="0"/>
                          <a:ea typeface="MS Mincho"/>
                          <a:cs typeface="Courier New" pitchFamily="49" charset="0"/>
                        </a:rPr>
                        <a:t>&gt;&gt;&gt; </a:t>
                      </a:r>
                      <a:r>
                        <a:rPr lang="fr-FR" sz="1800" dirty="0">
                          <a:latin typeface="Courier New" pitchFamily="49" charset="0"/>
                          <a:ea typeface="MS Mincho"/>
                          <a:cs typeface="Courier New" pitchFamily="49" charset="0"/>
                        </a:rPr>
                        <a:t>x[3:] == x[3:</a:t>
                      </a:r>
                      <a:r>
                        <a:rPr lang="fr-FR" sz="1800" dirty="0" err="1">
                          <a:latin typeface="Courier New" pitchFamily="49" charset="0"/>
                          <a:ea typeface="MS Mincho"/>
                          <a:cs typeface="Courier New" pitchFamily="49" charset="0"/>
                        </a:rPr>
                        <a:t>len</a:t>
                      </a:r>
                      <a:r>
                        <a:rPr lang="fr-FR" sz="1800" dirty="0">
                          <a:latin typeface="Courier New" pitchFamily="49" charset="0"/>
                          <a:ea typeface="MS Mincho"/>
                          <a:cs typeface="Courier New" pitchFamily="49" charset="0"/>
                        </a:rPr>
                        <a:t>(x)]</a:t>
                      </a:r>
                    </a:p>
                    <a:p>
                      <a:pPr marL="215900" indent="215900" algn="just">
                        <a:lnSpc>
                          <a:spcPct val="150000"/>
                        </a:lnSpc>
                        <a:spcAft>
                          <a:spcPts val="0"/>
                        </a:spcAft>
                      </a:pPr>
                      <a:r>
                        <a:rPr lang="fr-FR" sz="1800" dirty="0" err="1">
                          <a:latin typeface="Courier New" pitchFamily="49" charset="0"/>
                          <a:ea typeface="MS Mincho"/>
                          <a:cs typeface="Courier New" pitchFamily="49" charset="0"/>
                        </a:rPr>
                        <a:t>True</a:t>
                      </a:r>
                      <a:endParaRPr lang="fr-FR" sz="1800" dirty="0">
                        <a:latin typeface="Courier New" pitchFamily="49" charset="0"/>
                        <a:ea typeface="MS Mincho"/>
                        <a:cs typeface="Courier New"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r>
            </a:tbl>
          </a:graphicData>
        </a:graphic>
      </p:graphicFrame>
    </p:spTree>
    <p:custDataLst>
      <p:tags r:id="rId1"/>
    </p:custDataLst>
    <p:extLst>
      <p:ext uri="{BB962C8B-B14F-4D97-AF65-F5344CB8AC3E}">
        <p14:creationId xmlns:p14="http://schemas.microsoft.com/office/powerpoint/2010/main" val="86765797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heckerboard(across)">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9"/>
          <p:cNvSpPr txBox="1">
            <a:spLocks noChangeArrowheads="1"/>
          </p:cNvSpPr>
          <p:nvPr/>
        </p:nvSpPr>
        <p:spPr bwMode="auto">
          <a:xfrm>
            <a:off x="971550" y="0"/>
            <a:ext cx="8172450" cy="369888"/>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149507" name="Rectangle 10"/>
          <p:cNvSpPr>
            <a:spLocks noChangeArrowheads="1"/>
          </p:cNvSpPr>
          <p:nvPr/>
        </p:nvSpPr>
        <p:spPr bwMode="auto">
          <a:xfrm>
            <a:off x="1176338" y="404813"/>
            <a:ext cx="8110537" cy="452437"/>
          </a:xfrm>
          <a:prstGeom prst="rect">
            <a:avLst/>
          </a:prstGeom>
          <a:noFill/>
          <a:ln w="9525">
            <a:noFill/>
            <a:miter lim="800000"/>
            <a:headEnd/>
            <a:tailEnd/>
          </a:ln>
        </p:spPr>
        <p:txBody>
          <a:bodyPr anchor="ctr"/>
          <a:lstStyle/>
          <a:p>
            <a:r>
              <a:rPr lang="fr-FR" sz="2400" b="1">
                <a:solidFill>
                  <a:srgbClr val="000000"/>
                </a:solidFill>
                <a:latin typeface="Arial" pitchFamily="34" charset="0"/>
              </a:rPr>
              <a:t>les chaînes de caractères</a:t>
            </a:r>
          </a:p>
        </p:txBody>
      </p:sp>
      <p:sp>
        <p:nvSpPr>
          <p:cNvPr id="9" name="Rectangle 8"/>
          <p:cNvSpPr/>
          <p:nvPr/>
        </p:nvSpPr>
        <p:spPr>
          <a:xfrm>
            <a:off x="500063" y="1857375"/>
            <a:ext cx="1571625" cy="400050"/>
          </a:xfrm>
          <a:prstGeom prst="rect">
            <a:avLst/>
          </a:prstGeom>
        </p:spPr>
        <p:txBody>
          <a:bodyPr>
            <a:spAutoFit/>
          </a:bodyPr>
          <a:lstStyle/>
          <a:p>
            <a:pPr>
              <a:spcBef>
                <a:spcPct val="50000"/>
              </a:spcBef>
              <a:buClr>
                <a:srgbClr val="336666"/>
              </a:buClr>
              <a:buFont typeface="Wingdings" pitchFamily="2" charset="2"/>
              <a:buNone/>
              <a:defRPr/>
            </a:pPr>
            <a:r>
              <a:rPr lang="x-none" b="1" i="1" u="sng">
                <a:latin typeface="+mj-lt"/>
                <a:cs typeface="Arial" charset="0"/>
              </a:rPr>
              <a:t>Exemple </a:t>
            </a:r>
            <a:r>
              <a:rPr lang="fr-FR" b="1" i="1" u="sng" dirty="0">
                <a:latin typeface="+mj-lt"/>
                <a:cs typeface="Arial" charset="0"/>
              </a:rPr>
              <a:t>2</a:t>
            </a:r>
          </a:p>
        </p:txBody>
      </p:sp>
      <p:graphicFrame>
        <p:nvGraphicFramePr>
          <p:cNvPr id="11" name="Tableau 10"/>
          <p:cNvGraphicFramePr>
            <a:graphicFrameLocks noGrp="1"/>
          </p:cNvGraphicFramePr>
          <p:nvPr/>
        </p:nvGraphicFramePr>
        <p:xfrm>
          <a:off x="500063" y="4140200"/>
          <a:ext cx="8429684" cy="2453640"/>
        </p:xfrm>
        <a:graphic>
          <a:graphicData uri="http://schemas.openxmlformats.org/drawingml/2006/table">
            <a:tbl>
              <a:tblPr/>
              <a:tblGrid>
                <a:gridCol w="1922347"/>
                <a:gridCol w="2408598"/>
                <a:gridCol w="1832539"/>
                <a:gridCol w="2266200"/>
              </a:tblGrid>
              <a:tr h="2290595">
                <a:tc>
                  <a:txBody>
                    <a:bodyPr/>
                    <a:lstStyle/>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 = ’hello world!’</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x[4]</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dirty="0">
                          <a:latin typeface="Courier New" pitchFamily="49" charset="0"/>
                          <a:ea typeface="MS Mincho"/>
                          <a:cs typeface="Courier New" pitchFamily="49" charset="0"/>
                        </a:rPr>
                        <a:t>’o’</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x[2:4]</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dirty="0">
                          <a:latin typeface="Courier New" pitchFamily="49" charset="0"/>
                          <a:ea typeface="MS Mincho"/>
                          <a:cs typeface="Courier New" pitchFamily="49" charset="0"/>
                        </a:rPr>
                        <a:t>’</a:t>
                      </a:r>
                      <a:r>
                        <a:rPr lang="en-US" sz="1400" dirty="0" err="1">
                          <a:latin typeface="Courier New" pitchFamily="49" charset="0"/>
                          <a:ea typeface="MS Mincho"/>
                          <a:cs typeface="Courier New" pitchFamily="49" charset="0"/>
                        </a:rPr>
                        <a:t>ll</a:t>
                      </a:r>
                      <a:r>
                        <a:rPr lang="en-US" sz="1400" dirty="0">
                          <a:latin typeface="Courier New" pitchFamily="49" charset="0"/>
                          <a:ea typeface="MS Mincho"/>
                          <a:cs typeface="Courier New" pitchFamily="49" charset="0"/>
                        </a:rPr>
                        <a:t>’</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x[3:]</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dirty="0">
                          <a:latin typeface="Courier New" pitchFamily="49" charset="0"/>
                          <a:ea typeface="MS Mincho"/>
                          <a:cs typeface="Courier New" pitchFamily="49" charset="0"/>
                        </a:rPr>
                        <a:t>’lo world!’</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fr-FR" sz="1400" b="1" dirty="0">
                          <a:latin typeface="Courier New" pitchFamily="49" charset="0"/>
                          <a:ea typeface="MS Mincho"/>
                          <a:cs typeface="Courier New" pitchFamily="49" charset="0"/>
                        </a:rPr>
                        <a:t>&gt;&gt;&gt; </a:t>
                      </a:r>
                      <a:r>
                        <a:rPr lang="fr-FR" sz="1400" dirty="0">
                          <a:latin typeface="Courier New" pitchFamily="49" charset="0"/>
                          <a:ea typeface="MS Mincho"/>
                          <a:cs typeface="Courier New" pitchFamily="49" charset="0"/>
                        </a:rPr>
                        <a:t>x[:]</a:t>
                      </a:r>
                    </a:p>
                    <a:p>
                      <a:pPr indent="215900" algn="just">
                        <a:lnSpc>
                          <a:spcPct val="115000"/>
                        </a:lnSpc>
                        <a:spcAft>
                          <a:spcPts val="0"/>
                        </a:spcAft>
                      </a:pPr>
                      <a:r>
                        <a:rPr lang="fr-FR" sz="1400" dirty="0">
                          <a:latin typeface="Courier New" pitchFamily="49" charset="0"/>
                          <a:ea typeface="MS Mincho"/>
                          <a:cs typeface="Courier New" pitchFamily="49" charset="0"/>
                        </a:rPr>
                        <a:t>’hello world!’</a:t>
                      </a:r>
                    </a:p>
                  </a:txBody>
                  <a:tcPr marL="63189" marR="631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indent="215900" algn="just">
                        <a:lnSpc>
                          <a:spcPct val="115000"/>
                        </a:lnSpc>
                        <a:spcAft>
                          <a:spcPts val="0"/>
                        </a:spcAft>
                      </a:pPr>
                      <a:r>
                        <a:rPr lang="fr-FR" sz="1400" u="sng" dirty="0">
                          <a:latin typeface="Courier New" pitchFamily="49" charset="0"/>
                          <a:ea typeface="MS Mincho"/>
                          <a:cs typeface="Courier New" pitchFamily="49" charset="0"/>
                        </a:rPr>
                        <a:t>enlever le deuxième ’l’</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fr-FR" sz="1400" b="1" dirty="0">
                          <a:latin typeface="Courier New" pitchFamily="49" charset="0"/>
                          <a:ea typeface="MS Mincho"/>
                          <a:cs typeface="Courier New" pitchFamily="49" charset="0"/>
                        </a:rPr>
                        <a:t>&gt;&gt;&gt; </a:t>
                      </a:r>
                      <a:r>
                        <a:rPr lang="fr-FR" sz="1400" dirty="0">
                          <a:latin typeface="Courier New" pitchFamily="49" charset="0"/>
                          <a:ea typeface="MS Mincho"/>
                          <a:cs typeface="Courier New" pitchFamily="49" charset="0"/>
                        </a:rPr>
                        <a:t>x= "hello!"</a:t>
                      </a:r>
                    </a:p>
                    <a:p>
                      <a:pPr indent="215900" algn="just">
                        <a:lnSpc>
                          <a:spcPct val="115000"/>
                        </a:lnSpc>
                        <a:spcAft>
                          <a:spcPts val="0"/>
                        </a:spcAft>
                      </a:pPr>
                      <a:r>
                        <a:rPr lang="fr-FR" sz="1400" b="1" dirty="0">
                          <a:latin typeface="Courier New" pitchFamily="49" charset="0"/>
                          <a:ea typeface="MS Mincho"/>
                          <a:cs typeface="Courier New" pitchFamily="49" charset="0"/>
                        </a:rPr>
                        <a:t>&gt;&gt;&gt; </a:t>
                      </a:r>
                      <a:r>
                        <a:rPr lang="fr-FR" sz="1400" dirty="0">
                          <a:latin typeface="Courier New" pitchFamily="49" charset="0"/>
                          <a:ea typeface="MS Mincho"/>
                          <a:cs typeface="Courier New" pitchFamily="49" charset="0"/>
                        </a:rPr>
                        <a:t>x[:3]+x[4:]</a:t>
                      </a:r>
                    </a:p>
                    <a:p>
                      <a:pPr indent="215900" algn="just">
                        <a:lnSpc>
                          <a:spcPct val="115000"/>
                        </a:lnSpc>
                        <a:spcAft>
                          <a:spcPts val="0"/>
                        </a:spcAft>
                      </a:pPr>
                      <a:r>
                        <a:rPr lang="fr-FR" sz="1400" dirty="0">
                          <a:latin typeface="Courier New" pitchFamily="49" charset="0"/>
                          <a:ea typeface="MS Mincho"/>
                          <a:cs typeface="Courier New" pitchFamily="49" charset="0"/>
                        </a:rPr>
                        <a:t>’</a:t>
                      </a:r>
                      <a:r>
                        <a:rPr lang="fr-FR" sz="1400" dirty="0" err="1">
                          <a:latin typeface="Courier New" pitchFamily="49" charset="0"/>
                          <a:ea typeface="MS Mincho"/>
                          <a:cs typeface="Courier New" pitchFamily="49" charset="0"/>
                        </a:rPr>
                        <a:t>helo</a:t>
                      </a:r>
                      <a:r>
                        <a:rPr lang="fr-FR" sz="1400" dirty="0">
                          <a:latin typeface="Courier New" pitchFamily="49" charset="0"/>
                          <a:ea typeface="MS Mincho"/>
                          <a:cs typeface="Courier New" pitchFamily="49" charset="0"/>
                        </a:rPr>
                        <a:t>!’</a:t>
                      </a:r>
                    </a:p>
                    <a:p>
                      <a:pPr indent="215900" algn="just">
                        <a:lnSpc>
                          <a:spcPct val="115000"/>
                        </a:lnSpc>
                        <a:spcAft>
                          <a:spcPts val="0"/>
                        </a:spcAft>
                      </a:pPr>
                      <a:r>
                        <a:rPr lang="fr-FR" sz="1400" u="sng" dirty="0">
                          <a:latin typeface="Courier New" pitchFamily="49" charset="0"/>
                          <a:ea typeface="MS Mincho"/>
                          <a:cs typeface="Courier New" pitchFamily="49" charset="0"/>
                        </a:rPr>
                        <a:t>insérer un Z entre les deux l ’l’</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 "hello!"</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x[:3]+"Z"+x[3:]</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dirty="0">
                          <a:latin typeface="Courier New" pitchFamily="49" charset="0"/>
                          <a:ea typeface="MS Mincho"/>
                          <a:cs typeface="Courier New" pitchFamily="49" charset="0"/>
                        </a:rPr>
                        <a:t>’</a:t>
                      </a:r>
                      <a:r>
                        <a:rPr lang="en-US" sz="1400" dirty="0" err="1">
                          <a:latin typeface="Courier New" pitchFamily="49" charset="0"/>
                          <a:ea typeface="MS Mincho"/>
                          <a:cs typeface="Courier New" pitchFamily="49" charset="0"/>
                        </a:rPr>
                        <a:t>helZlo</a:t>
                      </a:r>
                      <a:r>
                        <a:rPr lang="en-US" sz="1400" dirty="0">
                          <a:latin typeface="Courier New" pitchFamily="49" charset="0"/>
                          <a:ea typeface="MS Mincho"/>
                          <a:cs typeface="Courier New" pitchFamily="49" charset="0"/>
                        </a:rPr>
                        <a:t>!’</a:t>
                      </a:r>
                      <a:endParaRPr lang="fr-FR" sz="1400" dirty="0">
                        <a:latin typeface="Courier New" pitchFamily="49" charset="0"/>
                        <a:ea typeface="MS Mincho"/>
                        <a:cs typeface="Courier New" pitchFamily="49" charset="0"/>
                      </a:endParaRPr>
                    </a:p>
                  </a:txBody>
                  <a:tcPr marL="63189" marR="631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indent="215900" algn="just">
                        <a:lnSpc>
                          <a:spcPct val="115000"/>
                        </a:lnSpc>
                        <a:spcAft>
                          <a:spcPts val="0"/>
                        </a:spcAft>
                      </a:pPr>
                      <a:r>
                        <a:rPr lang="fr-FR" sz="1400" u="sng" dirty="0">
                          <a:latin typeface="Courier New" pitchFamily="49" charset="0"/>
                          <a:ea typeface="MS Mincho"/>
                          <a:cs typeface="Courier New" pitchFamily="49" charset="0"/>
                        </a:rPr>
                        <a:t>remplacer le deuxième ’l’ par P</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 "hello!"</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b="1" dirty="0">
                          <a:latin typeface="Courier New" pitchFamily="49" charset="0"/>
                          <a:ea typeface="MS Mincho"/>
                          <a:cs typeface="Courier New" pitchFamily="49" charset="0"/>
                        </a:rPr>
                        <a:t>&gt;&gt;&gt; </a:t>
                      </a:r>
                      <a:r>
                        <a:rPr lang="en-US" sz="1400" dirty="0">
                          <a:latin typeface="Courier New" pitchFamily="49" charset="0"/>
                          <a:ea typeface="MS Mincho"/>
                          <a:cs typeface="Courier New" pitchFamily="49" charset="0"/>
                        </a:rPr>
                        <a:t>x[:3]+"P"+x[4:]</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en-US" sz="1400" dirty="0">
                          <a:latin typeface="Courier New" pitchFamily="49" charset="0"/>
                          <a:ea typeface="MS Mincho"/>
                          <a:cs typeface="Courier New" pitchFamily="49" charset="0"/>
                        </a:rPr>
                        <a:t>’</a:t>
                      </a:r>
                      <a:r>
                        <a:rPr lang="en-US" sz="1400" dirty="0" err="1">
                          <a:latin typeface="Courier New" pitchFamily="49" charset="0"/>
                          <a:ea typeface="MS Mincho"/>
                          <a:cs typeface="Courier New" pitchFamily="49" charset="0"/>
                        </a:rPr>
                        <a:t>helPo</a:t>
                      </a:r>
                      <a:r>
                        <a:rPr lang="en-US" sz="1400" dirty="0">
                          <a:latin typeface="Courier New" pitchFamily="49" charset="0"/>
                          <a:ea typeface="MS Mincho"/>
                          <a:cs typeface="Courier New" pitchFamily="49" charset="0"/>
                        </a:rPr>
                        <a:t>!’</a:t>
                      </a:r>
                      <a:endParaRPr lang="fr-FR" sz="1400" dirty="0">
                        <a:latin typeface="Courier New" pitchFamily="49" charset="0"/>
                        <a:ea typeface="MS Mincho"/>
                        <a:cs typeface="Courier New" pitchFamily="49" charset="0"/>
                      </a:endParaRPr>
                    </a:p>
                  </a:txBody>
                  <a:tcPr marL="63189" marR="631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indent="215900" algn="just">
                        <a:lnSpc>
                          <a:spcPct val="115000"/>
                        </a:lnSpc>
                        <a:spcAft>
                          <a:spcPts val="0"/>
                        </a:spcAft>
                      </a:pPr>
                      <a:r>
                        <a:rPr lang="fr-FR" sz="1400" u="sng" dirty="0">
                          <a:latin typeface="Courier New" pitchFamily="49" charset="0"/>
                          <a:ea typeface="MS Mincho"/>
                          <a:cs typeface="Courier New" pitchFamily="49" charset="0"/>
                        </a:rPr>
                        <a:t>Enfin, un index négatif précise que le calcul s’effectue depuis la fin de la chaîne.</a:t>
                      </a:r>
                      <a:endParaRPr lang="fr-FR" sz="1400" dirty="0">
                        <a:latin typeface="Courier New" pitchFamily="49" charset="0"/>
                        <a:ea typeface="MS Mincho"/>
                        <a:cs typeface="Courier New" pitchFamily="49" charset="0"/>
                      </a:endParaRPr>
                    </a:p>
                    <a:p>
                      <a:pPr indent="215900" algn="just">
                        <a:lnSpc>
                          <a:spcPct val="115000"/>
                        </a:lnSpc>
                        <a:spcAft>
                          <a:spcPts val="0"/>
                        </a:spcAft>
                      </a:pPr>
                      <a:r>
                        <a:rPr lang="fr-FR" sz="1400" b="1" dirty="0">
                          <a:latin typeface="Courier New" pitchFamily="49" charset="0"/>
                          <a:ea typeface="MS Mincho"/>
                          <a:cs typeface="Courier New" pitchFamily="49" charset="0"/>
                        </a:rPr>
                        <a:t>&gt;&gt;&gt; </a:t>
                      </a:r>
                      <a:r>
                        <a:rPr lang="fr-FR" sz="1400" dirty="0">
                          <a:latin typeface="Courier New" pitchFamily="49" charset="0"/>
                          <a:ea typeface="MS Mincho"/>
                          <a:cs typeface="Courier New" pitchFamily="49" charset="0"/>
                        </a:rPr>
                        <a:t>x[-3:]</a:t>
                      </a:r>
                    </a:p>
                    <a:p>
                      <a:pPr indent="215900" algn="just">
                        <a:lnSpc>
                          <a:spcPct val="115000"/>
                        </a:lnSpc>
                        <a:spcAft>
                          <a:spcPts val="0"/>
                        </a:spcAft>
                      </a:pPr>
                      <a:r>
                        <a:rPr lang="fr-FR" sz="1400" dirty="0">
                          <a:latin typeface="Courier New" pitchFamily="49" charset="0"/>
                          <a:ea typeface="MS Mincho"/>
                          <a:cs typeface="Courier New" pitchFamily="49" charset="0"/>
                        </a:rPr>
                        <a:t>’</a:t>
                      </a:r>
                      <a:r>
                        <a:rPr lang="fr-FR" sz="1400" dirty="0" err="1">
                          <a:latin typeface="Courier New" pitchFamily="49" charset="0"/>
                          <a:ea typeface="MS Mincho"/>
                          <a:cs typeface="Courier New" pitchFamily="49" charset="0"/>
                        </a:rPr>
                        <a:t>lo</a:t>
                      </a:r>
                      <a:r>
                        <a:rPr lang="fr-FR" sz="1400" dirty="0">
                          <a:latin typeface="Courier New" pitchFamily="49" charset="0"/>
                          <a:ea typeface="MS Mincho"/>
                          <a:cs typeface="Courier New" pitchFamily="49" charset="0"/>
                        </a:rPr>
                        <a:t>!’</a:t>
                      </a:r>
                    </a:p>
                    <a:p>
                      <a:pPr indent="215900" algn="just">
                        <a:lnSpc>
                          <a:spcPct val="115000"/>
                        </a:lnSpc>
                        <a:spcAft>
                          <a:spcPts val="0"/>
                        </a:spcAft>
                      </a:pPr>
                      <a:r>
                        <a:rPr lang="fr-FR" sz="1400" b="1" dirty="0">
                          <a:latin typeface="Courier New" pitchFamily="49" charset="0"/>
                          <a:ea typeface="MS Mincho"/>
                          <a:cs typeface="Courier New" pitchFamily="49" charset="0"/>
                        </a:rPr>
                        <a:t>&gt;&gt;&gt; </a:t>
                      </a:r>
                      <a:r>
                        <a:rPr lang="fr-FR" sz="1400" dirty="0">
                          <a:latin typeface="Courier New" pitchFamily="49" charset="0"/>
                          <a:ea typeface="MS Mincho"/>
                          <a:cs typeface="Courier New" pitchFamily="49" charset="0"/>
                        </a:rPr>
                        <a:t>x[1:-1]</a:t>
                      </a:r>
                    </a:p>
                    <a:p>
                      <a:pPr indent="215900" algn="just">
                        <a:lnSpc>
                          <a:spcPct val="115000"/>
                        </a:lnSpc>
                        <a:spcAft>
                          <a:spcPts val="0"/>
                        </a:spcAft>
                      </a:pPr>
                      <a:r>
                        <a:rPr lang="fr-FR" sz="1400" dirty="0">
                          <a:latin typeface="Courier New" pitchFamily="49" charset="0"/>
                          <a:ea typeface="MS Mincho"/>
                          <a:cs typeface="Courier New" pitchFamily="49" charset="0"/>
                        </a:rPr>
                        <a:t>’</a:t>
                      </a:r>
                      <a:r>
                        <a:rPr lang="fr-FR" sz="1400" dirty="0" err="1">
                          <a:latin typeface="Courier New" pitchFamily="49" charset="0"/>
                          <a:ea typeface="MS Mincho"/>
                          <a:cs typeface="Courier New" pitchFamily="49" charset="0"/>
                        </a:rPr>
                        <a:t>ello</a:t>
                      </a:r>
                      <a:r>
                        <a:rPr lang="fr-FR" sz="1400" dirty="0">
                          <a:latin typeface="Courier New" pitchFamily="49" charset="0"/>
                          <a:ea typeface="MS Mincho"/>
                          <a:cs typeface="Courier New" pitchFamily="49" charset="0"/>
                        </a:rPr>
                        <a:t>’</a:t>
                      </a:r>
                    </a:p>
                  </a:txBody>
                  <a:tcPr marL="63189" marR="631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r>
            </a:tbl>
          </a:graphicData>
        </a:graphic>
      </p:graphicFrame>
      <p:sp>
        <p:nvSpPr>
          <p:cNvPr id="10" name="Rectangle 9"/>
          <p:cNvSpPr/>
          <p:nvPr/>
        </p:nvSpPr>
        <p:spPr>
          <a:xfrm>
            <a:off x="2643188" y="1120775"/>
            <a:ext cx="5214937" cy="2308225"/>
          </a:xfrm>
          <a:prstGeom prst="rect">
            <a:avLst/>
          </a:prstGeom>
          <a:solidFill>
            <a:schemeClr val="accent2">
              <a:lumMod val="40000"/>
              <a:lumOff val="60000"/>
            </a:schemeClr>
          </a:solidFill>
        </p:spPr>
        <p:txBody>
          <a:bodyPr>
            <a:spAutoFit/>
          </a:bodyPr>
          <a:lstStyle/>
          <a:p>
            <a:pPr>
              <a:spcBef>
                <a:spcPts val="0"/>
              </a:spcBef>
              <a:buClr>
                <a:srgbClr val="336666"/>
              </a:buClr>
              <a:buFont typeface="Wingdings" pitchFamily="2" charset="2"/>
              <a:buNone/>
              <a:defRPr/>
            </a:pPr>
            <a:r>
              <a:rPr lang="fr-FR" sz="1600" b="1" dirty="0">
                <a:latin typeface="Caurier new"/>
              </a:rPr>
              <a:t>&gt;&gt;&gt; "bonjour"[3]; "bonjour"[-1]</a:t>
            </a:r>
          </a:p>
          <a:p>
            <a:pPr>
              <a:spcBef>
                <a:spcPts val="0"/>
              </a:spcBef>
              <a:buClr>
                <a:srgbClr val="336666"/>
              </a:buClr>
              <a:buFont typeface="Wingdings" pitchFamily="2" charset="2"/>
              <a:buNone/>
              <a:defRPr/>
            </a:pPr>
            <a:r>
              <a:rPr lang="fr-FR" sz="1600" b="1" dirty="0">
                <a:solidFill>
                  <a:srgbClr val="0000FF"/>
                </a:solidFill>
                <a:latin typeface="Caurier new"/>
              </a:rPr>
              <a:t>'j'</a:t>
            </a:r>
          </a:p>
          <a:p>
            <a:pPr>
              <a:spcBef>
                <a:spcPts val="0"/>
              </a:spcBef>
              <a:buClr>
                <a:srgbClr val="336666"/>
              </a:buClr>
              <a:buFont typeface="Wingdings" pitchFamily="2" charset="2"/>
              <a:buNone/>
              <a:defRPr/>
            </a:pPr>
            <a:r>
              <a:rPr lang="fr-FR" sz="1600" b="1" dirty="0">
                <a:solidFill>
                  <a:srgbClr val="0000FF"/>
                </a:solidFill>
                <a:latin typeface="Caurier new"/>
              </a:rPr>
              <a:t>'r'</a:t>
            </a:r>
          </a:p>
          <a:p>
            <a:pPr>
              <a:spcBef>
                <a:spcPts val="0"/>
              </a:spcBef>
              <a:buClr>
                <a:srgbClr val="336666"/>
              </a:buClr>
              <a:buFont typeface="Wingdings" pitchFamily="2" charset="2"/>
              <a:buNone/>
              <a:defRPr/>
            </a:pPr>
            <a:r>
              <a:rPr lang="fr-FR" sz="1600" b="1" dirty="0">
                <a:latin typeface="Caurier new"/>
              </a:rPr>
              <a:t>&gt;&gt;&gt; "bonjour"[2:]; "bonjour"[:3]; "bonjour"[3:5]</a:t>
            </a:r>
          </a:p>
          <a:p>
            <a:pPr>
              <a:spcBef>
                <a:spcPts val="0"/>
              </a:spcBef>
              <a:buClr>
                <a:srgbClr val="336666"/>
              </a:buClr>
              <a:buFont typeface="Wingdings" pitchFamily="2" charset="2"/>
              <a:buNone/>
              <a:defRPr/>
            </a:pPr>
            <a:r>
              <a:rPr lang="fr-FR" sz="1600" b="1" dirty="0">
                <a:solidFill>
                  <a:srgbClr val="0000FF"/>
                </a:solidFill>
                <a:latin typeface="Caurier new"/>
              </a:rPr>
              <a:t>'</a:t>
            </a:r>
            <a:r>
              <a:rPr lang="fr-FR" sz="1600" b="1" dirty="0" err="1">
                <a:solidFill>
                  <a:srgbClr val="0000FF"/>
                </a:solidFill>
                <a:latin typeface="Caurier new"/>
              </a:rPr>
              <a:t>njour</a:t>
            </a:r>
            <a:r>
              <a:rPr lang="fr-FR" sz="1600" b="1" dirty="0">
                <a:solidFill>
                  <a:srgbClr val="0000FF"/>
                </a:solidFill>
                <a:latin typeface="Caurier new"/>
              </a:rPr>
              <a:t>'</a:t>
            </a:r>
          </a:p>
          <a:p>
            <a:pPr>
              <a:spcBef>
                <a:spcPts val="0"/>
              </a:spcBef>
              <a:buClr>
                <a:srgbClr val="336666"/>
              </a:buClr>
              <a:buFont typeface="Wingdings" pitchFamily="2" charset="2"/>
              <a:buNone/>
              <a:defRPr/>
            </a:pPr>
            <a:r>
              <a:rPr lang="fr-FR" sz="1600" b="1" dirty="0">
                <a:solidFill>
                  <a:srgbClr val="0000FF"/>
                </a:solidFill>
                <a:latin typeface="Caurier new"/>
              </a:rPr>
              <a:t>'bon'</a:t>
            </a:r>
          </a:p>
          <a:p>
            <a:pPr>
              <a:spcBef>
                <a:spcPts val="0"/>
              </a:spcBef>
              <a:buClr>
                <a:srgbClr val="336666"/>
              </a:buClr>
              <a:buFont typeface="Wingdings" pitchFamily="2" charset="2"/>
              <a:buNone/>
              <a:defRPr/>
            </a:pPr>
            <a:r>
              <a:rPr lang="fr-FR" sz="1600" b="1" dirty="0">
                <a:solidFill>
                  <a:srgbClr val="0000FF"/>
                </a:solidFill>
                <a:latin typeface="Caurier new"/>
              </a:rPr>
              <a:t>'</a:t>
            </a:r>
            <a:r>
              <a:rPr lang="fr-FR" sz="1600" b="1" dirty="0" err="1">
                <a:solidFill>
                  <a:srgbClr val="0000FF"/>
                </a:solidFill>
                <a:latin typeface="Caurier new"/>
              </a:rPr>
              <a:t>jo</a:t>
            </a:r>
            <a:r>
              <a:rPr lang="fr-FR" sz="1600" b="1" dirty="0">
                <a:solidFill>
                  <a:srgbClr val="0000FF"/>
                </a:solidFill>
                <a:latin typeface="Caurier new"/>
              </a:rPr>
              <a:t>'</a:t>
            </a:r>
          </a:p>
          <a:p>
            <a:pPr>
              <a:spcBef>
                <a:spcPts val="0"/>
              </a:spcBef>
              <a:buClr>
                <a:srgbClr val="336666"/>
              </a:buClr>
              <a:buFont typeface="Wingdings" pitchFamily="2" charset="2"/>
              <a:buNone/>
              <a:defRPr/>
            </a:pPr>
            <a:r>
              <a:rPr lang="fr-FR" sz="1600" b="1" dirty="0">
                <a:latin typeface="Caurier new"/>
              </a:rPr>
              <a:t>&gt;&gt;&gt; 'bonjour'[-1::-1]</a:t>
            </a:r>
          </a:p>
          <a:p>
            <a:pPr>
              <a:spcBef>
                <a:spcPts val="0"/>
              </a:spcBef>
              <a:buClr>
                <a:srgbClr val="336666"/>
              </a:buClr>
              <a:buFont typeface="Wingdings" pitchFamily="2" charset="2"/>
              <a:buNone/>
              <a:defRPr/>
            </a:pPr>
            <a:r>
              <a:rPr lang="fr-FR" sz="1600" b="1" dirty="0">
                <a:solidFill>
                  <a:srgbClr val="0000FF"/>
                </a:solidFill>
                <a:latin typeface="Caurier new"/>
              </a:rPr>
              <a:t>'</a:t>
            </a:r>
            <a:r>
              <a:rPr lang="fr-FR" sz="1600" b="1" dirty="0" err="1">
                <a:solidFill>
                  <a:srgbClr val="0000FF"/>
                </a:solidFill>
                <a:latin typeface="Caurier new"/>
              </a:rPr>
              <a:t>ruojnob</a:t>
            </a:r>
            <a:r>
              <a:rPr lang="fr-FR" sz="1600" b="1" dirty="0">
                <a:solidFill>
                  <a:srgbClr val="0000FF"/>
                </a:solidFill>
                <a:latin typeface="Caurier new"/>
              </a:rPr>
              <a:t>'</a:t>
            </a:r>
          </a:p>
        </p:txBody>
      </p:sp>
    </p:spTree>
    <p:custDataLst>
      <p:tags r:id="rId1"/>
    </p:custDataLst>
    <p:extLst>
      <p:ext uri="{BB962C8B-B14F-4D97-AF65-F5344CB8AC3E}">
        <p14:creationId xmlns:p14="http://schemas.microsoft.com/office/powerpoint/2010/main" val="109258952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5565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5565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9" name="Content Placeholder 2"/>
          <p:cNvSpPr txBox="1">
            <a:spLocks/>
          </p:cNvSpPr>
          <p:nvPr/>
        </p:nvSpPr>
        <p:spPr>
          <a:xfrm>
            <a:off x="457200" y="1066800"/>
            <a:ext cx="8435975" cy="5076825"/>
          </a:xfrm>
          <a:prstGeom prst="rect">
            <a:avLst/>
          </a:prstGeom>
        </p:spPr>
        <p:txBody>
          <a:bodyPr/>
          <a:lstStyle/>
          <a:p>
            <a:pPr marL="342900" indent="-342900" algn="just">
              <a:spcBef>
                <a:spcPct val="20000"/>
              </a:spcBef>
              <a:spcAft>
                <a:spcPct val="30000"/>
              </a:spcAft>
              <a:buClr>
                <a:schemeClr val="hlink"/>
              </a:buClr>
              <a:buFont typeface="Wingdings" pitchFamily="2" charset="2"/>
              <a:buChar char="§"/>
              <a:defRPr/>
            </a:pPr>
            <a:r>
              <a:rPr lang="en-US" kern="0" dirty="0">
                <a:latin typeface="+mn-lt"/>
                <a:ea typeface="ＭＳ Ｐゴシック" pitchFamily="34" charset="-128"/>
                <a:cs typeface="+mn-cs"/>
              </a:rPr>
              <a:t>Python </a:t>
            </a:r>
            <a:r>
              <a:rPr lang="en-US" kern="0" dirty="0" err="1">
                <a:latin typeface="+mn-lt"/>
                <a:ea typeface="ＭＳ Ｐゴシック" pitchFamily="34" charset="-128"/>
                <a:cs typeface="+mn-cs"/>
              </a:rPr>
              <a:t>possède</a:t>
            </a:r>
            <a:r>
              <a:rPr lang="en-US" kern="0" dirty="0">
                <a:latin typeface="+mn-lt"/>
                <a:ea typeface="ＭＳ Ｐゴシック" pitchFamily="34" charset="-128"/>
                <a:cs typeface="+mn-cs"/>
              </a:rPr>
              <a:t> des structures de </a:t>
            </a:r>
            <a:r>
              <a:rPr lang="en-US" kern="0" dirty="0" err="1">
                <a:latin typeface="+mn-lt"/>
                <a:ea typeface="ＭＳ Ｐゴシック" pitchFamily="34" charset="-128"/>
                <a:cs typeface="+mn-cs"/>
              </a:rPr>
              <a:t>données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implémentant</a:t>
            </a:r>
            <a:r>
              <a:rPr lang="en-US" kern="0" dirty="0">
                <a:latin typeface="+mn-lt"/>
                <a:ea typeface="ＭＳ Ｐゴシック" pitchFamily="34" charset="-128"/>
                <a:cs typeface="+mn-cs"/>
              </a:rPr>
              <a:t> la notion </a:t>
            </a:r>
            <a:r>
              <a:rPr lang="en-US" kern="0" dirty="0" err="1">
                <a:latin typeface="+mn-lt"/>
                <a:ea typeface="ＭＳ Ｐゴシック" pitchFamily="34" charset="-128"/>
                <a:cs typeface="+mn-cs"/>
              </a:rPr>
              <a:t>d</a:t>
            </a:r>
            <a:r>
              <a:rPr lang="en-US" altLang="fr-FR" kern="0" dirty="0" err="1">
                <a:latin typeface="+mn-lt"/>
                <a:ea typeface="ＭＳ Ｐゴシック" pitchFamily="34" charset="-128"/>
                <a:cs typeface="+mn-cs"/>
              </a:rPr>
              <a:t>’</a:t>
            </a:r>
            <a:r>
              <a:rPr lang="en-US" altLang="ja-JP" kern="0" dirty="0" err="1">
                <a:solidFill>
                  <a:srgbClr val="0000FF"/>
                </a:solidFill>
                <a:latin typeface="+mn-lt"/>
                <a:ea typeface="ＭＳ Ｐゴシック" pitchFamily="34" charset="-128"/>
                <a:cs typeface="+mn-cs"/>
              </a:rPr>
              <a:t>ensemble</a:t>
            </a:r>
            <a:r>
              <a:rPr lang="en-US" altLang="ja-JP" kern="0" dirty="0">
                <a:solidFill>
                  <a:srgbClr val="0000FF"/>
                </a:solidFill>
                <a:latin typeface="+mn-lt"/>
                <a:ea typeface="ＭＳ Ｐゴシック" pitchFamily="34" charset="-128"/>
                <a:cs typeface="+mn-cs"/>
              </a:rPr>
              <a:t> </a:t>
            </a:r>
            <a:r>
              <a:rPr lang="en-US" altLang="ja-JP" kern="0" dirty="0" err="1">
                <a:solidFill>
                  <a:srgbClr val="0000FF"/>
                </a:solidFill>
                <a:latin typeface="+mn-lt"/>
                <a:ea typeface="ＭＳ Ｐゴシック" pitchFamily="34" charset="-128"/>
                <a:cs typeface="+mn-cs"/>
              </a:rPr>
              <a:t>mathématique</a:t>
            </a:r>
            <a:r>
              <a:rPr lang="en-US" altLang="ja-JP" kern="0" dirty="0">
                <a:latin typeface="+mn-lt"/>
                <a:ea typeface="ＭＳ Ｐゴシック" pitchFamily="34" charset="-128"/>
                <a:cs typeface="+mn-cs"/>
              </a:rPr>
              <a:t>.</a:t>
            </a:r>
            <a:endParaRPr lang="en-US" kern="0" dirty="0">
              <a:latin typeface="+mn-lt"/>
              <a:ea typeface="ＭＳ Ｐゴシック" pitchFamily="34" charset="-128"/>
              <a:cs typeface="+mn-cs"/>
            </a:endParaRPr>
          </a:p>
          <a:p>
            <a:pPr marL="342900" indent="-342900" algn="just">
              <a:spcBef>
                <a:spcPct val="20000"/>
              </a:spcBef>
              <a:spcAft>
                <a:spcPct val="30000"/>
              </a:spcAft>
              <a:buClr>
                <a:schemeClr val="hlink"/>
              </a:buClr>
              <a:buFont typeface="Wingdings" pitchFamily="2" charset="2"/>
              <a:buChar char="§"/>
              <a:defRPr/>
            </a:pPr>
            <a:r>
              <a:rPr lang="en-US" altLang="fr-FR" kern="0" dirty="0" smtClean="0">
                <a:latin typeface="+mn-lt"/>
                <a:ea typeface="ＭＳ Ｐゴシック" pitchFamily="34" charset="-128"/>
                <a:cs typeface="+mn-cs"/>
              </a:rPr>
              <a:t>“</a:t>
            </a:r>
            <a:r>
              <a:rPr lang="en-US" altLang="ja-JP" b="1" kern="0" dirty="0">
                <a:solidFill>
                  <a:srgbClr val="0000FF"/>
                </a:solidFill>
                <a:latin typeface="+mn-lt"/>
                <a:ea typeface="ＭＳ Ｐゴシック" pitchFamily="34" charset="-128"/>
                <a:cs typeface="+mn-cs"/>
              </a:rPr>
              <a:t>ensemble</a:t>
            </a:r>
            <a:r>
              <a:rPr lang="en-US" altLang="fr-FR" kern="0" dirty="0">
                <a:latin typeface="+mn-lt"/>
                <a:ea typeface="ＭＳ Ｐゴシック" pitchFamily="34" charset="-128"/>
                <a:cs typeface="+mn-cs"/>
              </a:rPr>
              <a:t>”</a:t>
            </a:r>
            <a:r>
              <a:rPr lang="en-US" altLang="ja-JP" kern="0" dirty="0">
                <a:latin typeface="+mn-lt"/>
                <a:ea typeface="ＭＳ Ｐゴシック" pitchFamily="34" charset="-128"/>
                <a:cs typeface="+mn-cs"/>
              </a:rPr>
              <a:t> </a:t>
            </a:r>
            <a:r>
              <a:rPr lang="en-US" altLang="ja-JP" kern="0" dirty="0" smtClean="0">
                <a:latin typeface="+mn-lt"/>
                <a:ea typeface="ＭＳ Ｐゴシック" pitchFamily="34" charset="-128"/>
                <a:cs typeface="+mn-cs"/>
              </a:rPr>
              <a:t>: </a:t>
            </a:r>
            <a:r>
              <a:rPr lang="en-US" altLang="ja-JP" kern="0" dirty="0" err="1" smtClean="0">
                <a:latin typeface="+mn-lt"/>
                <a:ea typeface="ＭＳ Ｐゴシック" pitchFamily="34" charset="-128"/>
                <a:cs typeface="+mn-cs"/>
              </a:rPr>
              <a:t>une</a:t>
            </a:r>
            <a:r>
              <a:rPr lang="en-US" altLang="ja-JP" kern="0" dirty="0" smtClean="0">
                <a:latin typeface="+mn-lt"/>
                <a:ea typeface="ＭＳ Ｐゴシック" pitchFamily="34" charset="-128"/>
                <a:cs typeface="+mn-cs"/>
              </a:rPr>
              <a:t> </a:t>
            </a:r>
            <a:r>
              <a:rPr lang="en-US" altLang="ja-JP" kern="0" dirty="0">
                <a:solidFill>
                  <a:srgbClr val="0000FF"/>
                </a:solidFill>
                <a:latin typeface="+mn-lt"/>
                <a:ea typeface="ＭＳ Ｐゴシック" pitchFamily="34" charset="-128"/>
                <a:cs typeface="+mn-cs"/>
              </a:rPr>
              <a:t>collection </a:t>
            </a:r>
            <a:r>
              <a:rPr lang="en-US" altLang="ja-JP" kern="0" dirty="0" err="1">
                <a:solidFill>
                  <a:srgbClr val="0000FF"/>
                </a:solidFill>
                <a:latin typeface="+mn-lt"/>
                <a:ea typeface="ＭＳ Ｐゴシック" pitchFamily="34" charset="-128"/>
                <a:cs typeface="+mn-cs"/>
              </a:rPr>
              <a:t>d</a:t>
            </a:r>
            <a:r>
              <a:rPr lang="en-US" altLang="fr-FR" kern="0" dirty="0" err="1">
                <a:solidFill>
                  <a:srgbClr val="0000FF"/>
                </a:solidFill>
                <a:latin typeface="+mn-lt"/>
                <a:ea typeface="ＭＳ Ｐゴシック" pitchFamily="34" charset="-128"/>
                <a:cs typeface="+mn-cs"/>
              </a:rPr>
              <a:t>’</a:t>
            </a:r>
            <a:r>
              <a:rPr lang="en-US" altLang="ja-JP" kern="0" dirty="0" err="1">
                <a:solidFill>
                  <a:srgbClr val="0000FF"/>
                </a:solidFill>
                <a:latin typeface="+mn-lt"/>
                <a:ea typeface="ＭＳ Ｐゴシック" pitchFamily="34" charset="-128"/>
                <a:cs typeface="+mn-cs"/>
              </a:rPr>
              <a:t>éléments</a:t>
            </a:r>
            <a:r>
              <a:rPr lang="en-US" altLang="ja-JP" kern="0" dirty="0">
                <a:solidFill>
                  <a:srgbClr val="0000FF"/>
                </a:solidFill>
                <a:latin typeface="+mn-lt"/>
                <a:ea typeface="ＭＳ Ｐゴシック" pitchFamily="34" charset="-128"/>
                <a:cs typeface="+mn-cs"/>
              </a:rPr>
              <a:t> </a:t>
            </a:r>
            <a:r>
              <a:rPr lang="en-US" altLang="ja-JP" kern="0" dirty="0" err="1">
                <a:solidFill>
                  <a:srgbClr val="0000FF"/>
                </a:solidFill>
                <a:latin typeface="+mn-lt"/>
                <a:ea typeface="ＭＳ Ｐゴシック" pitchFamily="34" charset="-128"/>
                <a:cs typeface="+mn-cs"/>
              </a:rPr>
              <a:t>distincts</a:t>
            </a:r>
            <a:r>
              <a:rPr lang="en-US" altLang="ja-JP" kern="0" dirty="0">
                <a:latin typeface="+mn-lt"/>
                <a:ea typeface="ＭＳ Ｐゴシック" pitchFamily="34" charset="-128"/>
                <a:cs typeface="+mn-cs"/>
              </a:rPr>
              <a:t>.</a:t>
            </a:r>
            <a:endParaRPr lang="en-US" kern="0" dirty="0">
              <a:latin typeface="+mn-lt"/>
              <a:ea typeface="ＭＳ Ｐゴシック" pitchFamily="34" charset="-128"/>
              <a:cs typeface="+mn-cs"/>
            </a:endParaRPr>
          </a:p>
          <a:p>
            <a:pPr marL="342900" indent="-342900" algn="just">
              <a:spcBef>
                <a:spcPct val="20000"/>
              </a:spcBef>
              <a:spcAft>
                <a:spcPct val="30000"/>
              </a:spcAft>
              <a:buClr>
                <a:schemeClr val="hlink"/>
              </a:buClr>
              <a:buFont typeface="Wingdings" pitchFamily="2" charset="2"/>
              <a:buChar char="§"/>
              <a:defRPr/>
            </a:pPr>
            <a:r>
              <a:rPr lang="en-US" kern="0" dirty="0">
                <a:latin typeface="+mn-lt"/>
                <a:ea typeface="ＭＳ Ｐゴシック" pitchFamily="34" charset="-128"/>
                <a:cs typeface="+mn-cs"/>
              </a:rPr>
              <a:t>On aura </a:t>
            </a:r>
            <a:r>
              <a:rPr lang="en-US" kern="0" dirty="0" err="1">
                <a:latin typeface="+mn-lt"/>
                <a:ea typeface="ＭＳ Ｐゴシック" pitchFamily="34" charset="-128"/>
                <a:cs typeface="+mn-cs"/>
              </a:rPr>
              <a:t>deux</a:t>
            </a:r>
            <a:r>
              <a:rPr lang="en-US" kern="0" dirty="0">
                <a:latin typeface="+mn-lt"/>
                <a:ea typeface="ＭＳ Ｐゴシック" pitchFamily="34" charset="-128"/>
                <a:cs typeface="+mn-cs"/>
              </a:rPr>
              <a:t> types pour </a:t>
            </a:r>
            <a:r>
              <a:rPr lang="en-US" kern="0" dirty="0" err="1">
                <a:latin typeface="+mn-lt"/>
                <a:ea typeface="ＭＳ Ｐゴシック" pitchFamily="34" charset="-128"/>
                <a:cs typeface="+mn-cs"/>
              </a:rPr>
              <a:t>ce</a:t>
            </a:r>
            <a:r>
              <a:rPr lang="en-US" kern="0" dirty="0">
                <a:latin typeface="+mn-lt"/>
                <a:ea typeface="ＭＳ Ｐゴシック" pitchFamily="34" charset="-128"/>
                <a:cs typeface="+mn-cs"/>
              </a:rPr>
              <a:t> faire :</a:t>
            </a:r>
          </a:p>
          <a:p>
            <a:pPr marL="860425" lvl="1" indent="-342900" algn="just">
              <a:spcBef>
                <a:spcPct val="20000"/>
              </a:spcBef>
              <a:spcAft>
                <a:spcPct val="30000"/>
              </a:spcAft>
              <a:buClr>
                <a:schemeClr val="bg2"/>
              </a:buClr>
              <a:buFont typeface="Arial" pitchFamily="34" charset="0"/>
              <a:buChar char="•"/>
              <a:defRPr/>
            </a:pPr>
            <a:r>
              <a:rPr lang="en-US" altLang="fr-FR" kern="0" dirty="0">
                <a:latin typeface="+mj-lt"/>
                <a:ea typeface="ＭＳ Ｐゴシック" pitchFamily="34" charset="-128"/>
              </a:rPr>
              <a:t>“</a:t>
            </a:r>
            <a:r>
              <a:rPr lang="en-US" altLang="ja-JP" kern="0" dirty="0">
                <a:solidFill>
                  <a:srgbClr val="0000FF"/>
                </a:solidFill>
                <a:latin typeface="+mj-lt"/>
                <a:ea typeface="ＭＳ Ｐゴシック" pitchFamily="34" charset="-128"/>
                <a:cs typeface="+mn-cs"/>
              </a:rPr>
              <a:t>set</a:t>
            </a:r>
            <a:r>
              <a:rPr lang="en-US" altLang="fr-FR" kern="0" dirty="0">
                <a:latin typeface="+mj-lt"/>
                <a:ea typeface="ＭＳ Ｐゴシック" pitchFamily="34" charset="-128"/>
              </a:rPr>
              <a:t>”</a:t>
            </a:r>
            <a:r>
              <a:rPr lang="en-US" altLang="ja-JP" kern="0" dirty="0">
                <a:latin typeface="+mj-lt"/>
                <a:ea typeface="ＭＳ Ｐゴシック" pitchFamily="34" charset="-128"/>
              </a:rPr>
              <a:t> qui sera </a:t>
            </a:r>
            <a:r>
              <a:rPr lang="en-US" altLang="ja-JP" kern="0" dirty="0" err="1">
                <a:latin typeface="+mj-lt"/>
                <a:ea typeface="ＭＳ Ｐゴシック" pitchFamily="34" charset="-128"/>
              </a:rPr>
              <a:t>une</a:t>
            </a:r>
            <a:r>
              <a:rPr lang="en-US" altLang="ja-JP" kern="0" dirty="0">
                <a:latin typeface="+mj-lt"/>
                <a:ea typeface="ＭＳ Ｐゴシック" pitchFamily="34" charset="-128"/>
              </a:rPr>
              <a:t> structure </a:t>
            </a:r>
            <a:r>
              <a:rPr lang="en-US" altLang="ja-JP" kern="0" dirty="0" smtClean="0">
                <a:solidFill>
                  <a:srgbClr val="0000FF"/>
                </a:solidFill>
                <a:latin typeface="+mj-lt"/>
                <a:ea typeface="ＭＳ Ｐゴシック" pitchFamily="34" charset="-128"/>
              </a:rPr>
              <a:t>mutable</a:t>
            </a:r>
            <a:r>
              <a:rPr lang="en-US" altLang="ja-JP" kern="0" dirty="0" smtClean="0">
                <a:latin typeface="+mj-lt"/>
                <a:ea typeface="ＭＳ Ｐゴシック" pitchFamily="34" charset="-128"/>
              </a:rPr>
              <a:t>(</a:t>
            </a:r>
            <a:r>
              <a:rPr lang="fr-MA" b="1" dirty="0" smtClean="0"/>
              <a:t>Mutable</a:t>
            </a:r>
            <a:r>
              <a:rPr lang="fr-MA" dirty="0" smtClean="0"/>
              <a:t> : </a:t>
            </a:r>
            <a:r>
              <a:rPr lang="fr-MA" dirty="0"/>
              <a:t>on peut ajouter, supprimer, modifier le </a:t>
            </a:r>
            <a:r>
              <a:rPr lang="fr-MA" dirty="0" smtClean="0"/>
              <a:t>contenu…).</a:t>
            </a:r>
            <a:endParaRPr lang="en-US" altLang="ja-JP" kern="0" dirty="0">
              <a:latin typeface="+mj-lt"/>
              <a:ea typeface="ＭＳ Ｐゴシック" pitchFamily="34" charset="-128"/>
            </a:endParaRPr>
          </a:p>
          <a:p>
            <a:pPr marL="860425" lvl="1" indent="-342900" algn="just">
              <a:spcBef>
                <a:spcPct val="20000"/>
              </a:spcBef>
              <a:spcAft>
                <a:spcPct val="30000"/>
              </a:spcAft>
              <a:buClr>
                <a:schemeClr val="bg2"/>
              </a:buClr>
              <a:buFont typeface="Arial" pitchFamily="34" charset="0"/>
              <a:buChar char="•"/>
              <a:defRPr/>
            </a:pPr>
            <a:r>
              <a:rPr lang="en-US" altLang="fr-FR" kern="0" dirty="0">
                <a:latin typeface="+mj-lt"/>
                <a:ea typeface="ＭＳ Ｐゴシック" pitchFamily="34" charset="-128"/>
              </a:rPr>
              <a:t>“</a:t>
            </a:r>
            <a:r>
              <a:rPr lang="en-US" altLang="ja-JP" kern="0" dirty="0" err="1">
                <a:solidFill>
                  <a:srgbClr val="0000FF"/>
                </a:solidFill>
                <a:latin typeface="+mj-lt"/>
                <a:ea typeface="ＭＳ Ｐゴシック" pitchFamily="34" charset="-128"/>
              </a:rPr>
              <a:t>frozenset</a:t>
            </a:r>
            <a:r>
              <a:rPr lang="en-US" altLang="fr-FR" kern="0" dirty="0">
                <a:latin typeface="+mj-lt"/>
                <a:ea typeface="ＭＳ Ｐゴシック" pitchFamily="34" charset="-128"/>
              </a:rPr>
              <a:t>”</a:t>
            </a:r>
            <a:r>
              <a:rPr lang="en-US" altLang="ja-JP" kern="0" dirty="0">
                <a:latin typeface="+mj-lt"/>
                <a:ea typeface="ＭＳ Ｐゴシック" pitchFamily="34" charset="-128"/>
              </a:rPr>
              <a:t> qui </a:t>
            </a:r>
            <a:r>
              <a:rPr lang="en-US" altLang="ja-JP" kern="0" dirty="0" err="1">
                <a:latin typeface="+mj-lt"/>
                <a:ea typeface="ＭＳ Ｐゴシック" pitchFamily="34" charset="-128"/>
              </a:rPr>
              <a:t>elle</a:t>
            </a:r>
            <a:r>
              <a:rPr lang="en-US" altLang="ja-JP" kern="0" dirty="0">
                <a:latin typeface="+mj-lt"/>
                <a:ea typeface="ＭＳ Ｐゴシック" pitchFamily="34" charset="-128"/>
              </a:rPr>
              <a:t> sera </a:t>
            </a:r>
            <a:r>
              <a:rPr lang="en-US" altLang="ja-JP" kern="0" dirty="0" smtClean="0">
                <a:solidFill>
                  <a:srgbClr val="0000FF"/>
                </a:solidFill>
                <a:latin typeface="+mj-lt"/>
                <a:ea typeface="ＭＳ Ｐゴシック" pitchFamily="34" charset="-128"/>
              </a:rPr>
              <a:t>immutable</a:t>
            </a:r>
            <a:r>
              <a:rPr lang="en-US" altLang="ja-JP" kern="0" dirty="0" smtClean="0">
                <a:latin typeface="+mj-lt"/>
                <a:ea typeface="ＭＳ Ｐゴシック" pitchFamily="34" charset="-128"/>
              </a:rPr>
              <a:t>(</a:t>
            </a:r>
            <a:r>
              <a:rPr lang="fr-MA" b="1" dirty="0"/>
              <a:t>Immuable</a:t>
            </a:r>
            <a:r>
              <a:rPr lang="fr-MA" dirty="0"/>
              <a:t> </a:t>
            </a:r>
            <a:r>
              <a:rPr lang="fr-MA" dirty="0" smtClean="0"/>
              <a:t>: une </a:t>
            </a:r>
            <a:r>
              <a:rPr lang="fr-MA" dirty="0"/>
              <a:t>fois créé, on ne peut plus l’éditer (pas de </a:t>
            </a:r>
            <a:r>
              <a:rPr lang="fr-MA" dirty="0" err="1"/>
              <a:t>add</a:t>
            </a:r>
            <a:r>
              <a:rPr lang="fr-MA" dirty="0"/>
              <a:t>, </a:t>
            </a:r>
            <a:r>
              <a:rPr lang="fr-MA" dirty="0" err="1"/>
              <a:t>remove</a:t>
            </a:r>
            <a:r>
              <a:rPr lang="fr-MA" dirty="0" smtClean="0"/>
              <a:t>)</a:t>
            </a:r>
            <a:r>
              <a:rPr lang="en-US" altLang="ja-JP" kern="0" dirty="0" smtClean="0">
                <a:latin typeface="+mj-lt"/>
                <a:ea typeface="ＭＳ Ｐゴシック" pitchFamily="34" charset="-128"/>
              </a:rPr>
              <a:t>.</a:t>
            </a:r>
            <a:endParaRPr lang="en-US" kern="0" dirty="0">
              <a:latin typeface="+mj-lt"/>
              <a:ea typeface="ＭＳ Ｐゴシック" pitchFamily="34" charset="-128"/>
              <a:cs typeface="+mn-cs"/>
            </a:endParaRPr>
          </a:p>
          <a:p>
            <a:pPr marL="342900" indent="-342900" algn="just">
              <a:spcBef>
                <a:spcPct val="20000"/>
              </a:spcBef>
              <a:spcAft>
                <a:spcPct val="30000"/>
              </a:spcAft>
              <a:buClr>
                <a:schemeClr val="hlink"/>
              </a:buClr>
              <a:buFont typeface="Wingdings" pitchFamily="2" charset="2"/>
              <a:buChar char="§"/>
              <a:defRPr/>
            </a:pPr>
            <a:r>
              <a:rPr lang="en-US" dirty="0" err="1">
                <a:latin typeface="+mn-lt"/>
                <a:ea typeface="ＭＳ Ｐゴシック" pitchFamily="34" charset="-128"/>
              </a:rPr>
              <a:t>Ces</a:t>
            </a:r>
            <a:r>
              <a:rPr lang="en-US" dirty="0">
                <a:latin typeface="+mn-lt"/>
                <a:ea typeface="ＭＳ Ｐゴシック" pitchFamily="34" charset="-128"/>
              </a:rPr>
              <a:t> structures de </a:t>
            </a:r>
            <a:r>
              <a:rPr lang="en-US" dirty="0" err="1">
                <a:latin typeface="+mn-lt"/>
                <a:ea typeface="ＭＳ Ｐゴシック" pitchFamily="34" charset="-128"/>
              </a:rPr>
              <a:t>données</a:t>
            </a:r>
            <a:r>
              <a:rPr lang="en-US" dirty="0">
                <a:latin typeface="+mn-lt"/>
                <a:ea typeface="ＭＳ Ｐゴシック" pitchFamily="34" charset="-128"/>
              </a:rPr>
              <a:t> ne </a:t>
            </a:r>
            <a:r>
              <a:rPr lang="en-US" dirty="0" err="1">
                <a:latin typeface="+mn-lt"/>
                <a:ea typeface="ＭＳ Ｐゴシック" pitchFamily="34" charset="-128"/>
              </a:rPr>
              <a:t>sont</a:t>
            </a:r>
            <a:r>
              <a:rPr lang="en-US" dirty="0">
                <a:latin typeface="+mn-lt"/>
                <a:ea typeface="ＭＳ Ｐゴシック" pitchFamily="34" charset="-128"/>
              </a:rPr>
              <a:t> pas </a:t>
            </a:r>
            <a:r>
              <a:rPr lang="en-US" dirty="0" err="1">
                <a:solidFill>
                  <a:srgbClr val="0000FF"/>
                </a:solidFill>
                <a:latin typeface="+mn-lt"/>
                <a:ea typeface="ＭＳ Ｐゴシック" pitchFamily="34" charset="-128"/>
              </a:rPr>
              <a:t>séquentielles</a:t>
            </a:r>
            <a:r>
              <a:rPr lang="en-US" dirty="0">
                <a:latin typeface="+mn-lt"/>
                <a:ea typeface="ＭＳ Ｐゴシック" pitchFamily="34" charset="-128"/>
              </a:rPr>
              <a:t>, </a:t>
            </a:r>
            <a:r>
              <a:rPr lang="en-US" dirty="0" err="1">
                <a:latin typeface="+mn-lt"/>
                <a:ea typeface="ＭＳ Ｐゴシック" pitchFamily="34" charset="-128"/>
              </a:rPr>
              <a:t>l</a:t>
            </a:r>
            <a:r>
              <a:rPr lang="en-US" altLang="fr-FR" dirty="0" err="1">
                <a:latin typeface="+mn-lt"/>
                <a:ea typeface="ＭＳ Ｐゴシック" pitchFamily="34" charset="-128"/>
              </a:rPr>
              <a:t>’</a:t>
            </a:r>
            <a:r>
              <a:rPr lang="en-US" dirty="0" err="1">
                <a:latin typeface="+mn-lt"/>
                <a:ea typeface="ＭＳ Ｐゴシック" pitchFamily="34" charset="-128"/>
              </a:rPr>
              <a:t>accès</a:t>
            </a:r>
            <a:r>
              <a:rPr lang="en-US" dirty="0">
                <a:latin typeface="+mn-lt"/>
                <a:ea typeface="ＭＳ Ｐゴシック" pitchFamily="34" charset="-128"/>
              </a:rPr>
              <a:t> à un </a:t>
            </a:r>
            <a:r>
              <a:rPr lang="en-US" dirty="0" err="1">
                <a:latin typeface="+mn-lt"/>
                <a:ea typeface="ＭＳ Ｐゴシック" pitchFamily="34" charset="-128"/>
              </a:rPr>
              <a:t>élément</a:t>
            </a:r>
            <a:r>
              <a:rPr lang="en-US" dirty="0">
                <a:latin typeface="+mn-lt"/>
                <a:ea typeface="ＭＳ Ｐゴシック" pitchFamily="34" charset="-128"/>
              </a:rPr>
              <a:t> ne se </a:t>
            </a:r>
            <a:r>
              <a:rPr lang="en-US" dirty="0" err="1">
                <a:latin typeface="+mn-lt"/>
                <a:ea typeface="ＭＳ Ｐゴシック" pitchFamily="34" charset="-128"/>
              </a:rPr>
              <a:t>fera</a:t>
            </a:r>
            <a:r>
              <a:rPr lang="en-US" dirty="0">
                <a:latin typeface="+mn-lt"/>
                <a:ea typeface="ＭＳ Ｐゴシック" pitchFamily="34" charset="-128"/>
              </a:rPr>
              <a:t> </a:t>
            </a:r>
            <a:r>
              <a:rPr lang="en-US" dirty="0" err="1">
                <a:latin typeface="+mn-lt"/>
                <a:ea typeface="ＭＳ Ｐゴシック" pitchFamily="34" charset="-128"/>
              </a:rPr>
              <a:t>donc</a:t>
            </a:r>
            <a:r>
              <a:rPr lang="en-US" dirty="0">
                <a:latin typeface="+mn-lt"/>
                <a:ea typeface="ＭＳ Ｐゴシック" pitchFamily="34" charset="-128"/>
              </a:rPr>
              <a:t> pas par </a:t>
            </a:r>
            <a:r>
              <a:rPr lang="en-US" dirty="0" err="1">
                <a:latin typeface="+mn-lt"/>
                <a:ea typeface="ＭＳ Ｐゴシック" pitchFamily="34" charset="-128"/>
              </a:rPr>
              <a:t>sa</a:t>
            </a:r>
            <a:r>
              <a:rPr lang="en-US" dirty="0">
                <a:latin typeface="+mn-lt"/>
                <a:ea typeface="ＭＳ Ｐゴシック" pitchFamily="34" charset="-128"/>
              </a:rPr>
              <a:t> position.</a:t>
            </a:r>
          </a:p>
          <a:p>
            <a:pPr marL="342900" indent="-342900" algn="just">
              <a:spcBef>
                <a:spcPct val="20000"/>
              </a:spcBef>
              <a:spcAft>
                <a:spcPct val="30000"/>
              </a:spcAft>
              <a:buClr>
                <a:schemeClr val="hlink"/>
              </a:buClr>
              <a:buFont typeface="Wingdings" pitchFamily="2" charset="2"/>
              <a:buChar char="§"/>
              <a:defRPr/>
            </a:pPr>
            <a:r>
              <a:rPr lang="en-US" dirty="0" err="1">
                <a:latin typeface="+mn-lt"/>
                <a:ea typeface="ＭＳ Ｐゴシック" pitchFamily="34" charset="-128"/>
              </a:rPr>
              <a:t>Comme</a:t>
            </a:r>
            <a:r>
              <a:rPr lang="en-US" dirty="0">
                <a:latin typeface="+mn-lt"/>
                <a:ea typeface="ＭＳ Ｐゴシック" pitchFamily="34" charset="-128"/>
              </a:rPr>
              <a:t> en </a:t>
            </a:r>
            <a:r>
              <a:rPr lang="en-US" dirty="0" err="1">
                <a:latin typeface="+mn-lt"/>
                <a:ea typeface="ＭＳ Ｐゴシック" pitchFamily="34" charset="-128"/>
              </a:rPr>
              <a:t>mathématiques</a:t>
            </a:r>
            <a:r>
              <a:rPr lang="en-US" dirty="0">
                <a:latin typeface="+mn-lt"/>
                <a:ea typeface="ＭＳ Ｐゴシック" pitchFamily="34" charset="-128"/>
              </a:rPr>
              <a:t>, un ensemble ne </a:t>
            </a:r>
            <a:r>
              <a:rPr lang="en-US" dirty="0" err="1">
                <a:latin typeface="+mn-lt"/>
                <a:ea typeface="ＭＳ Ｐゴシック" pitchFamily="34" charset="-128"/>
              </a:rPr>
              <a:t>pourra</a:t>
            </a:r>
            <a:r>
              <a:rPr lang="en-US" dirty="0">
                <a:latin typeface="+mn-lt"/>
                <a:ea typeface="ＭＳ Ｐゴシック" pitchFamily="34" charset="-128"/>
              </a:rPr>
              <a:t> pas </a:t>
            </a:r>
            <a:r>
              <a:rPr lang="en-US" dirty="0" err="1">
                <a:solidFill>
                  <a:srgbClr val="0000FF"/>
                </a:solidFill>
                <a:latin typeface="+mn-lt"/>
                <a:ea typeface="ＭＳ Ｐゴシック" pitchFamily="34" charset="-128"/>
              </a:rPr>
              <a:t>contenir</a:t>
            </a:r>
            <a:r>
              <a:rPr lang="en-US" dirty="0">
                <a:latin typeface="+mn-lt"/>
                <a:ea typeface="ＭＳ Ｐゴシック" pitchFamily="34" charset="-128"/>
              </a:rPr>
              <a:t> </a:t>
            </a:r>
            <a:r>
              <a:rPr lang="en-US" dirty="0" err="1">
                <a:latin typeface="+mn-lt"/>
                <a:ea typeface="ＭＳ Ｐゴシック" pitchFamily="34" charset="-128"/>
              </a:rPr>
              <a:t>deux</a:t>
            </a:r>
            <a:r>
              <a:rPr lang="en-US" dirty="0">
                <a:latin typeface="+mn-lt"/>
                <a:ea typeface="ＭＳ Ｐゴシック" pitchFamily="34" charset="-128"/>
              </a:rPr>
              <a:t> </a:t>
            </a:r>
            <a:r>
              <a:rPr lang="en-US" dirty="0" err="1">
                <a:latin typeface="+mn-lt"/>
                <a:ea typeface="ＭＳ Ｐゴシック" pitchFamily="34" charset="-128"/>
              </a:rPr>
              <a:t>fois</a:t>
            </a:r>
            <a:r>
              <a:rPr lang="en-US" dirty="0">
                <a:latin typeface="+mn-lt"/>
                <a:ea typeface="ＭＳ Ｐゴシック" pitchFamily="34" charset="-128"/>
              </a:rPr>
              <a:t> le </a:t>
            </a:r>
            <a:r>
              <a:rPr lang="en-US" dirty="0" err="1">
                <a:solidFill>
                  <a:srgbClr val="0000FF"/>
                </a:solidFill>
                <a:latin typeface="+mn-lt"/>
                <a:ea typeface="ＭＳ Ｐゴシック" pitchFamily="34" charset="-128"/>
              </a:rPr>
              <a:t>même</a:t>
            </a:r>
            <a:r>
              <a:rPr lang="en-US" dirty="0">
                <a:solidFill>
                  <a:srgbClr val="0000FF"/>
                </a:solidFill>
                <a:latin typeface="+mn-lt"/>
                <a:ea typeface="ＭＳ Ｐゴシック" pitchFamily="34" charset="-128"/>
              </a:rPr>
              <a:t> </a:t>
            </a:r>
            <a:r>
              <a:rPr lang="en-US" dirty="0" err="1">
                <a:solidFill>
                  <a:srgbClr val="0000FF"/>
                </a:solidFill>
                <a:latin typeface="+mn-lt"/>
                <a:ea typeface="ＭＳ Ｐゴシック" pitchFamily="34" charset="-128"/>
              </a:rPr>
              <a:t>élément</a:t>
            </a:r>
            <a:r>
              <a:rPr lang="en-US" dirty="0">
                <a:latin typeface="+mn-lt"/>
                <a:ea typeface="ＭＳ Ｐゴシック" pitchFamily="34" charset="-128"/>
              </a:rPr>
              <a:t>.</a:t>
            </a:r>
          </a:p>
          <a:p>
            <a:pPr marL="342900" indent="-342900" algn="just">
              <a:spcBef>
                <a:spcPct val="20000"/>
              </a:spcBef>
              <a:spcAft>
                <a:spcPct val="30000"/>
              </a:spcAft>
              <a:buClr>
                <a:schemeClr val="hlink"/>
              </a:buClr>
              <a:buFont typeface="Wingdings" pitchFamily="2" charset="2"/>
              <a:buChar char="§"/>
              <a:defRPr/>
            </a:pPr>
            <a:r>
              <a:rPr lang="en-US" dirty="0" err="1">
                <a:latin typeface="+mn-lt"/>
                <a:ea typeface="ＭＳ Ｐゴシック" pitchFamily="34" charset="-128"/>
              </a:rPr>
              <a:t>Lors</a:t>
            </a:r>
            <a:r>
              <a:rPr lang="en-US" dirty="0">
                <a:latin typeface="+mn-lt"/>
                <a:ea typeface="ＭＳ Ｐゴシック" pitchFamily="34" charset="-128"/>
              </a:rPr>
              <a:t> de la </a:t>
            </a:r>
            <a:r>
              <a:rPr lang="en-US" dirty="0" err="1">
                <a:latin typeface="+mn-lt"/>
                <a:ea typeface="ＭＳ Ｐゴシック" pitchFamily="34" charset="-128"/>
              </a:rPr>
              <a:t>création</a:t>
            </a:r>
            <a:r>
              <a:rPr lang="en-US" dirty="0">
                <a:latin typeface="+mn-lt"/>
                <a:ea typeface="ＭＳ Ｐゴシック" pitchFamily="34" charset="-128"/>
              </a:rPr>
              <a:t> d</a:t>
            </a:r>
            <a:r>
              <a:rPr lang="en-US" altLang="fr-FR" dirty="0">
                <a:latin typeface="+mn-lt"/>
                <a:ea typeface="ＭＳ Ｐゴシック" pitchFamily="34" charset="-128"/>
              </a:rPr>
              <a:t>’</a:t>
            </a:r>
            <a:r>
              <a:rPr lang="en-US" dirty="0">
                <a:latin typeface="+mn-lt"/>
                <a:ea typeface="ＭＳ Ｐゴシック" pitchFamily="34" charset="-128"/>
              </a:rPr>
              <a:t>un ensemble </a:t>
            </a:r>
            <a:r>
              <a:rPr lang="en-US" dirty="0" err="1">
                <a:latin typeface="+mn-lt"/>
                <a:ea typeface="ＭＳ Ｐゴシック" pitchFamily="34" charset="-128"/>
              </a:rPr>
              <a:t>ou</a:t>
            </a:r>
            <a:r>
              <a:rPr lang="en-US" dirty="0">
                <a:latin typeface="+mn-lt"/>
                <a:ea typeface="ＭＳ Ｐゴシック" pitchFamily="34" charset="-128"/>
              </a:rPr>
              <a:t> </a:t>
            </a:r>
            <a:r>
              <a:rPr lang="en-US" dirty="0" err="1">
                <a:latin typeface="+mn-lt"/>
                <a:ea typeface="ＭＳ Ｐゴシック" pitchFamily="34" charset="-128"/>
              </a:rPr>
              <a:t>lors</a:t>
            </a:r>
            <a:r>
              <a:rPr lang="en-US" dirty="0">
                <a:latin typeface="+mn-lt"/>
                <a:ea typeface="ＭＳ Ｐゴシック" pitchFamily="34" charset="-128"/>
              </a:rPr>
              <a:t> de </a:t>
            </a:r>
            <a:r>
              <a:rPr lang="en-US" dirty="0" err="1">
                <a:latin typeface="+mn-lt"/>
                <a:ea typeface="ＭＳ Ｐゴシック" pitchFamily="34" charset="-128"/>
              </a:rPr>
              <a:t>sa</a:t>
            </a:r>
            <a:r>
              <a:rPr lang="en-US" dirty="0">
                <a:latin typeface="+mn-lt"/>
                <a:ea typeface="ＭＳ Ｐゴシック" pitchFamily="34" charset="-128"/>
              </a:rPr>
              <a:t> </a:t>
            </a:r>
            <a:r>
              <a:rPr lang="en-US" dirty="0" err="1">
                <a:latin typeface="+mn-lt"/>
                <a:ea typeface="ＭＳ Ｐゴシック" pitchFamily="34" charset="-128"/>
              </a:rPr>
              <a:t>mise</a:t>
            </a:r>
            <a:r>
              <a:rPr lang="en-US" dirty="0">
                <a:latin typeface="+mn-lt"/>
                <a:ea typeface="ＭＳ Ｐゴシック" pitchFamily="34" charset="-128"/>
              </a:rPr>
              <a:t> à jour, les </a:t>
            </a:r>
            <a:r>
              <a:rPr lang="en-US" dirty="0" err="1">
                <a:solidFill>
                  <a:srgbClr val="0000FF"/>
                </a:solidFill>
                <a:latin typeface="+mn-lt"/>
                <a:ea typeface="ＭＳ Ｐゴシック" pitchFamily="34" charset="-128"/>
              </a:rPr>
              <a:t>doublons</a:t>
            </a:r>
            <a:r>
              <a:rPr lang="en-US" dirty="0">
                <a:latin typeface="+mn-lt"/>
                <a:ea typeface="ＭＳ Ｐゴシック" pitchFamily="34" charset="-128"/>
              </a:rPr>
              <a:t> </a:t>
            </a:r>
            <a:r>
              <a:rPr lang="en-US" dirty="0" err="1">
                <a:latin typeface="+mn-lt"/>
                <a:ea typeface="ＭＳ Ｐゴシック" pitchFamily="34" charset="-128"/>
              </a:rPr>
              <a:t>seront</a:t>
            </a:r>
            <a:r>
              <a:rPr lang="en-US" dirty="0">
                <a:latin typeface="+mn-lt"/>
                <a:ea typeface="ＭＳ Ｐゴシック" pitchFamily="34" charset="-128"/>
              </a:rPr>
              <a:t> </a:t>
            </a:r>
            <a:r>
              <a:rPr lang="en-US" dirty="0" err="1">
                <a:latin typeface="+mn-lt"/>
                <a:ea typeface="ＭＳ Ｐゴシック" pitchFamily="34" charset="-128"/>
              </a:rPr>
              <a:t>donc</a:t>
            </a:r>
            <a:r>
              <a:rPr lang="en-US" dirty="0">
                <a:latin typeface="+mn-lt"/>
                <a:ea typeface="ＭＳ Ｐゴシック" pitchFamily="34" charset="-128"/>
              </a:rPr>
              <a:t> </a:t>
            </a:r>
            <a:r>
              <a:rPr lang="en-US" dirty="0" err="1">
                <a:solidFill>
                  <a:srgbClr val="0000FF"/>
                </a:solidFill>
                <a:latin typeface="+mn-lt"/>
                <a:ea typeface="ＭＳ Ｐゴシック" pitchFamily="34" charset="-128"/>
              </a:rPr>
              <a:t>supprimés</a:t>
            </a:r>
            <a:r>
              <a:rPr lang="en-US" b="1" dirty="0">
                <a:solidFill>
                  <a:srgbClr val="0000FF"/>
                </a:solidFill>
                <a:latin typeface="+mn-lt"/>
                <a:ea typeface="ＭＳ Ｐゴシック" pitchFamily="34" charset="-128"/>
              </a:rPr>
              <a:t> </a:t>
            </a:r>
            <a:r>
              <a:rPr lang="en-US" dirty="0" err="1">
                <a:latin typeface="+mn-lt"/>
                <a:ea typeface="ＭＳ Ｐゴシック" pitchFamily="34" charset="-128"/>
              </a:rPr>
              <a:t>automatiquement</a:t>
            </a:r>
            <a:r>
              <a:rPr lang="en-US" dirty="0">
                <a:latin typeface="+mn-lt"/>
                <a:ea typeface="ＭＳ Ｐゴシック" pitchFamily="34" charset="-128"/>
              </a:rPr>
              <a:t>.</a:t>
            </a:r>
          </a:p>
          <a:p>
            <a:pPr marL="342900" indent="-342900" algn="just">
              <a:spcBef>
                <a:spcPct val="20000"/>
              </a:spcBef>
              <a:spcAft>
                <a:spcPct val="30000"/>
              </a:spcAft>
              <a:buClr>
                <a:schemeClr val="hlink"/>
              </a:buClr>
              <a:buFont typeface="Wingdings" pitchFamily="2" charset="2"/>
              <a:buChar char="n"/>
              <a:defRPr/>
            </a:pPr>
            <a:endParaRPr lang="en-US" sz="2600" kern="0" dirty="0">
              <a:latin typeface="+mn-lt"/>
              <a:ea typeface="ＭＳ Ｐゴシック" pitchFamily="34" charset="-128"/>
              <a:cs typeface="+mn-cs"/>
            </a:endParaRPr>
          </a:p>
          <a:p>
            <a:pPr marL="342900" indent="-342900" algn="just">
              <a:spcBef>
                <a:spcPct val="20000"/>
              </a:spcBef>
              <a:spcAft>
                <a:spcPct val="30000"/>
              </a:spcAft>
              <a:buClr>
                <a:schemeClr val="hlink"/>
              </a:buClr>
              <a:buFont typeface="Wingdings" pitchFamily="2" charset="2"/>
              <a:buChar char="n"/>
              <a:defRPr/>
            </a:pPr>
            <a:endParaRPr lang="en-US" sz="2600" kern="0" dirty="0">
              <a:latin typeface="+mn-lt"/>
              <a:ea typeface="ＭＳ Ｐゴシック" pitchFamily="34" charset="-128"/>
              <a:cs typeface="+mn-cs"/>
            </a:endParaRPr>
          </a:p>
        </p:txBody>
      </p:sp>
    </p:spTree>
    <p:custDataLst>
      <p:tags r:id="rId1"/>
    </p:custDataLst>
    <p:extLst>
      <p:ext uri="{BB962C8B-B14F-4D97-AF65-F5344CB8AC3E}">
        <p14:creationId xmlns:p14="http://schemas.microsoft.com/office/powerpoint/2010/main" val="139197015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checkerboard(across)">
                                      <p:cBhvr>
                                        <p:cTn id="7" dur="500"/>
                                        <p:tgtEl>
                                          <p:spTgt spid="9">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
                                            <p:txEl>
                                              <p:pRg st="3" end="3"/>
                                            </p:txEl>
                                          </p:spTgt>
                                        </p:tgtEl>
                                        <p:attrNameLst>
                                          <p:attrName>style.visibility</p:attrName>
                                        </p:attrNameLst>
                                      </p:cBhvr>
                                      <p:to>
                                        <p:strVal val="visible"/>
                                      </p:to>
                                    </p:set>
                                    <p:animEffect transition="in" filter="checkerboard(across)">
                                      <p:cBhvr>
                                        <p:cTn id="10" dur="500"/>
                                        <p:tgtEl>
                                          <p:spTgt spid="9">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Effect transition="in" filter="checkerboard(across)">
                                      <p:cBhvr>
                                        <p:cTn id="13" dur="500"/>
                                        <p:tgtEl>
                                          <p:spTgt spid="9">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9">
                                            <p:txEl>
                                              <p:pRg st="5" end="5"/>
                                            </p:txEl>
                                          </p:spTgt>
                                        </p:tgtEl>
                                        <p:attrNameLst>
                                          <p:attrName>style.visibility</p:attrName>
                                        </p:attrNameLst>
                                      </p:cBhvr>
                                      <p:to>
                                        <p:strVal val="visible"/>
                                      </p:to>
                                    </p:set>
                                    <p:animEffect transition="in" filter="checkerboard(across)">
                                      <p:cBhvr>
                                        <p:cTn id="18" dur="500"/>
                                        <p:tgtEl>
                                          <p:spTgt spid="9">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animEffect transition="in" filter="checkerboard(across)">
                                      <p:cBhvr>
                                        <p:cTn id="23" dur="500"/>
                                        <p:tgtEl>
                                          <p:spTgt spid="9">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nodeType="clickEffect">
                                  <p:stCondLst>
                                    <p:cond delay="0"/>
                                  </p:stCondLst>
                                  <p:childTnLst>
                                    <p:set>
                                      <p:cBhvr>
                                        <p:cTn id="27" dur="1" fill="hold">
                                          <p:stCondLst>
                                            <p:cond delay="0"/>
                                          </p:stCondLst>
                                        </p:cTn>
                                        <p:tgtEl>
                                          <p:spTgt spid="9">
                                            <p:txEl>
                                              <p:pRg st="7" end="7"/>
                                            </p:txEl>
                                          </p:spTgt>
                                        </p:tgtEl>
                                        <p:attrNameLst>
                                          <p:attrName>style.visibility</p:attrName>
                                        </p:attrNameLst>
                                      </p:cBhvr>
                                      <p:to>
                                        <p:strVal val="visible"/>
                                      </p:to>
                                    </p:set>
                                    <p:animEffect transition="in" filter="checkerboard(across)">
                                      <p:cBhvr>
                                        <p:cTn id="28"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5667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5667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457200" y="928688"/>
            <a:ext cx="8435975" cy="503237"/>
          </a:xfrm>
          <a:prstGeom prst="rect">
            <a:avLst/>
          </a:prstGeom>
        </p:spPr>
        <p:txBody>
          <a:bodyPr/>
          <a:lstStyle/>
          <a:p>
            <a:pPr>
              <a:spcBef>
                <a:spcPct val="20000"/>
              </a:spcBef>
              <a:spcAft>
                <a:spcPct val="30000"/>
              </a:spcAft>
              <a:buClr>
                <a:schemeClr val="hlink"/>
              </a:buClr>
              <a:buFont typeface="Arial" pitchFamily="34" charset="0"/>
              <a:buNone/>
              <a:defRPr/>
            </a:pPr>
            <a:r>
              <a:rPr lang="en-US" sz="1800" b="1" kern="0" dirty="0" err="1">
                <a:solidFill>
                  <a:srgbClr val="FF0000"/>
                </a:solidFill>
                <a:latin typeface="+mn-lt"/>
                <a:ea typeface="ＭＳ Ｐゴシック" pitchFamily="34" charset="-128"/>
                <a:cs typeface="+mn-cs"/>
              </a:rPr>
              <a:t>Syntaxe</a:t>
            </a:r>
            <a:r>
              <a:rPr lang="en-US" sz="1800" b="1" kern="0" dirty="0">
                <a:solidFill>
                  <a:srgbClr val="FF0000"/>
                </a:solidFill>
                <a:latin typeface="+mn-lt"/>
                <a:ea typeface="ＭＳ Ｐゴシック" pitchFamily="34" charset="-128"/>
                <a:cs typeface="+mn-cs"/>
              </a:rPr>
              <a:t> de la </a:t>
            </a:r>
            <a:r>
              <a:rPr lang="en-US" sz="1800" b="1" kern="0" dirty="0" err="1">
                <a:solidFill>
                  <a:srgbClr val="FF0000"/>
                </a:solidFill>
                <a:latin typeface="+mn-lt"/>
                <a:ea typeface="ＭＳ Ｐゴシック" pitchFamily="34" charset="-128"/>
                <a:cs typeface="+mn-cs"/>
              </a:rPr>
              <a:t>déclaration</a:t>
            </a:r>
            <a:r>
              <a:rPr lang="en-US" sz="1800" b="1" kern="0" dirty="0">
                <a:solidFill>
                  <a:srgbClr val="FF0000"/>
                </a:solidFill>
                <a:latin typeface="+mn-lt"/>
                <a:ea typeface="ＭＳ Ｐゴシック" pitchFamily="34" charset="-128"/>
                <a:cs typeface="+mn-cs"/>
              </a:rPr>
              <a:t> d</a:t>
            </a:r>
            <a:r>
              <a:rPr lang="en-US" altLang="fr-FR" sz="1800" b="1" kern="0" dirty="0">
                <a:solidFill>
                  <a:srgbClr val="FF0000"/>
                </a:solidFill>
                <a:latin typeface="+mn-lt"/>
                <a:ea typeface="ＭＳ Ｐゴシック" pitchFamily="34" charset="-128"/>
                <a:cs typeface="+mn-cs"/>
              </a:rPr>
              <a:t>’</a:t>
            </a:r>
            <a:r>
              <a:rPr lang="en-US" sz="1800" b="1" kern="0" dirty="0">
                <a:solidFill>
                  <a:srgbClr val="FF0000"/>
                </a:solidFill>
                <a:latin typeface="+mn-lt"/>
                <a:ea typeface="ＭＳ Ｐゴシック" pitchFamily="34" charset="-128"/>
                <a:cs typeface="+mn-cs"/>
              </a:rPr>
              <a:t>un ensemble </a:t>
            </a:r>
            <a:r>
              <a:rPr lang="en-US" altLang="fr-FR" sz="1800" b="1" kern="0" dirty="0">
                <a:solidFill>
                  <a:srgbClr val="FF0000"/>
                </a:solidFill>
                <a:latin typeface="+mn-lt"/>
                <a:ea typeface="ＭＳ Ｐゴシック" pitchFamily="34" charset="-128"/>
                <a:cs typeface="+mn-cs"/>
              </a:rPr>
              <a:t>“</a:t>
            </a:r>
            <a:r>
              <a:rPr lang="en-US" sz="1800" b="1" kern="0" dirty="0">
                <a:solidFill>
                  <a:srgbClr val="FF0000"/>
                </a:solidFill>
                <a:latin typeface="+mn-lt"/>
                <a:ea typeface="ＭＳ Ｐゴシック" pitchFamily="34" charset="-128"/>
                <a:cs typeface="+mn-cs"/>
              </a:rPr>
              <a:t>set</a:t>
            </a:r>
            <a:r>
              <a:rPr lang="en-US" altLang="fr-FR" sz="1800" b="1" kern="0" dirty="0">
                <a:solidFill>
                  <a:srgbClr val="FF0000"/>
                </a:solidFill>
                <a:latin typeface="+mn-lt"/>
                <a:ea typeface="ＭＳ Ｐゴシック" pitchFamily="34" charset="-128"/>
                <a:cs typeface="+mn-cs"/>
              </a:rPr>
              <a:t>”</a:t>
            </a:r>
            <a:r>
              <a:rPr lang="en-US" sz="1800" b="1" kern="0" dirty="0">
                <a:solidFill>
                  <a:srgbClr val="FF0000"/>
                </a:solidFill>
                <a:latin typeface="+mn-lt"/>
                <a:ea typeface="ＭＳ Ｐゴシック" pitchFamily="34" charset="-128"/>
                <a:cs typeface="+mn-cs"/>
              </a:rPr>
              <a:t> </a:t>
            </a:r>
            <a:r>
              <a:rPr lang="en-US" sz="2400" kern="0" dirty="0">
                <a:solidFill>
                  <a:srgbClr val="FF0000"/>
                </a:solidFill>
                <a:latin typeface="+mn-lt"/>
                <a:ea typeface="ＭＳ Ｐゴシック" pitchFamily="34" charset="-128"/>
                <a:cs typeface="+mn-cs"/>
              </a:rPr>
              <a:t>:</a:t>
            </a:r>
          </a:p>
        </p:txBody>
      </p:sp>
      <p:sp>
        <p:nvSpPr>
          <p:cNvPr id="11" name="Rectangle à coins arrondis 10"/>
          <p:cNvSpPr/>
          <p:nvPr/>
        </p:nvSpPr>
        <p:spPr>
          <a:xfrm>
            <a:off x="965200" y="1428750"/>
            <a:ext cx="7321550" cy="1143000"/>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endParaRPr lang="fr-FR" sz="2400" b="1" dirty="0">
              <a:solidFill>
                <a:schemeClr val="tx1"/>
              </a:solidFill>
              <a:latin typeface="Courier New" pitchFamily="49" charset="0"/>
              <a:ea typeface="ＭＳ Ｐゴシック" pitchFamily="34" charset="-128"/>
              <a:cs typeface="Courier New" pitchFamily="49" charset="0"/>
            </a:endParaRPr>
          </a:p>
          <a:p>
            <a:pPr lvl="1" eaLnBrk="1" hangingPunct="1">
              <a:spcBef>
                <a:spcPts val="3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monSetVide</a:t>
            </a:r>
            <a:r>
              <a:rPr lang="fr-FR" sz="1800" b="1" dirty="0">
                <a:solidFill>
                  <a:schemeClr val="tx1"/>
                </a:solidFill>
                <a:latin typeface="Courier New" pitchFamily="49" charset="0"/>
                <a:ea typeface="ＭＳ Ｐゴシック" pitchFamily="34" charset="-128"/>
                <a:cs typeface="Courier New" pitchFamily="49" charset="0"/>
              </a:rPr>
              <a:t> = </a:t>
            </a:r>
            <a:r>
              <a:rPr lang="fr-FR" sz="1800" b="1" dirty="0">
                <a:solidFill>
                  <a:srgbClr val="0000FF"/>
                </a:solidFill>
                <a:latin typeface="Courier New" pitchFamily="49" charset="0"/>
                <a:ea typeface="ＭＳ Ｐゴシック" pitchFamily="34" charset="-128"/>
                <a:cs typeface="Courier New" pitchFamily="49" charset="0"/>
              </a:rPr>
              <a:t>set</a:t>
            </a:r>
            <a:r>
              <a:rPr lang="fr-FR" sz="1800" b="1" dirty="0">
                <a:solidFill>
                  <a:schemeClr val="tx1"/>
                </a:solidFill>
                <a:latin typeface="Courier New" pitchFamily="49" charset="0"/>
                <a:ea typeface="ＭＳ Ｐゴシック" pitchFamily="34" charset="-128"/>
                <a:cs typeface="Courier New" pitchFamily="49" charset="0"/>
              </a:rPr>
              <a:t>()</a:t>
            </a:r>
          </a:p>
          <a:p>
            <a:pPr lvl="1" eaLnBrk="1" hangingPunct="1">
              <a:spcBef>
                <a:spcPts val="3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monSet</a:t>
            </a:r>
            <a:r>
              <a:rPr lang="fr-FR" sz="1800" b="1" dirty="0">
                <a:solidFill>
                  <a:schemeClr val="tx1"/>
                </a:solidFill>
                <a:latin typeface="Courier New" pitchFamily="49" charset="0"/>
                <a:ea typeface="ＭＳ Ｐゴシック" pitchFamily="34" charset="-128"/>
                <a:cs typeface="Courier New" pitchFamily="49" charset="0"/>
              </a:rPr>
              <a:t> = {</a:t>
            </a:r>
            <a:r>
              <a:rPr lang="fr-FR" sz="1800" b="1" i="1" dirty="0">
                <a:solidFill>
                  <a:srgbClr val="7F7F7F"/>
                </a:solidFill>
                <a:latin typeface="Courier New" pitchFamily="49" charset="0"/>
                <a:ea typeface="ＭＳ Ｐゴシック" pitchFamily="34" charset="-128"/>
                <a:cs typeface="Courier New" pitchFamily="49" charset="0"/>
              </a:rPr>
              <a:t>élément1</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a:solidFill>
                  <a:srgbClr val="7F7F7F"/>
                </a:solidFill>
                <a:latin typeface="Courier New" pitchFamily="49" charset="0"/>
                <a:ea typeface="ＭＳ Ｐゴシック" pitchFamily="34" charset="-128"/>
                <a:cs typeface="Courier New" pitchFamily="49" charset="0"/>
              </a:rPr>
              <a:t>élément2</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err="1">
                <a:solidFill>
                  <a:srgbClr val="7F7F7F"/>
                </a:solidFill>
                <a:latin typeface="Courier New" pitchFamily="49" charset="0"/>
                <a:ea typeface="ＭＳ Ｐゴシック" pitchFamily="34" charset="-128"/>
                <a:cs typeface="Courier New" pitchFamily="49" charset="0"/>
              </a:rPr>
              <a:t>élémentN</a:t>
            </a:r>
            <a:r>
              <a:rPr lang="fr-FR" sz="1800" b="1" dirty="0">
                <a:solidFill>
                  <a:schemeClr val="tx1"/>
                </a:solidFill>
                <a:latin typeface="Courier New" pitchFamily="49" charset="0"/>
                <a:ea typeface="ＭＳ Ｐゴシック" pitchFamily="34" charset="-128"/>
                <a:cs typeface="Courier New" pitchFamily="49" charset="0"/>
              </a:rPr>
              <a:t>}</a:t>
            </a:r>
          </a:p>
          <a:p>
            <a:pPr lvl="1" eaLnBrk="1" hangingPunct="1">
              <a:spcBef>
                <a:spcPts val="3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monSet</a:t>
            </a:r>
            <a:r>
              <a:rPr lang="fr-FR" sz="1800" b="1" dirty="0">
                <a:solidFill>
                  <a:schemeClr val="tx1"/>
                </a:solidFill>
                <a:latin typeface="Courier New" pitchFamily="49" charset="0"/>
                <a:ea typeface="ＭＳ Ｐゴシック" pitchFamily="34" charset="-128"/>
                <a:cs typeface="Courier New" pitchFamily="49" charset="0"/>
              </a:rPr>
              <a:t> = </a:t>
            </a:r>
            <a:r>
              <a:rPr lang="fr-FR" sz="1800" b="1" dirty="0">
                <a:solidFill>
                  <a:srgbClr val="0000FF"/>
                </a:solidFill>
                <a:latin typeface="Courier New" pitchFamily="49" charset="0"/>
                <a:ea typeface="ＭＳ Ｐゴシック" pitchFamily="34" charset="-128"/>
                <a:cs typeface="Courier New" pitchFamily="49" charset="0"/>
              </a:rPr>
              <a:t>set</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a:solidFill>
                  <a:srgbClr val="7F7F7F"/>
                </a:solidFill>
                <a:latin typeface="Courier New" pitchFamily="49" charset="0"/>
                <a:ea typeface="ＭＳ Ｐゴシック" pitchFamily="34" charset="-128"/>
                <a:cs typeface="Courier New" pitchFamily="49" charset="0"/>
              </a:rPr>
              <a:t>séquence</a:t>
            </a:r>
            <a:r>
              <a:rPr lang="fr-FR" sz="1800" b="1" dirty="0">
                <a:solidFill>
                  <a:schemeClr val="tx1"/>
                </a:solidFill>
                <a:latin typeface="Courier New" pitchFamily="49" charset="0"/>
                <a:ea typeface="ＭＳ Ｐゴシック" pitchFamily="34" charset="-128"/>
                <a:cs typeface="Courier New" pitchFamily="49" charset="0"/>
              </a:rPr>
              <a:t>)</a:t>
            </a:r>
          </a:p>
          <a:p>
            <a:pPr lvl="1" eaLnBrk="1" hangingPunct="1">
              <a:spcBef>
                <a:spcPct val="50000"/>
              </a:spcBef>
              <a:buClr>
                <a:srgbClr val="336666"/>
              </a:buClr>
              <a:buFont typeface="Wingdings" pitchFamily="2" charset="2"/>
              <a:buNone/>
              <a:defRPr/>
            </a:pPr>
            <a:endParaRPr lang="fr-FR" sz="2400" b="1" dirty="0">
              <a:solidFill>
                <a:schemeClr val="tx1"/>
              </a:solidFill>
              <a:latin typeface="Courier New" pitchFamily="49" charset="0"/>
              <a:ea typeface="ＭＳ Ｐゴシック" pitchFamily="34" charset="-128"/>
              <a:cs typeface="Courier New" pitchFamily="49" charset="0"/>
            </a:endParaRPr>
          </a:p>
        </p:txBody>
      </p:sp>
      <p:sp>
        <p:nvSpPr>
          <p:cNvPr id="12" name="Content Placeholder 2"/>
          <p:cNvSpPr txBox="1">
            <a:spLocks/>
          </p:cNvSpPr>
          <p:nvPr/>
        </p:nvSpPr>
        <p:spPr>
          <a:xfrm>
            <a:off x="492125" y="2782888"/>
            <a:ext cx="8435975" cy="503237"/>
          </a:xfrm>
          <a:prstGeom prst="rect">
            <a:avLst/>
          </a:prstGeom>
        </p:spPr>
        <p:txBody>
          <a:bodyPr/>
          <a:lstStyle/>
          <a:p>
            <a:pPr>
              <a:spcBef>
                <a:spcPct val="20000"/>
              </a:spcBef>
              <a:spcAft>
                <a:spcPct val="30000"/>
              </a:spcAft>
              <a:buClr>
                <a:schemeClr val="hlink"/>
              </a:buClr>
              <a:buFont typeface="Arial" pitchFamily="34" charset="0"/>
              <a:buNone/>
              <a:defRPr/>
            </a:pPr>
            <a:r>
              <a:rPr lang="en-US" sz="1800" b="1" kern="0" dirty="0" err="1">
                <a:solidFill>
                  <a:srgbClr val="FF0000"/>
                </a:solidFill>
                <a:latin typeface="+mn-lt"/>
                <a:ea typeface="ＭＳ Ｐゴシック" pitchFamily="34" charset="-128"/>
                <a:cs typeface="+mn-cs"/>
              </a:rPr>
              <a:t>Exemple</a:t>
            </a:r>
            <a:r>
              <a:rPr lang="en-US" sz="1800" kern="0" dirty="0">
                <a:latin typeface="+mn-lt"/>
                <a:ea typeface="ＭＳ Ｐゴシック" pitchFamily="34" charset="-128"/>
                <a:cs typeface="+mn-cs"/>
              </a:rPr>
              <a:t> :</a:t>
            </a:r>
          </a:p>
          <a:p>
            <a:pPr>
              <a:spcBef>
                <a:spcPct val="20000"/>
              </a:spcBef>
              <a:spcAft>
                <a:spcPct val="30000"/>
              </a:spcAft>
              <a:buClr>
                <a:schemeClr val="hlink"/>
              </a:buClr>
              <a:buFont typeface="Arial" pitchFamily="34" charset="0"/>
              <a:buNone/>
              <a:defRPr/>
            </a:pPr>
            <a:endParaRPr lang="en-US" sz="2600" kern="0" dirty="0">
              <a:latin typeface="+mn-lt"/>
              <a:ea typeface="ＭＳ Ｐゴシック" pitchFamily="34" charset="-128"/>
              <a:cs typeface="+mn-cs"/>
            </a:endParaRPr>
          </a:p>
          <a:p>
            <a:pPr>
              <a:spcBef>
                <a:spcPct val="20000"/>
              </a:spcBef>
              <a:spcAft>
                <a:spcPct val="30000"/>
              </a:spcAft>
              <a:buClr>
                <a:schemeClr val="hlink"/>
              </a:buClr>
              <a:buFont typeface="Arial" pitchFamily="34" charset="0"/>
              <a:buNone/>
              <a:defRPr/>
            </a:pPr>
            <a:endParaRPr lang="en-US" sz="2600" kern="0" dirty="0">
              <a:latin typeface="+mn-lt"/>
              <a:ea typeface="ＭＳ Ｐゴシック" pitchFamily="34" charset="-128"/>
              <a:cs typeface="+mn-cs"/>
            </a:endParaRPr>
          </a:p>
        </p:txBody>
      </p:sp>
      <p:sp>
        <p:nvSpPr>
          <p:cNvPr id="13" name="Rectangle à coins arrondis 12"/>
          <p:cNvSpPr/>
          <p:nvPr/>
        </p:nvSpPr>
        <p:spPr>
          <a:xfrm>
            <a:off x="1358900" y="3286125"/>
            <a:ext cx="7356475" cy="2928938"/>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300"/>
              </a:spcBef>
              <a:buClr>
                <a:srgbClr val="336666"/>
              </a:buClr>
              <a:buFont typeface="Wingdings" pitchFamily="2" charset="2"/>
              <a:buNone/>
              <a:defRPr/>
            </a:pPr>
            <a:r>
              <a:rPr lang="fr-FR" sz="1800" b="1" dirty="0">
                <a:solidFill>
                  <a:srgbClr val="008000"/>
                </a:solidFill>
                <a:latin typeface="Courier New"/>
                <a:cs typeface="Courier New"/>
              </a:rPr>
              <a:t>&gt;&gt;&gt;</a:t>
            </a:r>
            <a:r>
              <a:rPr lang="fr-FR" sz="1800" b="1" dirty="0">
                <a:solidFill>
                  <a:schemeClr val="tx1"/>
                </a:solidFill>
                <a:latin typeface="Courier New"/>
                <a:cs typeface="Courier New"/>
              </a:rPr>
              <a:t> s = {</a:t>
            </a:r>
            <a:r>
              <a:rPr lang="fr-FR" sz="1800" b="1" dirty="0">
                <a:solidFill>
                  <a:srgbClr val="3366FF"/>
                </a:solidFill>
                <a:latin typeface="Courier New"/>
                <a:cs typeface="Courier New"/>
              </a:rPr>
              <a:t>1</a:t>
            </a:r>
            <a:r>
              <a:rPr lang="fr-FR" sz="1800" b="1" dirty="0">
                <a:solidFill>
                  <a:schemeClr val="tx1"/>
                </a:solidFill>
                <a:latin typeface="Courier New"/>
                <a:cs typeface="Courier New"/>
              </a:rPr>
              <a:t>, </a:t>
            </a:r>
            <a:r>
              <a:rPr lang="fr-FR" sz="1800" b="1" dirty="0">
                <a:solidFill>
                  <a:srgbClr val="3366FF"/>
                </a:solidFill>
                <a:latin typeface="Courier New"/>
                <a:cs typeface="Courier New"/>
              </a:rPr>
              <a:t>3</a:t>
            </a:r>
            <a:r>
              <a:rPr lang="fr-FR" sz="1800" b="1" dirty="0">
                <a:solidFill>
                  <a:schemeClr val="tx1"/>
                </a:solidFill>
                <a:latin typeface="Courier New"/>
                <a:cs typeface="Courier New"/>
              </a:rPr>
              <a:t>, </a:t>
            </a:r>
            <a:r>
              <a:rPr lang="fr-FR" sz="1800" b="1" dirty="0">
                <a:solidFill>
                  <a:srgbClr val="3366FF"/>
                </a:solidFill>
                <a:latin typeface="Courier New"/>
                <a:cs typeface="Courier New"/>
              </a:rPr>
              <a:t>5</a:t>
            </a:r>
            <a:r>
              <a:rPr lang="fr-FR" sz="1800" b="1" dirty="0">
                <a:solidFill>
                  <a:schemeClr val="tx1"/>
                </a:solidFill>
                <a:latin typeface="Courier New"/>
                <a:cs typeface="Courier New"/>
              </a:rPr>
              <a:t>, </a:t>
            </a:r>
            <a:r>
              <a:rPr lang="fr-FR" sz="1800" b="1" dirty="0">
                <a:solidFill>
                  <a:srgbClr val="3366FF"/>
                </a:solidFill>
                <a:latin typeface="Courier New"/>
                <a:cs typeface="Courier New"/>
              </a:rPr>
              <a:t>7</a:t>
            </a:r>
            <a:r>
              <a:rPr lang="fr-FR" sz="1800" b="1" dirty="0">
                <a:solidFill>
                  <a:schemeClr val="tx1"/>
                </a:solidFill>
                <a:latin typeface="Courier New"/>
                <a:cs typeface="Courier New"/>
              </a:rPr>
              <a:t>, </a:t>
            </a:r>
            <a:r>
              <a:rPr lang="fr-FR" sz="1800" b="1" dirty="0">
                <a:solidFill>
                  <a:srgbClr val="3366FF"/>
                </a:solidFill>
                <a:latin typeface="Courier New"/>
                <a:cs typeface="Courier New"/>
              </a:rPr>
              <a:t>9</a:t>
            </a:r>
            <a:r>
              <a:rPr lang="fr-FR"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fr-FR" sz="1800" b="1" dirty="0">
                <a:solidFill>
                  <a:srgbClr val="008000"/>
                </a:solidFill>
                <a:latin typeface="Courier New"/>
                <a:cs typeface="Courier New"/>
              </a:rPr>
              <a:t>&gt;&gt;&gt; </a:t>
            </a:r>
            <a:r>
              <a:rPr lang="fr-FR" sz="1800" b="1" dirty="0">
                <a:solidFill>
                  <a:schemeClr val="tx1"/>
                </a:solidFill>
                <a:latin typeface="Courier New"/>
                <a:cs typeface="Courier New"/>
              </a:rPr>
              <a:t>s</a:t>
            </a:r>
          </a:p>
          <a:p>
            <a:pPr lvl="1" eaLnBrk="1" hangingPunct="1">
              <a:spcBef>
                <a:spcPts val="300"/>
              </a:spcBef>
              <a:buClr>
                <a:srgbClr val="336666"/>
              </a:buClr>
              <a:buFont typeface="Wingdings" pitchFamily="2" charset="2"/>
              <a:buNone/>
              <a:defRPr/>
            </a:pPr>
            <a:r>
              <a:rPr lang="fr-FR" sz="1800" b="1" dirty="0">
                <a:solidFill>
                  <a:schemeClr val="tx1"/>
                </a:solidFill>
                <a:latin typeface="Courier New"/>
                <a:cs typeface="Courier New"/>
              </a:rPr>
              <a:t>{9, 3, 1, 5, 7}</a:t>
            </a:r>
          </a:p>
          <a:p>
            <a:pPr lvl="1" eaLnBrk="1" hangingPunct="1">
              <a:spcBef>
                <a:spcPts val="300"/>
              </a:spcBef>
              <a:buClr>
                <a:srgbClr val="336666"/>
              </a:buClr>
              <a:buFont typeface="Wingdings" pitchFamily="2" charset="2"/>
              <a:buNone/>
              <a:defRPr/>
            </a:pPr>
            <a:r>
              <a:rPr lang="tr-TR" sz="1800" b="1" dirty="0">
                <a:solidFill>
                  <a:schemeClr val="tx1"/>
                </a:solidFill>
                <a:latin typeface="Courier New"/>
                <a:cs typeface="Courier New"/>
              </a:rPr>
              <a:t>s = </a:t>
            </a:r>
            <a:r>
              <a:rPr lang="tr-TR" sz="1800" b="1" dirty="0">
                <a:solidFill>
                  <a:srgbClr val="0000FF"/>
                </a:solidFill>
                <a:latin typeface="Courier New"/>
                <a:cs typeface="Courier New"/>
              </a:rPr>
              <a:t>set</a:t>
            </a:r>
            <a:r>
              <a:rPr lang="tr-TR" sz="1800" b="1" dirty="0">
                <a:solidFill>
                  <a:schemeClr val="tx1"/>
                </a:solidFill>
                <a:latin typeface="Courier New"/>
                <a:cs typeface="Courier New"/>
              </a:rPr>
              <a:t>(</a:t>
            </a:r>
            <a:r>
              <a:rPr lang="tr-TR" sz="1800" b="1" dirty="0">
                <a:solidFill>
                  <a:srgbClr val="008000"/>
                </a:solidFill>
                <a:latin typeface="Courier New"/>
                <a:cs typeface="Courier New"/>
              </a:rPr>
              <a:t>'barbara'</a:t>
            </a:r>
            <a:r>
              <a:rPr lang="tr-TR"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tr-TR" sz="1800" b="1" dirty="0">
                <a:solidFill>
                  <a:srgbClr val="008000"/>
                </a:solidFill>
                <a:latin typeface="Courier New"/>
                <a:cs typeface="Courier New"/>
              </a:rPr>
              <a:t>&gt;&gt;&gt; </a:t>
            </a:r>
            <a:r>
              <a:rPr lang="tr-TR" sz="1800" b="1" dirty="0">
                <a:solidFill>
                  <a:schemeClr val="tx1"/>
                </a:solidFill>
                <a:latin typeface="Courier New"/>
                <a:cs typeface="Courier New"/>
              </a:rPr>
              <a:t>s</a:t>
            </a:r>
          </a:p>
          <a:p>
            <a:pPr lvl="1" eaLnBrk="1" hangingPunct="1">
              <a:spcBef>
                <a:spcPts val="300"/>
              </a:spcBef>
              <a:buClr>
                <a:srgbClr val="336666"/>
              </a:buClr>
              <a:buFont typeface="Wingdings" pitchFamily="2" charset="2"/>
              <a:buNone/>
              <a:defRPr/>
            </a:pPr>
            <a:r>
              <a:rPr lang="tr-TR" sz="1800" b="1" dirty="0">
                <a:solidFill>
                  <a:schemeClr val="tx1"/>
                </a:solidFill>
                <a:latin typeface="Courier New"/>
                <a:cs typeface="Courier New"/>
              </a:rPr>
              <a:t>{'r', 'b', 'a'}</a:t>
            </a:r>
          </a:p>
          <a:p>
            <a:pPr lvl="1" eaLnBrk="1" hangingPunct="1">
              <a:spcBef>
                <a:spcPts val="300"/>
              </a:spcBef>
              <a:buClr>
                <a:srgbClr val="336666"/>
              </a:buClr>
              <a:buFont typeface="Wingdings" pitchFamily="2" charset="2"/>
              <a:buNone/>
              <a:defRPr/>
            </a:pPr>
            <a:r>
              <a:rPr lang="tr-TR" sz="1800" b="1" dirty="0">
                <a:solidFill>
                  <a:srgbClr val="008000"/>
                </a:solidFill>
                <a:latin typeface="Courier New"/>
                <a:cs typeface="Courier New"/>
              </a:rPr>
              <a:t>&gt;&gt;&gt; </a:t>
            </a:r>
            <a:r>
              <a:rPr lang="tr-TR" sz="1800" b="1" dirty="0">
                <a:solidFill>
                  <a:schemeClr val="tx1"/>
                </a:solidFill>
                <a:latin typeface="Courier New"/>
                <a:cs typeface="Courier New"/>
              </a:rPr>
              <a:t>s = </a:t>
            </a:r>
            <a:r>
              <a:rPr lang="tr-TR" sz="1800" b="1" dirty="0">
                <a:solidFill>
                  <a:srgbClr val="0000FF"/>
                </a:solidFill>
                <a:latin typeface="Courier New"/>
                <a:cs typeface="Courier New"/>
              </a:rPr>
              <a:t>set</a:t>
            </a:r>
            <a:r>
              <a:rPr lang="tr-TR" sz="1800" b="1" dirty="0">
                <a:solidFill>
                  <a:schemeClr val="tx1"/>
                </a:solidFill>
                <a:latin typeface="Courier New"/>
                <a:cs typeface="Courier New"/>
              </a:rPr>
              <a:t>(</a:t>
            </a:r>
            <a:r>
              <a:rPr lang="tr-TR" sz="1800" b="1" dirty="0">
                <a:solidFill>
                  <a:srgbClr val="3366FF"/>
                </a:solidFill>
                <a:latin typeface="Courier New"/>
                <a:cs typeface="Courier New"/>
              </a:rPr>
              <a:t>range</a:t>
            </a:r>
            <a:r>
              <a:rPr lang="tr-TR" sz="1800" b="1" dirty="0">
                <a:solidFill>
                  <a:schemeClr val="tx1"/>
                </a:solidFill>
                <a:latin typeface="Courier New"/>
                <a:cs typeface="Courier New"/>
              </a:rPr>
              <a:t>(</a:t>
            </a:r>
            <a:r>
              <a:rPr lang="tr-TR" sz="1800" b="1" dirty="0">
                <a:solidFill>
                  <a:srgbClr val="3366FF"/>
                </a:solidFill>
                <a:latin typeface="Courier New"/>
                <a:cs typeface="Courier New"/>
              </a:rPr>
              <a:t>10</a:t>
            </a:r>
            <a:r>
              <a:rPr lang="tr-TR" sz="1800" b="1" dirty="0">
                <a:solidFill>
                  <a:schemeClr val="tx1"/>
                </a:solidFill>
                <a:latin typeface="Courier New"/>
                <a:cs typeface="Courier New"/>
              </a:rPr>
              <a:t>,</a:t>
            </a:r>
            <a:r>
              <a:rPr lang="tr-TR" sz="1800" b="1" dirty="0">
                <a:solidFill>
                  <a:srgbClr val="3366FF"/>
                </a:solidFill>
                <a:latin typeface="Courier New"/>
                <a:cs typeface="Courier New"/>
              </a:rPr>
              <a:t>21</a:t>
            </a:r>
            <a:r>
              <a:rPr lang="tr-TR" sz="1800" b="1" dirty="0">
                <a:solidFill>
                  <a:schemeClr val="tx1"/>
                </a:solidFill>
                <a:latin typeface="Courier New"/>
                <a:cs typeface="Courier New"/>
              </a:rPr>
              <a:t>,</a:t>
            </a:r>
            <a:r>
              <a:rPr lang="tr-TR" sz="1800" b="1" dirty="0">
                <a:solidFill>
                  <a:srgbClr val="3366FF"/>
                </a:solidFill>
                <a:latin typeface="Courier New"/>
                <a:cs typeface="Courier New"/>
              </a:rPr>
              <a:t>2</a:t>
            </a:r>
            <a:r>
              <a:rPr lang="tr-TR"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tr-TR" sz="1800" b="1" dirty="0">
                <a:solidFill>
                  <a:srgbClr val="008000"/>
                </a:solidFill>
                <a:latin typeface="Courier New"/>
                <a:cs typeface="Courier New"/>
              </a:rPr>
              <a:t>&gt;&gt;&gt;</a:t>
            </a:r>
            <a:r>
              <a:rPr lang="tr-TR" sz="1800" b="1" dirty="0">
                <a:solidFill>
                  <a:schemeClr val="tx1"/>
                </a:solidFill>
                <a:latin typeface="Courier New"/>
                <a:cs typeface="Courier New"/>
              </a:rPr>
              <a:t> s</a:t>
            </a:r>
          </a:p>
          <a:p>
            <a:pPr lvl="1" eaLnBrk="1" hangingPunct="1">
              <a:spcBef>
                <a:spcPts val="300"/>
              </a:spcBef>
              <a:buClr>
                <a:srgbClr val="336666"/>
              </a:buClr>
              <a:buFont typeface="Wingdings" pitchFamily="2" charset="2"/>
              <a:buNone/>
              <a:defRPr/>
            </a:pPr>
            <a:r>
              <a:rPr lang="tr-TR" sz="1800" b="1" dirty="0">
                <a:solidFill>
                  <a:schemeClr val="tx1"/>
                </a:solidFill>
                <a:latin typeface="Courier New"/>
                <a:cs typeface="Courier New"/>
              </a:rPr>
              <a:t>{10, 12, 14, 16, 18, 20}</a:t>
            </a:r>
            <a:endParaRPr lang="fr-FR" sz="1800" b="1" dirty="0">
              <a:solidFill>
                <a:schemeClr val="tx1"/>
              </a:solidFill>
              <a:latin typeface="Courier New"/>
              <a:cs typeface="Courier New"/>
            </a:endParaRPr>
          </a:p>
          <a:p>
            <a:pPr lvl="1" eaLnBrk="1" hangingPunct="1">
              <a:spcBef>
                <a:spcPts val="300"/>
              </a:spcBef>
              <a:buClr>
                <a:srgbClr val="336666"/>
              </a:buClr>
              <a:buFont typeface="Wingdings" pitchFamily="2" charset="2"/>
              <a:buNone/>
              <a:defRPr/>
            </a:pPr>
            <a:r>
              <a:rPr lang="tr-TR" sz="1800" b="1" dirty="0">
                <a:solidFill>
                  <a:srgbClr val="008000"/>
                </a:solidFill>
                <a:latin typeface="Courier New"/>
                <a:cs typeface="Courier New"/>
              </a:rPr>
              <a:t>&gt;&gt;&gt;</a:t>
            </a:r>
            <a:r>
              <a:rPr lang="fr-FR" sz="1800" b="1" dirty="0">
                <a:solidFill>
                  <a:schemeClr val="tx1"/>
                </a:solidFill>
                <a:latin typeface="Courier New"/>
                <a:cs typeface="Courier New"/>
              </a:rPr>
              <a:t> s.</a:t>
            </a:r>
            <a:r>
              <a:rPr lang="fr-FR" sz="1800" b="1" dirty="0">
                <a:solidFill>
                  <a:srgbClr val="0000FF"/>
                </a:solidFill>
                <a:latin typeface="Courier New"/>
                <a:cs typeface="Courier New"/>
              </a:rPr>
              <a:t>add</a:t>
            </a:r>
            <a:r>
              <a:rPr lang="fr-FR" sz="1800" b="1" dirty="0">
                <a:solidFill>
                  <a:schemeClr val="tx1"/>
                </a:solidFill>
                <a:latin typeface="Courier New"/>
                <a:cs typeface="Courier New"/>
              </a:rPr>
              <a:t>(30)</a:t>
            </a:r>
          </a:p>
          <a:p>
            <a:pPr lvl="1" eaLnBrk="1" hangingPunct="1">
              <a:spcBef>
                <a:spcPts val="300"/>
              </a:spcBef>
              <a:buClr>
                <a:srgbClr val="336666"/>
              </a:buClr>
              <a:buFont typeface="Wingdings" pitchFamily="2" charset="2"/>
              <a:buNone/>
              <a:defRPr/>
            </a:pPr>
            <a:r>
              <a:rPr lang="tr-TR" sz="1800" b="1" dirty="0">
                <a:solidFill>
                  <a:srgbClr val="008000"/>
                </a:solidFill>
                <a:latin typeface="Courier New"/>
                <a:cs typeface="Courier New"/>
              </a:rPr>
              <a:t>&gt;&gt;&gt;</a:t>
            </a:r>
            <a:r>
              <a:rPr lang="fr-FR" sz="1800" b="1" dirty="0">
                <a:solidFill>
                  <a:schemeClr val="tx1"/>
                </a:solidFill>
                <a:latin typeface="Courier New"/>
                <a:cs typeface="Courier New"/>
              </a:rPr>
              <a:t> s</a:t>
            </a:r>
          </a:p>
          <a:p>
            <a:pPr lvl="1" eaLnBrk="1" hangingPunct="1">
              <a:spcBef>
                <a:spcPts val="300"/>
              </a:spcBef>
              <a:buClr>
                <a:srgbClr val="336666"/>
              </a:buClr>
              <a:buFont typeface="Wingdings" pitchFamily="2" charset="2"/>
              <a:buNone/>
              <a:defRPr/>
            </a:pPr>
            <a:r>
              <a:rPr lang="fr-FR" sz="1800" b="1" dirty="0">
                <a:solidFill>
                  <a:schemeClr val="tx1"/>
                </a:solidFill>
                <a:latin typeface="Courier New"/>
                <a:cs typeface="Courier New"/>
              </a:rPr>
              <a:t>{10, 12, 14, 16, 18, 20, 30}</a:t>
            </a:r>
          </a:p>
        </p:txBody>
      </p:sp>
    </p:spTree>
    <p:custDataLst>
      <p:tags r:id="rId1"/>
    </p:custDataLst>
    <p:extLst>
      <p:ext uri="{BB962C8B-B14F-4D97-AF65-F5344CB8AC3E}">
        <p14:creationId xmlns:p14="http://schemas.microsoft.com/office/powerpoint/2010/main" val="41792178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heckerboard(across)">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5770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5770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457200" y="928688"/>
            <a:ext cx="8435975" cy="503237"/>
          </a:xfrm>
          <a:prstGeom prst="rect">
            <a:avLst/>
          </a:prstGeom>
        </p:spPr>
        <p:txBody>
          <a:bodyPr/>
          <a:lstStyle/>
          <a:p>
            <a:pPr>
              <a:spcBef>
                <a:spcPct val="20000"/>
              </a:spcBef>
              <a:spcAft>
                <a:spcPct val="30000"/>
              </a:spcAft>
              <a:buClr>
                <a:schemeClr val="hlink"/>
              </a:buClr>
              <a:buFont typeface="Wingdings" pitchFamily="2" charset="2"/>
              <a:buNone/>
              <a:defRPr/>
            </a:pPr>
            <a:r>
              <a:rPr lang="fr-FR" sz="1800" b="1" kern="0" dirty="0">
                <a:solidFill>
                  <a:srgbClr val="FF0000"/>
                </a:solidFill>
                <a:latin typeface="+mn-lt"/>
                <a:ea typeface="ＭＳ Ｐゴシック" pitchFamily="34" charset="-128"/>
                <a:cs typeface="+mn-cs"/>
              </a:rPr>
              <a:t>Syntaxe de la déclaration d’un ensemble “</a:t>
            </a:r>
            <a:r>
              <a:rPr lang="fr-FR" sz="1800" b="1" kern="0" dirty="0" err="1">
                <a:solidFill>
                  <a:srgbClr val="FF0000"/>
                </a:solidFill>
                <a:latin typeface="+mn-lt"/>
                <a:ea typeface="ＭＳ Ｐゴシック" pitchFamily="34" charset="-128"/>
                <a:cs typeface="+mn-cs"/>
              </a:rPr>
              <a:t>frozenset</a:t>
            </a:r>
            <a:r>
              <a:rPr lang="fr-FR" sz="1800" b="1" kern="0" dirty="0">
                <a:solidFill>
                  <a:srgbClr val="FF0000"/>
                </a:solidFill>
                <a:latin typeface="+mn-lt"/>
                <a:ea typeface="ＭＳ Ｐゴシック" pitchFamily="34" charset="-128"/>
                <a:cs typeface="+mn-cs"/>
              </a:rPr>
              <a:t>” :</a:t>
            </a:r>
          </a:p>
        </p:txBody>
      </p:sp>
      <p:sp>
        <p:nvSpPr>
          <p:cNvPr id="11" name="Rectangle à coins arrondis 10"/>
          <p:cNvSpPr/>
          <p:nvPr/>
        </p:nvSpPr>
        <p:spPr>
          <a:xfrm>
            <a:off x="965200" y="1357313"/>
            <a:ext cx="7321550" cy="1143000"/>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endParaRPr lang="fr-FR" sz="2400" b="1" dirty="0">
              <a:solidFill>
                <a:schemeClr val="tx1"/>
              </a:solidFill>
              <a:latin typeface="Courier New" pitchFamily="49" charset="0"/>
              <a:ea typeface="ＭＳ Ｐゴシック" pitchFamily="34" charset="-128"/>
              <a:cs typeface="Courier New" pitchFamily="49" charset="0"/>
            </a:endParaRPr>
          </a:p>
          <a:p>
            <a:pPr lvl="1" eaLnBrk="1" hangingPunct="1">
              <a:spcBef>
                <a:spcPct val="500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monFrozenSetVide</a:t>
            </a:r>
            <a:r>
              <a:rPr lang="fr-FR" sz="1800" b="1" dirty="0">
                <a:solidFill>
                  <a:schemeClr val="tx1"/>
                </a:solidFill>
                <a:latin typeface="Courier New" pitchFamily="49" charset="0"/>
                <a:ea typeface="ＭＳ Ｐゴシック" pitchFamily="34" charset="-128"/>
                <a:cs typeface="Courier New" pitchFamily="49" charset="0"/>
              </a:rPr>
              <a:t> = </a:t>
            </a:r>
            <a:r>
              <a:rPr lang="fr-FR" sz="1800" b="1" dirty="0" err="1">
                <a:solidFill>
                  <a:srgbClr val="0000FF"/>
                </a:solidFill>
                <a:latin typeface="Courier New" pitchFamily="49" charset="0"/>
                <a:ea typeface="ＭＳ Ｐゴシック" pitchFamily="34" charset="-128"/>
                <a:cs typeface="Courier New" pitchFamily="49" charset="0"/>
              </a:rPr>
              <a:t>frozenset</a:t>
            </a:r>
            <a:r>
              <a:rPr lang="fr-FR" sz="1800" b="1" dirty="0">
                <a:solidFill>
                  <a:schemeClr val="tx1"/>
                </a:solidFill>
                <a:latin typeface="Courier New" pitchFamily="49" charset="0"/>
                <a:ea typeface="ＭＳ Ｐゴシック" pitchFamily="34" charset="-128"/>
                <a:cs typeface="Courier New" pitchFamily="49" charset="0"/>
              </a:rPr>
              <a:t>()</a:t>
            </a:r>
          </a:p>
          <a:p>
            <a:pPr lvl="1" eaLnBrk="1" hangingPunct="1">
              <a:spcBef>
                <a:spcPct val="50000"/>
              </a:spcBef>
              <a:buClr>
                <a:srgbClr val="336666"/>
              </a:buClr>
              <a:buFont typeface="Wingdings" pitchFamily="2" charset="2"/>
              <a:buNone/>
              <a:defRPr/>
            </a:pPr>
            <a:r>
              <a:rPr lang="fr-FR" sz="1800" b="1" dirty="0" err="1">
                <a:solidFill>
                  <a:schemeClr val="tx1"/>
                </a:solidFill>
                <a:latin typeface="Courier New" pitchFamily="49" charset="0"/>
                <a:ea typeface="ＭＳ Ｐゴシック" pitchFamily="34" charset="-128"/>
                <a:cs typeface="Courier New" pitchFamily="49" charset="0"/>
              </a:rPr>
              <a:t>monFrozenSet</a:t>
            </a:r>
            <a:r>
              <a:rPr lang="fr-FR" sz="1800" b="1" dirty="0">
                <a:solidFill>
                  <a:schemeClr val="tx1"/>
                </a:solidFill>
                <a:latin typeface="Courier New" pitchFamily="49" charset="0"/>
                <a:ea typeface="ＭＳ Ｐゴシック" pitchFamily="34" charset="-128"/>
                <a:cs typeface="Courier New" pitchFamily="49" charset="0"/>
              </a:rPr>
              <a:t> = </a:t>
            </a:r>
            <a:r>
              <a:rPr lang="fr-FR" sz="1800" b="1" dirty="0" err="1">
                <a:solidFill>
                  <a:srgbClr val="0000FF"/>
                </a:solidFill>
                <a:latin typeface="Courier New" pitchFamily="49" charset="0"/>
                <a:ea typeface="ＭＳ Ｐゴシック" pitchFamily="34" charset="-128"/>
                <a:cs typeface="Courier New" pitchFamily="49" charset="0"/>
              </a:rPr>
              <a:t>frozenset</a:t>
            </a:r>
            <a:r>
              <a:rPr lang="fr-FR" sz="1800" b="1" dirty="0">
                <a:solidFill>
                  <a:schemeClr val="tx1"/>
                </a:solidFill>
                <a:latin typeface="Courier New" pitchFamily="49" charset="0"/>
                <a:ea typeface="ＭＳ Ｐゴシック" pitchFamily="34" charset="-128"/>
                <a:cs typeface="Courier New" pitchFamily="49" charset="0"/>
              </a:rPr>
              <a:t>(</a:t>
            </a:r>
            <a:r>
              <a:rPr lang="fr-FR" sz="1800" b="1" i="1" dirty="0">
                <a:solidFill>
                  <a:srgbClr val="7F7F7F"/>
                </a:solidFill>
                <a:latin typeface="Courier New" pitchFamily="49" charset="0"/>
                <a:ea typeface="ＭＳ Ｐゴシック" pitchFamily="34" charset="-128"/>
                <a:cs typeface="Courier New" pitchFamily="49" charset="0"/>
              </a:rPr>
              <a:t>séquence</a:t>
            </a:r>
            <a:r>
              <a:rPr lang="fr-FR" sz="1800" b="1" dirty="0">
                <a:solidFill>
                  <a:schemeClr val="tx1"/>
                </a:solidFill>
                <a:latin typeface="Courier New" pitchFamily="49" charset="0"/>
                <a:ea typeface="ＭＳ Ｐゴシック" pitchFamily="34" charset="-128"/>
                <a:cs typeface="Courier New" pitchFamily="49" charset="0"/>
              </a:rPr>
              <a:t>)</a:t>
            </a:r>
          </a:p>
          <a:p>
            <a:pPr lvl="1" eaLnBrk="1" hangingPunct="1">
              <a:spcBef>
                <a:spcPct val="50000"/>
              </a:spcBef>
              <a:buClr>
                <a:srgbClr val="336666"/>
              </a:buClr>
              <a:buFont typeface="Wingdings" pitchFamily="2" charset="2"/>
              <a:buNone/>
              <a:defRPr/>
            </a:pPr>
            <a:endParaRPr lang="fr-FR" sz="2400" b="1" dirty="0">
              <a:solidFill>
                <a:schemeClr val="tx1"/>
              </a:solidFill>
              <a:latin typeface="Courier New" pitchFamily="49" charset="0"/>
              <a:ea typeface="ＭＳ Ｐゴシック" pitchFamily="34" charset="-128"/>
              <a:cs typeface="Courier New" pitchFamily="49" charset="0"/>
            </a:endParaRPr>
          </a:p>
        </p:txBody>
      </p:sp>
      <p:sp>
        <p:nvSpPr>
          <p:cNvPr id="12" name="Content Placeholder 2"/>
          <p:cNvSpPr txBox="1">
            <a:spLocks/>
          </p:cNvSpPr>
          <p:nvPr/>
        </p:nvSpPr>
        <p:spPr>
          <a:xfrm>
            <a:off x="492125" y="2571750"/>
            <a:ext cx="8435975" cy="503238"/>
          </a:xfrm>
          <a:prstGeom prst="rect">
            <a:avLst/>
          </a:prstGeom>
        </p:spPr>
        <p:txBody>
          <a:bodyPr/>
          <a:lstStyle/>
          <a:p>
            <a:pPr>
              <a:spcBef>
                <a:spcPct val="20000"/>
              </a:spcBef>
              <a:spcAft>
                <a:spcPct val="30000"/>
              </a:spcAft>
              <a:buClr>
                <a:schemeClr val="hlink"/>
              </a:buClr>
              <a:buFont typeface="Arial" pitchFamily="34" charset="0"/>
              <a:buNone/>
              <a:defRPr/>
            </a:pPr>
            <a:r>
              <a:rPr lang="en-US" sz="1800" b="1" kern="0" dirty="0" err="1">
                <a:solidFill>
                  <a:srgbClr val="FF0000"/>
                </a:solidFill>
                <a:latin typeface="+mn-lt"/>
                <a:ea typeface="ＭＳ Ｐゴシック" pitchFamily="34" charset="-128"/>
                <a:cs typeface="+mn-cs"/>
              </a:rPr>
              <a:t>Exemple</a:t>
            </a:r>
            <a:r>
              <a:rPr lang="en-US" sz="1800" kern="0" dirty="0">
                <a:latin typeface="+mn-lt"/>
                <a:ea typeface="ＭＳ Ｐゴシック" pitchFamily="34" charset="-128"/>
                <a:cs typeface="+mn-cs"/>
              </a:rPr>
              <a:t> :</a:t>
            </a:r>
          </a:p>
          <a:p>
            <a:pPr>
              <a:spcBef>
                <a:spcPct val="20000"/>
              </a:spcBef>
              <a:spcAft>
                <a:spcPct val="30000"/>
              </a:spcAft>
              <a:buClr>
                <a:schemeClr val="hlink"/>
              </a:buClr>
              <a:buFont typeface="Arial" pitchFamily="34" charset="0"/>
              <a:buNone/>
              <a:defRPr/>
            </a:pPr>
            <a:endParaRPr lang="en-US" sz="2600" kern="0" dirty="0">
              <a:latin typeface="+mn-lt"/>
              <a:ea typeface="ＭＳ Ｐゴシック" pitchFamily="34" charset="-128"/>
              <a:cs typeface="+mn-cs"/>
            </a:endParaRPr>
          </a:p>
          <a:p>
            <a:pPr>
              <a:spcBef>
                <a:spcPct val="20000"/>
              </a:spcBef>
              <a:spcAft>
                <a:spcPct val="30000"/>
              </a:spcAft>
              <a:buClr>
                <a:schemeClr val="hlink"/>
              </a:buClr>
              <a:buFont typeface="Arial" pitchFamily="34" charset="0"/>
              <a:buNone/>
              <a:defRPr/>
            </a:pPr>
            <a:endParaRPr lang="en-US" sz="2600" kern="0" dirty="0">
              <a:latin typeface="+mn-lt"/>
              <a:ea typeface="ＭＳ Ｐゴシック" pitchFamily="34" charset="-128"/>
              <a:cs typeface="+mn-cs"/>
            </a:endParaRPr>
          </a:p>
        </p:txBody>
      </p:sp>
      <p:sp>
        <p:nvSpPr>
          <p:cNvPr id="13" name="Rectangle à coins arrondis 12"/>
          <p:cNvSpPr/>
          <p:nvPr/>
        </p:nvSpPr>
        <p:spPr>
          <a:xfrm>
            <a:off x="1000125" y="3286125"/>
            <a:ext cx="8143875" cy="2928938"/>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300"/>
              </a:spcBef>
              <a:buClr>
                <a:srgbClr val="336666"/>
              </a:buClr>
              <a:buFont typeface="Wingdings" pitchFamily="2" charset="2"/>
              <a:buNone/>
              <a:defRPr/>
            </a:pPr>
            <a:r>
              <a:rPr lang="tr-TR" sz="1800" b="1" dirty="0">
                <a:solidFill>
                  <a:srgbClr val="008000"/>
                </a:solidFill>
                <a:latin typeface="Courier New"/>
                <a:cs typeface="Courier New"/>
              </a:rPr>
              <a:t>&gt;&gt;&gt; </a:t>
            </a:r>
            <a:r>
              <a:rPr lang="tr-TR" sz="1800" b="1" dirty="0">
                <a:solidFill>
                  <a:schemeClr val="tx1"/>
                </a:solidFill>
                <a:latin typeface="Courier New"/>
                <a:cs typeface="Courier New"/>
              </a:rPr>
              <a:t>s = </a:t>
            </a:r>
            <a:r>
              <a:rPr lang="tr-TR" sz="1800" b="1" dirty="0">
                <a:solidFill>
                  <a:srgbClr val="0000FF"/>
                </a:solidFill>
                <a:latin typeface="Courier New"/>
                <a:cs typeface="Courier New"/>
              </a:rPr>
              <a:t>frozenset</a:t>
            </a:r>
            <a:r>
              <a:rPr lang="tr-TR" sz="1800" b="1" dirty="0">
                <a:solidFill>
                  <a:schemeClr val="tx1"/>
                </a:solidFill>
                <a:latin typeface="Courier New"/>
                <a:cs typeface="Courier New"/>
              </a:rPr>
              <a:t>(</a:t>
            </a:r>
            <a:r>
              <a:rPr lang="tr-TR" sz="1800" b="1" dirty="0">
                <a:solidFill>
                  <a:srgbClr val="008000"/>
                </a:solidFill>
                <a:latin typeface="Courier New"/>
                <a:cs typeface="Courier New"/>
              </a:rPr>
              <a:t>'barbara'</a:t>
            </a:r>
            <a:r>
              <a:rPr lang="tr-TR"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tr-TR" sz="1800" b="1" dirty="0">
                <a:solidFill>
                  <a:srgbClr val="008000"/>
                </a:solidFill>
                <a:latin typeface="Courier New"/>
                <a:cs typeface="Courier New"/>
              </a:rPr>
              <a:t>&gt;&gt;&gt;</a:t>
            </a:r>
            <a:r>
              <a:rPr lang="tr-TR" sz="1800" b="1" dirty="0">
                <a:solidFill>
                  <a:schemeClr val="tx1"/>
                </a:solidFill>
                <a:latin typeface="Courier New"/>
                <a:cs typeface="Courier New"/>
              </a:rPr>
              <a:t> s</a:t>
            </a:r>
          </a:p>
          <a:p>
            <a:pPr lvl="1" eaLnBrk="1" hangingPunct="1">
              <a:spcBef>
                <a:spcPts val="300"/>
              </a:spcBef>
              <a:buClr>
                <a:srgbClr val="336666"/>
              </a:buClr>
              <a:buFont typeface="Wingdings" pitchFamily="2" charset="2"/>
              <a:buNone/>
              <a:defRPr/>
            </a:pPr>
            <a:r>
              <a:rPr lang="tr-TR" sz="1800" b="1" dirty="0">
                <a:solidFill>
                  <a:schemeClr val="tx1"/>
                </a:solidFill>
                <a:latin typeface="Courier New"/>
                <a:cs typeface="Courier New"/>
              </a:rPr>
              <a:t>frozenset({</a:t>
            </a:r>
            <a:r>
              <a:rPr lang="tr-TR" sz="1800" b="1" dirty="0">
                <a:solidFill>
                  <a:srgbClr val="008000"/>
                </a:solidFill>
                <a:latin typeface="Courier New"/>
                <a:cs typeface="Courier New"/>
              </a:rPr>
              <a:t>'r'</a:t>
            </a:r>
            <a:r>
              <a:rPr lang="tr-TR" sz="1800" b="1" dirty="0">
                <a:solidFill>
                  <a:schemeClr val="tx1"/>
                </a:solidFill>
                <a:latin typeface="Courier New"/>
                <a:cs typeface="Courier New"/>
              </a:rPr>
              <a:t>, </a:t>
            </a:r>
            <a:r>
              <a:rPr lang="tr-TR" sz="1800" b="1" dirty="0">
                <a:solidFill>
                  <a:srgbClr val="008000"/>
                </a:solidFill>
                <a:latin typeface="Courier New"/>
                <a:cs typeface="Courier New"/>
              </a:rPr>
              <a:t>'b'</a:t>
            </a:r>
            <a:r>
              <a:rPr lang="tr-TR" sz="1800" b="1" dirty="0">
                <a:solidFill>
                  <a:schemeClr val="tx1"/>
                </a:solidFill>
                <a:latin typeface="Courier New"/>
                <a:cs typeface="Courier New"/>
              </a:rPr>
              <a:t>, </a:t>
            </a:r>
            <a:r>
              <a:rPr lang="tr-TR" sz="1800" b="1" dirty="0">
                <a:solidFill>
                  <a:srgbClr val="008000"/>
                </a:solidFill>
                <a:latin typeface="Courier New"/>
                <a:cs typeface="Courier New"/>
              </a:rPr>
              <a:t>'a'</a:t>
            </a:r>
            <a:r>
              <a:rPr lang="tr-TR"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cs-CZ" sz="1800" b="1" dirty="0">
                <a:solidFill>
                  <a:srgbClr val="008000"/>
                </a:solidFill>
                <a:latin typeface="Courier New"/>
                <a:cs typeface="Courier New"/>
              </a:rPr>
              <a:t>&gt;&gt;&gt;</a:t>
            </a:r>
            <a:r>
              <a:rPr lang="cs-CZ" sz="1800" b="1" dirty="0">
                <a:solidFill>
                  <a:schemeClr val="tx1"/>
                </a:solidFill>
                <a:latin typeface="Courier New"/>
                <a:cs typeface="Courier New"/>
              </a:rPr>
              <a:t> s = </a:t>
            </a:r>
            <a:r>
              <a:rPr lang="cs-CZ" sz="1800" b="1" dirty="0">
                <a:solidFill>
                  <a:srgbClr val="0000FF"/>
                </a:solidFill>
                <a:latin typeface="Courier New"/>
                <a:cs typeface="Courier New"/>
              </a:rPr>
              <a:t>frozenset</a:t>
            </a:r>
            <a:r>
              <a:rPr lang="cs-CZ" sz="1800" b="1" dirty="0">
                <a:solidFill>
                  <a:schemeClr val="tx1"/>
                </a:solidFill>
                <a:latin typeface="Courier New"/>
                <a:cs typeface="Courier New"/>
              </a:rPr>
              <a:t>([</a:t>
            </a:r>
            <a:r>
              <a:rPr lang="cs-CZ" sz="1800" b="1" dirty="0">
                <a:solidFill>
                  <a:srgbClr val="3366FF"/>
                </a:solidFill>
                <a:latin typeface="Courier New"/>
                <a:cs typeface="Courier New"/>
              </a:rPr>
              <a:t>1</a:t>
            </a:r>
            <a:r>
              <a:rPr lang="cs-CZ" sz="1800" b="1" dirty="0">
                <a:solidFill>
                  <a:schemeClr val="tx1"/>
                </a:solidFill>
                <a:latin typeface="Courier New"/>
                <a:cs typeface="Courier New"/>
              </a:rPr>
              <a:t>, </a:t>
            </a:r>
            <a:r>
              <a:rPr lang="cs-CZ" sz="1800" b="1" dirty="0">
                <a:solidFill>
                  <a:srgbClr val="3366FF"/>
                </a:solidFill>
                <a:latin typeface="Courier New"/>
                <a:cs typeface="Courier New"/>
              </a:rPr>
              <a:t>5</a:t>
            </a:r>
            <a:r>
              <a:rPr lang="cs-CZ" sz="1800" b="1" dirty="0">
                <a:solidFill>
                  <a:schemeClr val="tx1"/>
                </a:solidFill>
                <a:latin typeface="Courier New"/>
                <a:cs typeface="Courier New"/>
              </a:rPr>
              <a:t>, </a:t>
            </a:r>
            <a:r>
              <a:rPr lang="cs-CZ" sz="1800" b="1" dirty="0">
                <a:solidFill>
                  <a:srgbClr val="3366FF"/>
                </a:solidFill>
                <a:latin typeface="Courier New"/>
                <a:cs typeface="Courier New"/>
              </a:rPr>
              <a:t>666</a:t>
            </a:r>
            <a:r>
              <a:rPr lang="cs-CZ"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cs-CZ" sz="1800" b="1" dirty="0">
                <a:solidFill>
                  <a:srgbClr val="008000"/>
                </a:solidFill>
                <a:latin typeface="Courier New"/>
                <a:cs typeface="Courier New"/>
              </a:rPr>
              <a:t>&gt;&gt;&gt;</a:t>
            </a:r>
            <a:r>
              <a:rPr lang="cs-CZ" sz="1800" b="1" dirty="0">
                <a:solidFill>
                  <a:schemeClr val="tx1"/>
                </a:solidFill>
                <a:latin typeface="Courier New"/>
                <a:cs typeface="Courier New"/>
              </a:rPr>
              <a:t> s</a:t>
            </a:r>
            <a:endParaRPr lang="fr-FR" sz="1800" b="1" dirty="0">
              <a:solidFill>
                <a:schemeClr val="tx1"/>
              </a:solidFill>
              <a:latin typeface="Courier New"/>
              <a:cs typeface="Courier New"/>
            </a:endParaRPr>
          </a:p>
          <a:p>
            <a:pPr lvl="1" eaLnBrk="1" hangingPunct="1">
              <a:spcBef>
                <a:spcPts val="300"/>
              </a:spcBef>
              <a:buClr>
                <a:srgbClr val="336666"/>
              </a:buClr>
              <a:buFont typeface="Wingdings" pitchFamily="2" charset="2"/>
              <a:buNone/>
              <a:defRPr/>
            </a:pPr>
            <a:r>
              <a:rPr lang="cs-CZ" sz="1800" b="1" dirty="0">
                <a:solidFill>
                  <a:schemeClr val="tx1"/>
                </a:solidFill>
                <a:latin typeface="Courier New"/>
                <a:cs typeface="Courier New"/>
              </a:rPr>
              <a:t>frozenset({</a:t>
            </a:r>
            <a:r>
              <a:rPr lang="cs-CZ" sz="1800" b="1" dirty="0">
                <a:solidFill>
                  <a:srgbClr val="3366FF"/>
                </a:solidFill>
                <a:latin typeface="Courier New"/>
                <a:cs typeface="Courier New"/>
              </a:rPr>
              <a:t>1</a:t>
            </a:r>
            <a:r>
              <a:rPr lang="cs-CZ" sz="1800" b="1" dirty="0">
                <a:solidFill>
                  <a:schemeClr val="tx1"/>
                </a:solidFill>
                <a:latin typeface="Courier New"/>
                <a:cs typeface="Courier New"/>
              </a:rPr>
              <a:t>, </a:t>
            </a:r>
            <a:r>
              <a:rPr lang="cs-CZ" sz="1800" b="1" dirty="0">
                <a:solidFill>
                  <a:srgbClr val="3366FF"/>
                </a:solidFill>
                <a:latin typeface="Courier New"/>
                <a:cs typeface="Courier New"/>
              </a:rPr>
              <a:t>666</a:t>
            </a:r>
            <a:r>
              <a:rPr lang="cs-CZ" sz="1800" b="1" dirty="0">
                <a:solidFill>
                  <a:schemeClr val="tx1"/>
                </a:solidFill>
                <a:latin typeface="Courier New"/>
                <a:cs typeface="Courier New"/>
              </a:rPr>
              <a:t>, </a:t>
            </a:r>
            <a:r>
              <a:rPr lang="cs-CZ" sz="1800" b="1" dirty="0">
                <a:solidFill>
                  <a:srgbClr val="3366FF"/>
                </a:solidFill>
                <a:latin typeface="Courier New"/>
                <a:cs typeface="Courier New"/>
              </a:rPr>
              <a:t>5</a:t>
            </a:r>
            <a:r>
              <a:rPr lang="cs-CZ"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cs-CZ" sz="1800" b="1" dirty="0">
                <a:solidFill>
                  <a:srgbClr val="008000"/>
                </a:solidFill>
                <a:latin typeface="Courier New"/>
                <a:cs typeface="Courier New"/>
              </a:rPr>
              <a:t>&gt;&gt;&gt; </a:t>
            </a:r>
            <a:r>
              <a:rPr lang="en-US" sz="1800" b="1" dirty="0" err="1">
                <a:solidFill>
                  <a:schemeClr val="tx1"/>
                </a:solidFill>
                <a:latin typeface="Courier New"/>
                <a:cs typeface="Courier New"/>
              </a:rPr>
              <a:t>s.add</a:t>
            </a:r>
            <a:r>
              <a:rPr lang="en-US" sz="1800" b="1" dirty="0">
                <a:solidFill>
                  <a:schemeClr val="tx1"/>
                </a:solidFill>
                <a:latin typeface="Courier New"/>
                <a:cs typeface="Courier New"/>
              </a:rPr>
              <a:t>(3)</a:t>
            </a:r>
          </a:p>
          <a:p>
            <a:pPr lvl="1" eaLnBrk="1" hangingPunct="1">
              <a:spcBef>
                <a:spcPts val="300"/>
              </a:spcBef>
              <a:buClr>
                <a:srgbClr val="336666"/>
              </a:buClr>
              <a:buFont typeface="Wingdings" pitchFamily="2" charset="2"/>
              <a:buNone/>
              <a:defRPr/>
            </a:pPr>
            <a:r>
              <a:rPr lang="en-US" sz="1600" b="1" dirty="0" err="1">
                <a:solidFill>
                  <a:srgbClr val="FF0000"/>
                </a:solidFill>
                <a:latin typeface="Courier New"/>
                <a:cs typeface="Courier New"/>
              </a:rPr>
              <a:t>Traceback</a:t>
            </a:r>
            <a:r>
              <a:rPr lang="en-US" sz="1600" b="1" dirty="0">
                <a:solidFill>
                  <a:srgbClr val="FF0000"/>
                </a:solidFill>
                <a:latin typeface="Courier New"/>
                <a:cs typeface="Courier New"/>
              </a:rPr>
              <a:t> (most recent call last):</a:t>
            </a:r>
          </a:p>
          <a:p>
            <a:pPr lvl="1" eaLnBrk="1" hangingPunct="1">
              <a:spcBef>
                <a:spcPts val="300"/>
              </a:spcBef>
              <a:buClr>
                <a:srgbClr val="336666"/>
              </a:buClr>
              <a:buFont typeface="Wingdings" pitchFamily="2" charset="2"/>
              <a:buNone/>
              <a:defRPr/>
            </a:pPr>
            <a:r>
              <a:rPr lang="en-US" sz="1600" b="1" dirty="0">
                <a:solidFill>
                  <a:srgbClr val="FF0000"/>
                </a:solidFill>
                <a:latin typeface="Courier New"/>
                <a:cs typeface="Courier New"/>
              </a:rPr>
              <a:t>  File "&lt;</a:t>
            </a:r>
            <a:r>
              <a:rPr lang="en-US" sz="1600" b="1" dirty="0" err="1">
                <a:solidFill>
                  <a:srgbClr val="FF0000"/>
                </a:solidFill>
                <a:latin typeface="Courier New"/>
                <a:cs typeface="Courier New"/>
              </a:rPr>
              <a:t>stdin</a:t>
            </a:r>
            <a:r>
              <a:rPr lang="en-US" sz="1600" b="1" dirty="0">
                <a:solidFill>
                  <a:srgbClr val="FF0000"/>
                </a:solidFill>
                <a:latin typeface="Courier New"/>
                <a:cs typeface="Courier New"/>
              </a:rPr>
              <a:t>&gt;", line 1, in &lt;module&gt;</a:t>
            </a:r>
          </a:p>
          <a:p>
            <a:pPr lvl="1" eaLnBrk="1" hangingPunct="1">
              <a:spcBef>
                <a:spcPts val="300"/>
              </a:spcBef>
              <a:buClr>
                <a:srgbClr val="336666"/>
              </a:buClr>
              <a:buFont typeface="Wingdings" pitchFamily="2" charset="2"/>
              <a:buNone/>
              <a:defRPr/>
            </a:pPr>
            <a:r>
              <a:rPr lang="en-US" sz="1600" b="1" dirty="0" err="1">
                <a:solidFill>
                  <a:srgbClr val="FF0000"/>
                </a:solidFill>
                <a:latin typeface="Courier New"/>
                <a:cs typeface="Courier New"/>
              </a:rPr>
              <a:t>AttributeError</a:t>
            </a:r>
            <a:r>
              <a:rPr lang="en-US" sz="1600" b="1" dirty="0">
                <a:solidFill>
                  <a:srgbClr val="FF0000"/>
                </a:solidFill>
                <a:latin typeface="Courier New"/>
                <a:cs typeface="Courier New"/>
              </a:rPr>
              <a:t>: '</a:t>
            </a:r>
            <a:r>
              <a:rPr lang="en-US" sz="1600" b="1" dirty="0" err="1">
                <a:solidFill>
                  <a:srgbClr val="FF0000"/>
                </a:solidFill>
                <a:latin typeface="Courier New"/>
                <a:cs typeface="Courier New"/>
              </a:rPr>
              <a:t>frozenset</a:t>
            </a:r>
            <a:r>
              <a:rPr lang="en-US" sz="1600" b="1" dirty="0">
                <a:solidFill>
                  <a:srgbClr val="FF0000"/>
                </a:solidFill>
                <a:latin typeface="Courier New"/>
                <a:cs typeface="Courier New"/>
              </a:rPr>
              <a:t>' object has no attribute 'add'</a:t>
            </a:r>
            <a:endParaRPr lang="cs-CZ" sz="1600" b="1" dirty="0">
              <a:solidFill>
                <a:srgbClr val="FF0000"/>
              </a:solidFill>
              <a:latin typeface="Courier New"/>
              <a:cs typeface="Courier New"/>
            </a:endParaRPr>
          </a:p>
          <a:p>
            <a:pPr lvl="1" eaLnBrk="1" hangingPunct="1">
              <a:spcBef>
                <a:spcPts val="300"/>
              </a:spcBef>
              <a:buClr>
                <a:srgbClr val="336666"/>
              </a:buClr>
              <a:buFont typeface="Wingdings" pitchFamily="2" charset="2"/>
              <a:buNone/>
              <a:defRPr/>
            </a:pPr>
            <a:r>
              <a:rPr lang="cs-CZ" sz="1800" b="1" dirty="0">
                <a:solidFill>
                  <a:srgbClr val="008000"/>
                </a:solidFill>
                <a:latin typeface="Courier New"/>
                <a:cs typeface="Courier New"/>
              </a:rPr>
              <a:t>&gt;&gt;&gt;</a:t>
            </a:r>
            <a:r>
              <a:rPr lang="cs-CZ" sz="1800" b="1" dirty="0">
                <a:solidFill>
                  <a:schemeClr val="tx1"/>
                </a:solidFill>
                <a:latin typeface="Courier New"/>
                <a:cs typeface="Courier New"/>
              </a:rPr>
              <a:t> s = </a:t>
            </a:r>
            <a:r>
              <a:rPr lang="cs-CZ" sz="1800" b="1" dirty="0">
                <a:solidFill>
                  <a:srgbClr val="0000FF"/>
                </a:solidFill>
                <a:latin typeface="Courier New"/>
                <a:cs typeface="Courier New"/>
              </a:rPr>
              <a:t>frozenset</a:t>
            </a:r>
            <a:r>
              <a:rPr lang="cs-CZ" sz="1800" b="1" dirty="0">
                <a:solidFill>
                  <a:schemeClr val="tx1"/>
                </a:solidFill>
                <a:latin typeface="Courier New"/>
                <a:cs typeface="Courier New"/>
              </a:rPr>
              <a:t>({</a:t>
            </a:r>
            <a:r>
              <a:rPr lang="cs-CZ" sz="1800" b="1" dirty="0">
                <a:solidFill>
                  <a:srgbClr val="3366FF"/>
                </a:solidFill>
                <a:latin typeface="Courier New"/>
                <a:cs typeface="Courier New"/>
              </a:rPr>
              <a:t>5</a:t>
            </a:r>
            <a:r>
              <a:rPr lang="cs-CZ" sz="1800" b="1" dirty="0">
                <a:solidFill>
                  <a:schemeClr val="tx1"/>
                </a:solidFill>
                <a:latin typeface="Courier New"/>
                <a:cs typeface="Courier New"/>
              </a:rPr>
              <a:t>, </a:t>
            </a:r>
            <a:r>
              <a:rPr lang="cs-CZ" sz="1800" b="1" dirty="0">
                <a:solidFill>
                  <a:srgbClr val="3366FF"/>
                </a:solidFill>
                <a:latin typeface="Courier New"/>
                <a:cs typeface="Courier New"/>
              </a:rPr>
              <a:t>12</a:t>
            </a:r>
            <a:r>
              <a:rPr lang="cs-CZ" sz="1800" b="1" dirty="0">
                <a:solidFill>
                  <a:schemeClr val="tx1"/>
                </a:solidFill>
                <a:latin typeface="Courier New"/>
                <a:cs typeface="Courier New"/>
              </a:rPr>
              <a:t>, </a:t>
            </a:r>
            <a:r>
              <a:rPr lang="cs-CZ" sz="1800" b="1" dirty="0">
                <a:solidFill>
                  <a:srgbClr val="3366FF"/>
                </a:solidFill>
                <a:latin typeface="Courier New"/>
                <a:cs typeface="Courier New"/>
              </a:rPr>
              <a:t>777</a:t>
            </a:r>
            <a:r>
              <a:rPr lang="cs-CZ"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cs-CZ" sz="1800" b="1" dirty="0">
                <a:solidFill>
                  <a:srgbClr val="008000"/>
                </a:solidFill>
                <a:latin typeface="Courier New"/>
                <a:cs typeface="Courier New"/>
              </a:rPr>
              <a:t>&gt;&gt;&gt;</a:t>
            </a:r>
            <a:r>
              <a:rPr lang="cs-CZ" sz="1800" b="1" dirty="0">
                <a:solidFill>
                  <a:schemeClr val="tx1"/>
                </a:solidFill>
                <a:latin typeface="Courier New"/>
                <a:cs typeface="Courier New"/>
              </a:rPr>
              <a:t> s</a:t>
            </a:r>
          </a:p>
          <a:p>
            <a:pPr lvl="1" eaLnBrk="1" hangingPunct="1">
              <a:spcBef>
                <a:spcPts val="300"/>
              </a:spcBef>
              <a:buClr>
                <a:srgbClr val="336666"/>
              </a:buClr>
              <a:buFont typeface="Wingdings" pitchFamily="2" charset="2"/>
              <a:buNone/>
              <a:defRPr/>
            </a:pPr>
            <a:r>
              <a:rPr lang="cs-CZ" sz="1800" b="1" dirty="0">
                <a:solidFill>
                  <a:schemeClr val="tx1"/>
                </a:solidFill>
                <a:latin typeface="Courier New"/>
                <a:cs typeface="Courier New"/>
              </a:rPr>
              <a:t>frozenset({</a:t>
            </a:r>
            <a:r>
              <a:rPr lang="cs-CZ" sz="1800" b="1" dirty="0">
                <a:solidFill>
                  <a:srgbClr val="3366FF"/>
                </a:solidFill>
                <a:latin typeface="Courier New"/>
                <a:cs typeface="Courier New"/>
              </a:rPr>
              <a:t>777</a:t>
            </a:r>
            <a:r>
              <a:rPr lang="cs-CZ" sz="1800" b="1" dirty="0">
                <a:solidFill>
                  <a:schemeClr val="tx1"/>
                </a:solidFill>
                <a:latin typeface="Courier New"/>
                <a:cs typeface="Courier New"/>
              </a:rPr>
              <a:t>, </a:t>
            </a:r>
            <a:r>
              <a:rPr lang="cs-CZ" sz="1800" b="1" dirty="0">
                <a:solidFill>
                  <a:srgbClr val="3366FF"/>
                </a:solidFill>
                <a:latin typeface="Courier New"/>
                <a:cs typeface="Courier New"/>
              </a:rPr>
              <a:t>12</a:t>
            </a:r>
            <a:r>
              <a:rPr lang="cs-CZ" sz="1800" b="1" dirty="0">
                <a:solidFill>
                  <a:schemeClr val="tx1"/>
                </a:solidFill>
                <a:latin typeface="Courier New"/>
                <a:cs typeface="Courier New"/>
              </a:rPr>
              <a:t>, </a:t>
            </a:r>
            <a:r>
              <a:rPr lang="cs-CZ" sz="1800" b="1" dirty="0">
                <a:solidFill>
                  <a:srgbClr val="3366FF"/>
                </a:solidFill>
                <a:latin typeface="Courier New"/>
                <a:cs typeface="Courier New"/>
              </a:rPr>
              <a:t>5</a:t>
            </a:r>
            <a:r>
              <a:rPr lang="cs-CZ" sz="1800" b="1" dirty="0">
                <a:solidFill>
                  <a:schemeClr val="tx1"/>
                </a:solidFill>
                <a:latin typeface="Courier New"/>
                <a:cs typeface="Courier New"/>
              </a:rPr>
              <a:t>})</a:t>
            </a:r>
            <a:endParaRPr lang="fr-FR" sz="1800"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411521483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heckerboard(across)">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5872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5872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642938" y="996950"/>
            <a:ext cx="8435975" cy="503238"/>
          </a:xfrm>
          <a:prstGeom prst="rect">
            <a:avLst/>
          </a:prstGeom>
        </p:spPr>
        <p:txBody>
          <a:bodyPr/>
          <a:lstStyle/>
          <a:p>
            <a:pPr>
              <a:spcBef>
                <a:spcPct val="20000"/>
              </a:spcBef>
              <a:spcAft>
                <a:spcPct val="30000"/>
              </a:spcAft>
              <a:buClr>
                <a:schemeClr val="hlink"/>
              </a:buClr>
              <a:buFont typeface="Wingdings" pitchFamily="2" charset="2"/>
              <a:buNone/>
              <a:defRPr/>
            </a:pPr>
            <a:r>
              <a:rPr lang="fr-FR" b="1" kern="0" dirty="0">
                <a:solidFill>
                  <a:srgbClr val="FF0000"/>
                </a:solidFill>
                <a:latin typeface="+mn-lt"/>
                <a:ea typeface="ＭＳ Ｐゴシック" pitchFamily="34" charset="-128"/>
                <a:cs typeface="+mn-cs"/>
              </a:rPr>
              <a:t>Opérations communes:</a:t>
            </a:r>
          </a:p>
        </p:txBody>
      </p:sp>
      <p:sp>
        <p:nvSpPr>
          <p:cNvPr id="14" name="Content Placeholder 2"/>
          <p:cNvSpPr txBox="1">
            <a:spLocks/>
          </p:cNvSpPr>
          <p:nvPr/>
        </p:nvSpPr>
        <p:spPr>
          <a:xfrm>
            <a:off x="493713" y="1638300"/>
            <a:ext cx="8435975" cy="5076825"/>
          </a:xfrm>
          <a:prstGeom prst="rect">
            <a:avLst/>
          </a:prstGeom>
        </p:spPr>
        <p:txBody>
          <a:bodyPr/>
          <a:lstStyle/>
          <a:p>
            <a:pPr marL="342900" indent="-342900" algn="just">
              <a:spcBef>
                <a:spcPct val="20000"/>
              </a:spcBef>
              <a:spcAft>
                <a:spcPct val="30000"/>
              </a:spcAft>
              <a:buClr>
                <a:schemeClr val="hlink"/>
              </a:buClr>
              <a:buFont typeface="Wingdings" pitchFamily="2" charset="2"/>
              <a:buChar char="§"/>
              <a:defRPr/>
            </a:pPr>
            <a:r>
              <a:rPr lang="en-US" kern="0" dirty="0">
                <a:latin typeface="+mn-lt"/>
                <a:ea typeface="ＭＳ Ｐゴシック" pitchFamily="34" charset="-128"/>
                <a:cs typeface="+mn-cs"/>
              </a:rPr>
              <a:t>Les </a:t>
            </a:r>
            <a:r>
              <a:rPr lang="en-US" kern="0" dirty="0" err="1">
                <a:latin typeface="+mn-lt"/>
                <a:ea typeface="ＭＳ Ｐゴシック" pitchFamily="34" charset="-128"/>
                <a:cs typeface="+mn-cs"/>
              </a:rPr>
              <a:t>opérations</a:t>
            </a:r>
            <a:r>
              <a:rPr lang="en-US" kern="0" dirty="0">
                <a:latin typeface="+mn-lt"/>
                <a:ea typeface="ＭＳ Ｐゴシック" pitchFamily="34" charset="-128"/>
                <a:cs typeface="+mn-cs"/>
              </a:rPr>
              <a:t> communes aux types </a:t>
            </a:r>
            <a:r>
              <a:rPr lang="en-US" altLang="fr-FR" kern="0" dirty="0">
                <a:latin typeface="+mn-lt"/>
                <a:ea typeface="ＭＳ Ｐゴシック" pitchFamily="34" charset="-128"/>
                <a:cs typeface="+mn-cs"/>
              </a:rPr>
              <a:t>“</a:t>
            </a:r>
            <a:r>
              <a:rPr lang="en-US" kern="0" dirty="0">
                <a:latin typeface="+mn-lt"/>
                <a:ea typeface="ＭＳ Ｐゴシック" pitchFamily="34" charset="-128"/>
                <a:cs typeface="+mn-cs"/>
              </a:rPr>
              <a:t>set</a:t>
            </a:r>
            <a:r>
              <a:rPr lang="en-US" altLang="fr-FR" kern="0" dirty="0">
                <a:latin typeface="+mn-lt"/>
                <a:ea typeface="ＭＳ Ｐゴシック" pitchFamily="34" charset="-128"/>
                <a:cs typeface="+mn-cs"/>
              </a:rPr>
              <a:t>”</a:t>
            </a:r>
            <a:r>
              <a:rPr lang="en-US" kern="0" dirty="0">
                <a:latin typeface="+mn-lt"/>
                <a:ea typeface="ＭＳ Ｐゴシック" pitchFamily="34" charset="-128"/>
                <a:cs typeface="+mn-cs"/>
              </a:rPr>
              <a:t> et </a:t>
            </a:r>
            <a:r>
              <a:rPr lang="en-US" altLang="fr-FR" kern="0" dirty="0">
                <a:latin typeface="+mn-lt"/>
                <a:ea typeface="ＭＳ Ｐゴシック" pitchFamily="34" charset="-128"/>
                <a:cs typeface="+mn-cs"/>
              </a:rPr>
              <a:t>“</a:t>
            </a:r>
            <a:r>
              <a:rPr lang="en-US" kern="0" dirty="0" err="1">
                <a:latin typeface="+mn-lt"/>
                <a:ea typeface="ＭＳ Ｐゴシック" pitchFamily="34" charset="-128"/>
                <a:cs typeface="+mn-cs"/>
              </a:rPr>
              <a:t>frozenset</a:t>
            </a:r>
            <a:r>
              <a:rPr lang="en-US" altLang="fr-FR" kern="0" dirty="0">
                <a:latin typeface="+mn-lt"/>
                <a:ea typeface="ＭＳ Ｐゴシック" pitchFamily="34" charset="-128"/>
                <a:cs typeface="+mn-cs"/>
              </a:rPr>
              <a:t>”</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sont</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celles</a:t>
            </a:r>
            <a:r>
              <a:rPr lang="en-US" kern="0" dirty="0">
                <a:latin typeface="+mn-lt"/>
                <a:ea typeface="ＭＳ Ｐゴシック" pitchFamily="34" charset="-128"/>
                <a:cs typeface="+mn-cs"/>
              </a:rPr>
              <a:t> des </a:t>
            </a:r>
            <a:r>
              <a:rPr lang="en-US" kern="0" dirty="0">
                <a:solidFill>
                  <a:srgbClr val="0000FF"/>
                </a:solidFill>
                <a:latin typeface="+mn-lt"/>
                <a:ea typeface="ＭＳ Ｐゴシック" pitchFamily="34" charset="-128"/>
                <a:cs typeface="+mn-cs"/>
              </a:rPr>
              <a:t>ensembles en </a:t>
            </a:r>
            <a:r>
              <a:rPr lang="en-US" kern="0" dirty="0" err="1">
                <a:solidFill>
                  <a:srgbClr val="0000FF"/>
                </a:solidFill>
                <a:latin typeface="+mn-lt"/>
                <a:ea typeface="ＭＳ Ｐゴシック" pitchFamily="34" charset="-128"/>
                <a:cs typeface="+mn-cs"/>
              </a:rPr>
              <a:t>mathématiques</a:t>
            </a:r>
            <a:r>
              <a:rPr lang="en-US" kern="0" dirty="0">
                <a:solidFill>
                  <a:srgbClr val="0000FF"/>
                </a:solidFill>
                <a:latin typeface="+mn-lt"/>
                <a:ea typeface="ＭＳ Ｐゴシック" pitchFamily="34" charset="-128"/>
                <a:cs typeface="+mn-cs"/>
              </a:rPr>
              <a:t> </a:t>
            </a:r>
            <a:r>
              <a:rPr lang="en-US" kern="0" dirty="0">
                <a:latin typeface="+mn-lt"/>
                <a:ea typeface="ＭＳ Ｐゴシック" pitchFamily="34" charset="-128"/>
                <a:cs typeface="+mn-cs"/>
              </a:rPr>
              <a:t>:</a:t>
            </a:r>
          </a:p>
          <a:p>
            <a:pPr marL="860425" lvl="1" indent="-342900">
              <a:spcBef>
                <a:spcPct val="20000"/>
              </a:spcBef>
              <a:spcAft>
                <a:spcPct val="30000"/>
              </a:spcAft>
              <a:buClr>
                <a:schemeClr val="bg2"/>
              </a:buClr>
              <a:buFont typeface="Arial" pitchFamily="34" charset="0"/>
              <a:buChar char="•"/>
              <a:defRPr/>
            </a:pPr>
            <a:r>
              <a:rPr lang="en-US" kern="0" dirty="0">
                <a:latin typeface="+mn-lt"/>
                <a:ea typeface="ＭＳ Ｐゴシック" pitchFamily="34" charset="-128"/>
              </a:rPr>
              <a:t>Test </a:t>
            </a:r>
            <a:r>
              <a:rPr lang="en-US" kern="0" dirty="0" err="1">
                <a:latin typeface="+mn-lt"/>
                <a:ea typeface="ＭＳ Ｐゴシック" pitchFamily="34" charset="-128"/>
              </a:rPr>
              <a:t>d</a:t>
            </a:r>
            <a:r>
              <a:rPr lang="en-US" altLang="fr-FR" kern="0" dirty="0" err="1">
                <a:latin typeface="+mn-lt"/>
                <a:ea typeface="ＭＳ Ｐゴシック" pitchFamily="34" charset="-128"/>
              </a:rPr>
              <a:t>’</a:t>
            </a:r>
            <a:r>
              <a:rPr lang="en-US" kern="0" dirty="0" err="1">
                <a:latin typeface="+mn-lt"/>
                <a:ea typeface="ＭＳ Ｐゴシック" pitchFamily="34" charset="-128"/>
              </a:rPr>
              <a:t>appartenance</a:t>
            </a:r>
            <a:endParaRPr lang="en-US" kern="0" dirty="0">
              <a:latin typeface="+mn-lt"/>
              <a:ea typeface="ＭＳ Ｐゴシック" pitchFamily="34" charset="-128"/>
            </a:endParaRPr>
          </a:p>
          <a:p>
            <a:pPr marL="860425" lvl="1" indent="-342900">
              <a:spcBef>
                <a:spcPct val="20000"/>
              </a:spcBef>
              <a:spcAft>
                <a:spcPct val="30000"/>
              </a:spcAft>
              <a:buClr>
                <a:schemeClr val="bg2"/>
              </a:buClr>
              <a:buFont typeface="Arial" pitchFamily="34" charset="0"/>
              <a:buChar char="•"/>
              <a:defRPr/>
            </a:pPr>
            <a:r>
              <a:rPr lang="en-US" kern="0" dirty="0">
                <a:latin typeface="+mn-lt"/>
                <a:ea typeface="ＭＳ Ｐゴシック" pitchFamily="34" charset="-128"/>
              </a:rPr>
              <a:t>Test </a:t>
            </a:r>
            <a:r>
              <a:rPr lang="en-US" kern="0" dirty="0" err="1">
                <a:latin typeface="+mn-lt"/>
                <a:ea typeface="ＭＳ Ｐゴシック" pitchFamily="34" charset="-128"/>
              </a:rPr>
              <a:t>d</a:t>
            </a:r>
            <a:r>
              <a:rPr lang="en-US" altLang="fr-FR" kern="0" dirty="0" err="1">
                <a:latin typeface="+mn-lt"/>
                <a:ea typeface="ＭＳ Ｐゴシック" pitchFamily="34" charset="-128"/>
              </a:rPr>
              <a:t>’</a:t>
            </a:r>
            <a:r>
              <a:rPr lang="en-US" kern="0" dirty="0" err="1">
                <a:latin typeface="+mn-lt"/>
                <a:ea typeface="ＭＳ Ｐゴシック" pitchFamily="34" charset="-128"/>
              </a:rPr>
              <a:t>inclusion</a:t>
            </a:r>
            <a:endParaRPr lang="en-US" kern="0" dirty="0">
              <a:latin typeface="+mn-lt"/>
              <a:ea typeface="ＭＳ Ｐゴシック" pitchFamily="34" charset="-128"/>
            </a:endParaRPr>
          </a:p>
          <a:p>
            <a:pPr marL="860425" lvl="1" indent="-342900">
              <a:spcBef>
                <a:spcPct val="20000"/>
              </a:spcBef>
              <a:spcAft>
                <a:spcPct val="30000"/>
              </a:spcAft>
              <a:buClr>
                <a:schemeClr val="bg2"/>
              </a:buClr>
              <a:buFont typeface="Arial" pitchFamily="34" charset="0"/>
              <a:buChar char="•"/>
              <a:defRPr/>
            </a:pPr>
            <a:r>
              <a:rPr lang="en-US" kern="0" dirty="0">
                <a:latin typeface="+mn-lt"/>
                <a:ea typeface="ＭＳ Ｐゴシック" pitchFamily="34" charset="-128"/>
              </a:rPr>
              <a:t>Union</a:t>
            </a:r>
          </a:p>
          <a:p>
            <a:pPr marL="860425" lvl="1" indent="-342900">
              <a:spcBef>
                <a:spcPct val="20000"/>
              </a:spcBef>
              <a:spcAft>
                <a:spcPct val="30000"/>
              </a:spcAft>
              <a:buClr>
                <a:schemeClr val="bg2"/>
              </a:buClr>
              <a:buFont typeface="Arial" pitchFamily="34" charset="0"/>
              <a:buChar char="•"/>
              <a:defRPr/>
            </a:pPr>
            <a:r>
              <a:rPr lang="en-US" kern="0" dirty="0">
                <a:latin typeface="+mn-lt"/>
                <a:ea typeface="ＭＳ Ｐゴシック" pitchFamily="34" charset="-128"/>
              </a:rPr>
              <a:t>Intersection</a:t>
            </a:r>
          </a:p>
          <a:p>
            <a:pPr marL="860425" lvl="1" indent="-342900">
              <a:spcBef>
                <a:spcPct val="20000"/>
              </a:spcBef>
              <a:spcAft>
                <a:spcPct val="30000"/>
              </a:spcAft>
              <a:buClr>
                <a:schemeClr val="bg2"/>
              </a:buClr>
              <a:buFont typeface="Arial" pitchFamily="34" charset="0"/>
              <a:buChar char="•"/>
              <a:defRPr/>
            </a:pPr>
            <a:r>
              <a:rPr lang="en-US" kern="0" dirty="0" err="1">
                <a:latin typeface="+mn-lt"/>
                <a:ea typeface="ＭＳ Ｐゴシック" pitchFamily="34" charset="-128"/>
              </a:rPr>
              <a:t>Différence</a:t>
            </a:r>
            <a:endParaRPr lang="en-US" kern="0" dirty="0">
              <a:latin typeface="+mn-lt"/>
              <a:ea typeface="ＭＳ Ｐゴシック" pitchFamily="34" charset="-128"/>
            </a:endParaRPr>
          </a:p>
          <a:p>
            <a:pPr marL="860425" lvl="1" indent="-342900">
              <a:spcBef>
                <a:spcPct val="20000"/>
              </a:spcBef>
              <a:spcAft>
                <a:spcPct val="30000"/>
              </a:spcAft>
              <a:buClr>
                <a:schemeClr val="bg2"/>
              </a:buClr>
              <a:buFont typeface="Arial" pitchFamily="34" charset="0"/>
              <a:buChar char="•"/>
              <a:defRPr/>
            </a:pPr>
            <a:r>
              <a:rPr lang="en-US" kern="0" dirty="0" err="1">
                <a:latin typeface="+mn-lt"/>
                <a:ea typeface="ＭＳ Ｐゴシック" pitchFamily="34" charset="-128"/>
              </a:rPr>
              <a:t>Différence</a:t>
            </a:r>
            <a:r>
              <a:rPr lang="en-US" kern="0" dirty="0">
                <a:latin typeface="+mn-lt"/>
                <a:ea typeface="ＭＳ Ｐゴシック" pitchFamily="34" charset="-128"/>
              </a:rPr>
              <a:t> </a:t>
            </a:r>
            <a:r>
              <a:rPr lang="en-US" kern="0" dirty="0" err="1">
                <a:latin typeface="+mn-lt"/>
                <a:ea typeface="ＭＳ Ｐゴシック" pitchFamily="34" charset="-128"/>
              </a:rPr>
              <a:t>symétrique</a:t>
            </a:r>
            <a:endParaRPr lang="en-US" kern="0" dirty="0">
              <a:latin typeface="+mn-lt"/>
              <a:ea typeface="ＭＳ Ｐゴシック" pitchFamily="34" charset="-128"/>
            </a:endParaRPr>
          </a:p>
        </p:txBody>
      </p:sp>
    </p:spTree>
    <p:custDataLst>
      <p:tags r:id="rId1"/>
    </p:custDataLst>
    <p:extLst>
      <p:ext uri="{BB962C8B-B14F-4D97-AF65-F5344CB8AC3E}">
        <p14:creationId xmlns:p14="http://schemas.microsoft.com/office/powerpoint/2010/main" val="1520808598"/>
      </p:ext>
    </p:extLst>
  </p:cSld>
  <p:clrMapOvr>
    <a:masterClrMapping/>
  </p:clrMapOvr>
  <p:transition>
    <p:wip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5974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5975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642938" y="928688"/>
            <a:ext cx="8435975" cy="503237"/>
          </a:xfrm>
          <a:prstGeom prst="rect">
            <a:avLst/>
          </a:prstGeom>
        </p:spPr>
        <p:txBody>
          <a:bodyPr/>
          <a:lstStyle/>
          <a:p>
            <a:pPr>
              <a:spcBef>
                <a:spcPct val="20000"/>
              </a:spcBef>
              <a:spcAft>
                <a:spcPct val="30000"/>
              </a:spcAft>
              <a:buClr>
                <a:schemeClr val="hlink"/>
              </a:buClr>
              <a:buFont typeface="Wingdings" pitchFamily="2" charset="2"/>
              <a:buNone/>
              <a:defRPr/>
            </a:pPr>
            <a:r>
              <a:rPr lang="fr-FR" b="1" kern="0" dirty="0">
                <a:solidFill>
                  <a:srgbClr val="FF0000"/>
                </a:solidFill>
                <a:latin typeface="+mn-lt"/>
                <a:ea typeface="ＭＳ Ｐゴシック" pitchFamily="34" charset="-128"/>
                <a:cs typeface="+mn-cs"/>
              </a:rPr>
              <a:t>Opérations d’appartenance :</a:t>
            </a:r>
          </a:p>
        </p:txBody>
      </p:sp>
      <p:graphicFrame>
        <p:nvGraphicFramePr>
          <p:cNvPr id="9" name="Tableau 8"/>
          <p:cNvGraphicFramePr>
            <a:graphicFrameLocks noGrp="1"/>
          </p:cNvGraphicFramePr>
          <p:nvPr/>
        </p:nvGraphicFramePr>
        <p:xfrm>
          <a:off x="500063" y="1357313"/>
          <a:ext cx="8496300" cy="3048000"/>
        </p:xfrm>
        <a:graphic>
          <a:graphicData uri="http://schemas.openxmlformats.org/drawingml/2006/table">
            <a:tbl>
              <a:tblPr/>
              <a:tblGrid>
                <a:gridCol w="2913062"/>
                <a:gridCol w="5583238"/>
              </a:tblGrid>
              <a:tr h="31718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rgbClr val="FFFFFF"/>
                          </a:solidFill>
                          <a:effectLst/>
                          <a:latin typeface="+mn-lt"/>
                          <a:ea typeface="ＭＳ Ｐゴシック" pitchFamily="34" charset="-128"/>
                        </a:rPr>
                        <a:t>Opération</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rgbClr val="FFFFFF"/>
                          </a:solidFill>
                          <a:effectLst/>
                          <a:latin typeface="+mn-lt"/>
                          <a:ea typeface="ＭＳ Ｐゴシック" pitchFamily="34" charset="-128"/>
                        </a:rPr>
                        <a:t>Résultat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x in s</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Teste si </a:t>
                      </a:r>
                      <a:r>
                        <a:rPr kumimoji="0" lang="fr-FR" sz="1600" b="1" i="0" u="none" strike="noStrike" cap="none" normalizeH="0" baseline="0" dirty="0" smtClean="0">
                          <a:ln>
                            <a:noFill/>
                          </a:ln>
                          <a:solidFill>
                            <a:srgbClr val="000000"/>
                          </a:solidFill>
                          <a:effectLst/>
                          <a:latin typeface="+mn-lt"/>
                          <a:ea typeface="ＭＳ Ｐゴシック" pitchFamily="34" charset="-128"/>
                        </a:rPr>
                        <a:t>x</a:t>
                      </a:r>
                      <a:r>
                        <a:rPr kumimoji="0" lang="fr-FR" sz="1600" b="0" i="0" u="none" strike="noStrike" cap="none" normalizeH="0" baseline="0" dirty="0" smtClean="0">
                          <a:ln>
                            <a:noFill/>
                          </a:ln>
                          <a:solidFill>
                            <a:srgbClr val="000000"/>
                          </a:solidFill>
                          <a:effectLst/>
                          <a:latin typeface="+mn-lt"/>
                          <a:ea typeface="ＭＳ Ｐゴシック" pitchFamily="34" charset="-128"/>
                        </a:rPr>
                        <a:t> appartient à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x not in s</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Teste si </a:t>
                      </a:r>
                      <a:r>
                        <a:rPr kumimoji="0" lang="fr-FR" sz="1600" b="1" i="0" u="none" strike="noStrike" cap="none" normalizeH="0" baseline="0" dirty="0" smtClean="0">
                          <a:ln>
                            <a:noFill/>
                          </a:ln>
                          <a:solidFill>
                            <a:srgbClr val="000000"/>
                          </a:solidFill>
                          <a:effectLst/>
                          <a:latin typeface="+mn-lt"/>
                          <a:ea typeface="ＭＳ Ｐゴシック" pitchFamily="34" charset="-128"/>
                        </a:rPr>
                        <a:t>x</a:t>
                      </a:r>
                      <a:r>
                        <a:rPr kumimoji="0" lang="fr-FR" sz="1600" b="0" i="0" u="none" strike="noStrike" cap="none" normalizeH="0" baseline="0" dirty="0" smtClean="0">
                          <a:ln>
                            <a:noFill/>
                          </a:ln>
                          <a:solidFill>
                            <a:srgbClr val="000000"/>
                          </a:solidFill>
                          <a:effectLst/>
                          <a:latin typeface="+mn-lt"/>
                          <a:ea typeface="ＭＳ Ｐゴシック" pitchFamily="34" charset="-128"/>
                        </a:rPr>
                        <a:t> n</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appartient pas à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len(s)</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n-lt"/>
                          <a:ea typeface="ＭＳ Ｐゴシック" pitchFamily="34" charset="-128"/>
                        </a:rPr>
                        <a:t>Nombre d</a:t>
                      </a:r>
                      <a:r>
                        <a:rPr kumimoji="0" lang="fr-FR" altLang="fr-FR" sz="1600" b="0" i="0" u="none" strike="noStrike" cap="none" normalizeH="0" baseline="0" smtClean="0">
                          <a:ln>
                            <a:noFill/>
                          </a:ln>
                          <a:solidFill>
                            <a:srgbClr val="000000"/>
                          </a:solidFill>
                          <a:effectLst/>
                          <a:latin typeface="+mn-lt"/>
                          <a:ea typeface="ＭＳ Ｐゴシック" pitchFamily="34" charset="-128"/>
                        </a:rPr>
                        <a:t>’</a:t>
                      </a:r>
                      <a:r>
                        <a:rPr kumimoji="0" lang="fr-FR" sz="1600" b="0" i="0" u="none" strike="noStrike" cap="none" normalizeH="0" baseline="0" smtClean="0">
                          <a:ln>
                            <a:noFill/>
                          </a:ln>
                          <a:solidFill>
                            <a:srgbClr val="000000"/>
                          </a:solidFill>
                          <a:effectLst/>
                          <a:latin typeface="+mn-lt"/>
                          <a:ea typeface="ＭＳ Ｐゴシック" pitchFamily="34" charset="-128"/>
                        </a:rPr>
                        <a:t>éléments de </a:t>
                      </a:r>
                      <a:r>
                        <a:rPr kumimoji="0" lang="fr-FR" sz="1600" b="1" i="0" u="none" strike="noStrike" cap="none" normalizeH="0" baseline="0" smtClean="0">
                          <a:ln>
                            <a:noFill/>
                          </a:ln>
                          <a:solidFill>
                            <a:srgbClr val="000000"/>
                          </a:solidFill>
                          <a:effectLst/>
                          <a:latin typeface="+mn-lt"/>
                          <a:ea typeface="ＭＳ Ｐゴシック" pitchFamily="34" charset="-128"/>
                        </a:rPr>
                        <a:t>s</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s.isdisjoint(t)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True</a:t>
                      </a:r>
                      <a:r>
                        <a:rPr kumimoji="0" lang="fr-FR" sz="1600" b="0" i="0" u="none" strike="noStrike" cap="none" normalizeH="0" baseline="0" dirty="0" smtClean="0">
                          <a:ln>
                            <a:noFill/>
                          </a:ln>
                          <a:solidFill>
                            <a:srgbClr val="000000"/>
                          </a:solidFill>
                          <a:effectLst/>
                          <a:latin typeface="+mn-lt"/>
                          <a:ea typeface="ＭＳ Ｐゴシック" pitchFamily="34" charset="-128"/>
                        </a:rPr>
                        <a:t> si l</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intersection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et </a:t>
                      </a:r>
                      <a:r>
                        <a:rPr kumimoji="0" lang="fr-FR" sz="1600" b="1" i="0" u="none" strike="noStrike" cap="none" normalizeH="0" baseline="0" dirty="0" smtClean="0">
                          <a:ln>
                            <a:noFill/>
                          </a:ln>
                          <a:solidFill>
                            <a:srgbClr val="000000"/>
                          </a:solidFill>
                          <a:effectLst/>
                          <a:latin typeface="+mn-lt"/>
                          <a:ea typeface="ＭＳ Ｐゴシック" pitchFamily="34" charset="-128"/>
                        </a:rPr>
                        <a:t>t</a:t>
                      </a:r>
                      <a:r>
                        <a:rPr kumimoji="0" lang="fr-FR" sz="1600" b="0" i="0" u="none" strike="noStrike" cap="none" normalizeH="0" baseline="0" dirty="0" smtClean="0">
                          <a:ln>
                            <a:noFill/>
                          </a:ln>
                          <a:solidFill>
                            <a:srgbClr val="000000"/>
                          </a:solidFill>
                          <a:effectLst/>
                          <a:latin typeface="+mn-lt"/>
                          <a:ea typeface="ＭＳ Ｐゴシック" pitchFamily="34" charset="-128"/>
                        </a:rPr>
                        <a:t> est vide</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s.issubset(t)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True</a:t>
                      </a:r>
                      <a:r>
                        <a:rPr kumimoji="0" lang="fr-FR" sz="1600" b="0" i="0" u="none" strike="noStrike" cap="none" normalizeH="0" baseline="0" smtClean="0">
                          <a:ln>
                            <a:noFill/>
                          </a:ln>
                          <a:solidFill>
                            <a:srgbClr val="000000"/>
                          </a:solidFill>
                          <a:effectLst/>
                          <a:latin typeface="+mn-lt"/>
                          <a:ea typeface="ＭＳ Ｐゴシック" pitchFamily="34" charset="-128"/>
                        </a:rPr>
                        <a:t> si </a:t>
                      </a:r>
                      <a:r>
                        <a:rPr kumimoji="0" lang="fr-FR" sz="1600" b="1" i="0" u="none" strike="noStrike" cap="none" normalizeH="0" baseline="0" smtClean="0">
                          <a:ln>
                            <a:noFill/>
                          </a:ln>
                          <a:solidFill>
                            <a:srgbClr val="000000"/>
                          </a:solidFill>
                          <a:effectLst/>
                          <a:latin typeface="+mn-lt"/>
                          <a:ea typeface="ＭＳ Ｐゴシック" pitchFamily="34" charset="-128"/>
                        </a:rPr>
                        <a:t>s</a:t>
                      </a:r>
                      <a:r>
                        <a:rPr kumimoji="0" lang="fr-FR" sz="1600" b="0" i="0" u="none" strike="noStrike" cap="none" normalizeH="0" baseline="0" smtClean="0">
                          <a:ln>
                            <a:noFill/>
                          </a:ln>
                          <a:solidFill>
                            <a:srgbClr val="000000"/>
                          </a:solidFill>
                          <a:effectLst/>
                          <a:latin typeface="+mn-lt"/>
                          <a:ea typeface="ＭＳ Ｐゴシック" pitchFamily="34" charset="-128"/>
                        </a:rPr>
                        <a:t> est inclus dans </a:t>
                      </a:r>
                      <a:r>
                        <a:rPr kumimoji="0" lang="fr-FR" sz="1600" b="1" i="0" u="none" strike="noStrike" cap="none" normalizeH="0" baseline="0" smtClean="0">
                          <a:ln>
                            <a:noFill/>
                          </a:ln>
                          <a:solidFill>
                            <a:srgbClr val="000000"/>
                          </a:solidFill>
                          <a:effectLst/>
                          <a:latin typeface="+mn-lt"/>
                          <a:ea typeface="ＭＳ Ｐゴシック" pitchFamily="34" charset="-128"/>
                        </a:rPr>
                        <a:t>t</a:t>
                      </a:r>
                      <a:endParaRPr kumimoji="0" lang="fr-FR" sz="1600" b="0" i="0" u="none" strike="noStrike" cap="none" normalizeH="0" baseline="0" smtClean="0">
                        <a:ln>
                          <a:noFill/>
                        </a:ln>
                        <a:solidFill>
                          <a:srgbClr val="000000"/>
                        </a:solidFill>
                        <a:effectLst/>
                        <a:latin typeface="+mn-lt"/>
                        <a:ea typeface="ＭＳ Ｐゴシック" pitchFamily="34" charset="-128"/>
                      </a:endParaRP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 &lt;= 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s.issuperset(t)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True</a:t>
                      </a:r>
                      <a:r>
                        <a:rPr kumimoji="0" lang="fr-FR" sz="1600" b="0" i="0" u="none" strike="noStrike" cap="none" normalizeH="0" baseline="0" dirty="0" smtClean="0">
                          <a:ln>
                            <a:noFill/>
                          </a:ln>
                          <a:solidFill>
                            <a:srgbClr val="000000"/>
                          </a:solidFill>
                          <a:effectLst/>
                          <a:latin typeface="+mn-lt"/>
                          <a:ea typeface="ＭＳ Ｐゴシック" pitchFamily="34" charset="-128"/>
                        </a:rPr>
                        <a:t> si </a:t>
                      </a:r>
                      <a:r>
                        <a:rPr kumimoji="0" lang="fr-FR" sz="1600" b="1" i="0" u="none" strike="noStrike" cap="none" normalizeH="0" baseline="0" dirty="0" smtClean="0">
                          <a:ln>
                            <a:noFill/>
                          </a:ln>
                          <a:solidFill>
                            <a:srgbClr val="000000"/>
                          </a:solidFill>
                          <a:effectLst/>
                          <a:latin typeface="+mn-lt"/>
                          <a:ea typeface="ＭＳ Ｐゴシック" pitchFamily="34" charset="-128"/>
                        </a:rPr>
                        <a:t>t</a:t>
                      </a:r>
                      <a:r>
                        <a:rPr kumimoji="0" lang="fr-FR" sz="1600" b="0" i="0" u="none" strike="noStrike" cap="none" normalizeH="0" baseline="0" dirty="0" smtClean="0">
                          <a:ln>
                            <a:noFill/>
                          </a:ln>
                          <a:solidFill>
                            <a:srgbClr val="000000"/>
                          </a:solidFill>
                          <a:effectLst/>
                          <a:latin typeface="+mn-lt"/>
                          <a:ea typeface="ＭＳ Ｐゴシック" pitchFamily="34" charset="-128"/>
                        </a:rPr>
                        <a:t> est inclus dans </a:t>
                      </a:r>
                      <a:r>
                        <a:rPr kumimoji="0" lang="fr-FR" sz="1600" b="1" i="0" u="none" strike="noStrike" cap="none" normalizeH="0" baseline="0" dirty="0" smtClean="0">
                          <a:ln>
                            <a:noFill/>
                          </a:ln>
                          <a:solidFill>
                            <a:srgbClr val="000000"/>
                          </a:solidFill>
                          <a:effectLst/>
                          <a:latin typeface="+mn-lt"/>
                          <a:ea typeface="ＭＳ Ｐゴシック" pitchFamily="34" charset="-128"/>
                        </a:rPr>
                        <a:t>s</a:t>
                      </a:r>
                      <a:endParaRPr kumimoji="0" lang="fr-FR" sz="1600" b="0" i="0" u="none" strike="noStrike" cap="none" normalizeH="0" baseline="0" dirty="0" smtClean="0">
                        <a:ln>
                          <a:noFill/>
                        </a:ln>
                        <a:solidFill>
                          <a:srgbClr val="000000"/>
                        </a:solidFill>
                        <a:effectLst/>
                        <a:latin typeface="+mn-lt"/>
                        <a:ea typeface="ＭＳ Ｐゴシック" pitchFamily="34" charset="-128"/>
                      </a:endParaRP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29075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 &gt;= t</a:t>
                      </a:r>
                    </a:p>
                  </a:txBody>
                  <a:tcPr marL="91445" marR="914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bl>
          </a:graphicData>
        </a:graphic>
      </p:graphicFrame>
      <p:sp>
        <p:nvSpPr>
          <p:cNvPr id="12" name="Rectangle à coins arrondis 11"/>
          <p:cNvSpPr/>
          <p:nvPr/>
        </p:nvSpPr>
        <p:spPr>
          <a:xfrm>
            <a:off x="500063" y="5072063"/>
            <a:ext cx="8142287" cy="1714500"/>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300"/>
              </a:spcBef>
              <a:buClr>
                <a:srgbClr val="336666"/>
              </a:buClr>
              <a:buFont typeface="Wingdings" pitchFamily="2" charset="2"/>
              <a:buNone/>
              <a:defRPr/>
            </a:pPr>
            <a:r>
              <a:rPr lang="nb-NO" sz="1800" b="1" dirty="0">
                <a:solidFill>
                  <a:srgbClr val="008000"/>
                </a:solidFill>
                <a:latin typeface="Courier New"/>
                <a:cs typeface="Courier New"/>
              </a:rPr>
              <a:t>&gt;&gt;&gt;</a:t>
            </a:r>
            <a:r>
              <a:rPr lang="nb-NO" sz="1800" b="1" dirty="0">
                <a:solidFill>
                  <a:srgbClr val="0000FF"/>
                </a:solidFill>
                <a:latin typeface="Courier New"/>
                <a:cs typeface="Courier New"/>
              </a:rPr>
              <a:t> </a:t>
            </a:r>
            <a:r>
              <a:rPr lang="nb-NO" sz="1800" b="1" dirty="0">
                <a:solidFill>
                  <a:schemeClr val="tx1"/>
                </a:solidFill>
                <a:latin typeface="Courier New"/>
                <a:cs typeface="Courier New"/>
              </a:rPr>
              <a:t>s = {</a:t>
            </a:r>
            <a:r>
              <a:rPr lang="nb-NO" sz="1800" b="1" dirty="0">
                <a:solidFill>
                  <a:srgbClr val="3366FF"/>
                </a:solidFill>
                <a:latin typeface="Courier New"/>
                <a:cs typeface="Courier New"/>
              </a:rPr>
              <a:t>1</a:t>
            </a:r>
            <a:r>
              <a:rPr lang="nb-NO" sz="1800" b="1" dirty="0">
                <a:solidFill>
                  <a:schemeClr val="tx1"/>
                </a:solidFill>
                <a:latin typeface="Courier New"/>
                <a:cs typeface="Courier New"/>
              </a:rPr>
              <a:t>, </a:t>
            </a:r>
            <a:r>
              <a:rPr lang="nb-NO" sz="1800" b="1" dirty="0">
                <a:solidFill>
                  <a:srgbClr val="3366FF"/>
                </a:solidFill>
                <a:latin typeface="Courier New"/>
                <a:cs typeface="Courier New"/>
              </a:rPr>
              <a:t>3</a:t>
            </a:r>
            <a:r>
              <a:rPr lang="nb-NO" sz="1800" b="1" dirty="0">
                <a:solidFill>
                  <a:schemeClr val="tx1"/>
                </a:solidFill>
                <a:latin typeface="Courier New"/>
                <a:cs typeface="Courier New"/>
              </a:rPr>
              <a:t>, </a:t>
            </a:r>
            <a:r>
              <a:rPr lang="nb-NO" sz="1800" b="1" dirty="0">
                <a:solidFill>
                  <a:srgbClr val="3366FF"/>
                </a:solidFill>
                <a:latin typeface="Courier New"/>
                <a:cs typeface="Courier New"/>
              </a:rPr>
              <a:t>5</a:t>
            </a:r>
            <a:r>
              <a:rPr lang="nb-NO" sz="1800" b="1" dirty="0">
                <a:solidFill>
                  <a:schemeClr val="tx1"/>
                </a:solidFill>
                <a:latin typeface="Courier New"/>
                <a:cs typeface="Courier New"/>
              </a:rPr>
              <a:t>, </a:t>
            </a:r>
            <a:r>
              <a:rPr lang="nb-NO" sz="1800" b="1" dirty="0">
                <a:solidFill>
                  <a:srgbClr val="3366FF"/>
                </a:solidFill>
                <a:latin typeface="Courier New"/>
                <a:cs typeface="Courier New"/>
              </a:rPr>
              <a:t>7</a:t>
            </a:r>
            <a:r>
              <a:rPr lang="nb-NO" sz="1800" b="1" dirty="0">
                <a:solidFill>
                  <a:schemeClr val="tx1"/>
                </a:solidFill>
                <a:latin typeface="Courier New"/>
                <a:cs typeface="Courier New"/>
              </a:rPr>
              <a:t>, </a:t>
            </a:r>
            <a:r>
              <a:rPr lang="nb-NO" sz="1800" b="1" dirty="0">
                <a:solidFill>
                  <a:srgbClr val="3366FF"/>
                </a:solidFill>
                <a:latin typeface="Courier New"/>
                <a:cs typeface="Courier New"/>
              </a:rPr>
              <a:t>9</a:t>
            </a:r>
            <a:r>
              <a:rPr lang="nb-NO" sz="1800" b="1" dirty="0">
                <a:solidFill>
                  <a:schemeClr val="tx1"/>
                </a:solidFill>
                <a:latin typeface="Courier New"/>
                <a:cs typeface="Courier New"/>
              </a:rPr>
              <a:t>}</a:t>
            </a:r>
          </a:p>
          <a:p>
            <a:pPr lvl="1" eaLnBrk="1" hangingPunct="1">
              <a:spcBef>
                <a:spcPts val="300"/>
              </a:spcBef>
              <a:buClr>
                <a:srgbClr val="336666"/>
              </a:buClr>
              <a:buFont typeface="Wingdings" pitchFamily="2" charset="2"/>
              <a:buNone/>
              <a:defRPr/>
            </a:pPr>
            <a:r>
              <a:rPr lang="nb-NO" sz="1800" b="1" dirty="0">
                <a:solidFill>
                  <a:srgbClr val="008000"/>
                </a:solidFill>
                <a:latin typeface="Courier New"/>
                <a:cs typeface="Courier New"/>
              </a:rPr>
              <a:t>&gt;&gt;&gt;</a:t>
            </a:r>
            <a:r>
              <a:rPr lang="nb-NO" sz="1800" b="1" dirty="0">
                <a:solidFill>
                  <a:schemeClr val="tx1"/>
                </a:solidFill>
                <a:latin typeface="Courier New"/>
                <a:cs typeface="Courier New"/>
              </a:rPr>
              <a:t> s.isdisjoint([</a:t>
            </a:r>
            <a:r>
              <a:rPr lang="nb-NO" sz="1800" b="1" dirty="0">
                <a:solidFill>
                  <a:srgbClr val="3366FF"/>
                </a:solidFill>
                <a:latin typeface="Courier New"/>
                <a:cs typeface="Courier New"/>
              </a:rPr>
              <a:t>2</a:t>
            </a:r>
            <a:r>
              <a:rPr lang="nb-NO" sz="1800" b="1" dirty="0">
                <a:solidFill>
                  <a:schemeClr val="tx1"/>
                </a:solidFill>
                <a:latin typeface="Courier New"/>
                <a:cs typeface="Courier New"/>
              </a:rPr>
              <a:t>, </a:t>
            </a:r>
            <a:r>
              <a:rPr lang="nb-NO" sz="1800" b="1" dirty="0">
                <a:solidFill>
                  <a:srgbClr val="3366FF"/>
                </a:solidFill>
                <a:latin typeface="Courier New"/>
                <a:cs typeface="Courier New"/>
              </a:rPr>
              <a:t>4</a:t>
            </a:r>
            <a:r>
              <a:rPr lang="nb-NO" sz="1800" b="1" dirty="0">
                <a:solidFill>
                  <a:schemeClr val="tx1"/>
                </a:solidFill>
                <a:latin typeface="Courier New"/>
                <a:cs typeface="Courier New"/>
              </a:rPr>
              <a:t>, </a:t>
            </a:r>
            <a:r>
              <a:rPr lang="nb-NO" sz="1800" b="1" dirty="0">
                <a:solidFill>
                  <a:srgbClr val="3366FF"/>
                </a:solidFill>
                <a:latin typeface="Courier New"/>
                <a:cs typeface="Courier New"/>
              </a:rPr>
              <a:t>6</a:t>
            </a:r>
            <a:r>
              <a:rPr lang="nb-NO" sz="1800" b="1" dirty="0">
                <a:solidFill>
                  <a:schemeClr val="tx1"/>
                </a:solidFill>
                <a:latin typeface="Courier New"/>
                <a:cs typeface="Courier New"/>
              </a:rPr>
              <a:t>, </a:t>
            </a:r>
            <a:r>
              <a:rPr lang="nb-NO" sz="1800" b="1" dirty="0">
                <a:solidFill>
                  <a:srgbClr val="3366FF"/>
                </a:solidFill>
                <a:latin typeface="Courier New"/>
                <a:cs typeface="Courier New"/>
              </a:rPr>
              <a:t>9</a:t>
            </a:r>
            <a:r>
              <a:rPr lang="nb-NO" sz="1800" b="1" dirty="0">
                <a:solidFill>
                  <a:schemeClr val="tx1"/>
                </a:solidFill>
                <a:latin typeface="Courier New"/>
                <a:cs typeface="Courier New"/>
              </a:rPr>
              <a:t>])  </a:t>
            </a:r>
            <a:r>
              <a:rPr lang="nb-NO" sz="1800" b="1" dirty="0">
                <a:solidFill>
                  <a:schemeClr val="tx1"/>
                </a:solidFill>
                <a:latin typeface="Courier New"/>
                <a:cs typeface="Courier New"/>
                <a:sym typeface="Wingdings" pitchFamily="2" charset="2"/>
              </a:rPr>
              <a:t> </a:t>
            </a:r>
            <a:r>
              <a:rPr lang="nb-NO" sz="1800" b="1" dirty="0">
                <a:solidFill>
                  <a:schemeClr val="tx1"/>
                </a:solidFill>
                <a:latin typeface="Courier New"/>
                <a:cs typeface="Courier New"/>
              </a:rPr>
              <a:t>False</a:t>
            </a:r>
          </a:p>
          <a:p>
            <a:pPr lvl="1" eaLnBrk="1" hangingPunct="1">
              <a:spcBef>
                <a:spcPts val="300"/>
              </a:spcBef>
              <a:buClr>
                <a:srgbClr val="336666"/>
              </a:buClr>
              <a:buFont typeface="Wingdings" pitchFamily="2" charset="2"/>
              <a:buNone/>
              <a:defRPr/>
            </a:pPr>
            <a:r>
              <a:rPr lang="nb-NO" sz="1800" b="1" dirty="0">
                <a:solidFill>
                  <a:srgbClr val="008000"/>
                </a:solidFill>
                <a:latin typeface="Courier New"/>
                <a:cs typeface="Courier New"/>
              </a:rPr>
              <a:t>&gt;&gt;&gt;</a:t>
            </a:r>
            <a:r>
              <a:rPr lang="nb-NO" sz="1800" b="1" dirty="0">
                <a:solidFill>
                  <a:schemeClr val="tx1"/>
                </a:solidFill>
                <a:latin typeface="Courier New"/>
                <a:cs typeface="Courier New"/>
              </a:rPr>
              <a:t> s.isdisjoint({</a:t>
            </a:r>
            <a:r>
              <a:rPr lang="nb-NO" sz="1800" b="1" dirty="0">
                <a:solidFill>
                  <a:srgbClr val="3366FF"/>
                </a:solidFill>
                <a:latin typeface="Courier New"/>
                <a:cs typeface="Courier New"/>
              </a:rPr>
              <a:t>2</a:t>
            </a:r>
            <a:r>
              <a:rPr lang="nb-NO" sz="1800" b="1" dirty="0">
                <a:solidFill>
                  <a:schemeClr val="tx1"/>
                </a:solidFill>
                <a:latin typeface="Courier New"/>
                <a:cs typeface="Courier New"/>
              </a:rPr>
              <a:t>, </a:t>
            </a:r>
            <a:r>
              <a:rPr lang="nb-NO" sz="1800" b="1" dirty="0">
                <a:solidFill>
                  <a:srgbClr val="3366FF"/>
                </a:solidFill>
                <a:latin typeface="Courier New"/>
                <a:cs typeface="Courier New"/>
              </a:rPr>
              <a:t>4</a:t>
            </a:r>
            <a:r>
              <a:rPr lang="nb-NO" sz="1800" b="1" dirty="0">
                <a:solidFill>
                  <a:schemeClr val="tx1"/>
                </a:solidFill>
                <a:latin typeface="Courier New"/>
                <a:cs typeface="Courier New"/>
              </a:rPr>
              <a:t>, </a:t>
            </a:r>
            <a:r>
              <a:rPr lang="nb-NO" sz="1800" b="1" dirty="0">
                <a:solidFill>
                  <a:srgbClr val="3366FF"/>
                </a:solidFill>
                <a:latin typeface="Courier New"/>
                <a:cs typeface="Courier New"/>
              </a:rPr>
              <a:t>6</a:t>
            </a:r>
            <a:r>
              <a:rPr lang="nb-NO" sz="1800" b="1" dirty="0">
                <a:solidFill>
                  <a:schemeClr val="tx1"/>
                </a:solidFill>
                <a:latin typeface="Courier New"/>
                <a:cs typeface="Courier New"/>
              </a:rPr>
              <a:t>, </a:t>
            </a:r>
            <a:r>
              <a:rPr lang="nb-NO" sz="1800" b="1" dirty="0">
                <a:solidFill>
                  <a:srgbClr val="3366FF"/>
                </a:solidFill>
                <a:latin typeface="Courier New"/>
                <a:cs typeface="Courier New"/>
              </a:rPr>
              <a:t>8</a:t>
            </a:r>
            <a:r>
              <a:rPr lang="nb-NO" sz="1800" b="1" dirty="0">
                <a:solidFill>
                  <a:schemeClr val="tx1"/>
                </a:solidFill>
                <a:latin typeface="Courier New"/>
                <a:cs typeface="Courier New"/>
              </a:rPr>
              <a:t>})  </a:t>
            </a:r>
            <a:r>
              <a:rPr lang="nb-NO" sz="1800" b="1" dirty="0">
                <a:solidFill>
                  <a:schemeClr val="tx1"/>
                </a:solidFill>
                <a:latin typeface="Courier New"/>
                <a:cs typeface="Courier New"/>
                <a:sym typeface="Wingdings" pitchFamily="2" charset="2"/>
              </a:rPr>
              <a:t> </a:t>
            </a:r>
            <a:r>
              <a:rPr lang="nb-NO" sz="1800" b="1" dirty="0">
                <a:solidFill>
                  <a:schemeClr val="tx1"/>
                </a:solidFill>
                <a:latin typeface="Courier New"/>
                <a:cs typeface="Courier New"/>
              </a:rPr>
              <a:t>True</a:t>
            </a:r>
          </a:p>
          <a:p>
            <a:pPr lvl="1" eaLnBrk="1" hangingPunct="1">
              <a:spcBef>
                <a:spcPts val="300"/>
              </a:spcBef>
              <a:buClr>
                <a:srgbClr val="336666"/>
              </a:buClr>
              <a:buFont typeface="Wingdings" pitchFamily="2" charset="2"/>
              <a:buNone/>
              <a:defRPr/>
            </a:pPr>
            <a:r>
              <a:rPr lang="nb-NO" sz="1800" b="1" dirty="0">
                <a:solidFill>
                  <a:srgbClr val="008000"/>
                </a:solidFill>
                <a:latin typeface="Courier New"/>
                <a:cs typeface="Courier New"/>
              </a:rPr>
              <a:t>&gt;&gt;&gt;</a:t>
            </a:r>
            <a:r>
              <a:rPr lang="nb-NO" sz="1800" b="1" dirty="0">
                <a:solidFill>
                  <a:schemeClr val="tx1"/>
                </a:solidFill>
                <a:latin typeface="Courier New"/>
                <a:cs typeface="Courier New"/>
              </a:rPr>
              <a:t> s.issubset(</a:t>
            </a:r>
            <a:r>
              <a:rPr lang="nb-NO" sz="1800" b="1" dirty="0">
                <a:solidFill>
                  <a:srgbClr val="3366FF"/>
                </a:solidFill>
                <a:latin typeface="Courier New"/>
                <a:cs typeface="Courier New"/>
              </a:rPr>
              <a:t>range</a:t>
            </a:r>
            <a:r>
              <a:rPr lang="nb-NO" sz="1800" b="1" dirty="0">
                <a:solidFill>
                  <a:schemeClr val="tx1"/>
                </a:solidFill>
                <a:latin typeface="Courier New"/>
                <a:cs typeface="Courier New"/>
              </a:rPr>
              <a:t>(</a:t>
            </a:r>
            <a:r>
              <a:rPr lang="nb-NO" sz="1800" b="1" dirty="0">
                <a:solidFill>
                  <a:srgbClr val="3366FF"/>
                </a:solidFill>
                <a:latin typeface="Courier New"/>
                <a:cs typeface="Courier New"/>
              </a:rPr>
              <a:t>10</a:t>
            </a:r>
            <a:r>
              <a:rPr lang="nb-NO" sz="1800" b="1" dirty="0">
                <a:solidFill>
                  <a:schemeClr val="tx1"/>
                </a:solidFill>
                <a:latin typeface="Courier New"/>
                <a:cs typeface="Courier New"/>
              </a:rPr>
              <a:t>))       </a:t>
            </a:r>
            <a:r>
              <a:rPr lang="nb-NO" sz="1800" b="1" dirty="0">
                <a:solidFill>
                  <a:schemeClr val="tx1"/>
                </a:solidFill>
                <a:latin typeface="Courier New"/>
                <a:cs typeface="Courier New"/>
                <a:sym typeface="Wingdings" pitchFamily="2" charset="2"/>
              </a:rPr>
              <a:t> </a:t>
            </a:r>
            <a:r>
              <a:rPr lang="nb-NO" sz="1800" b="1" dirty="0">
                <a:solidFill>
                  <a:schemeClr val="tx1"/>
                </a:solidFill>
                <a:latin typeface="Courier New"/>
                <a:cs typeface="Courier New"/>
              </a:rPr>
              <a:t>True</a:t>
            </a:r>
          </a:p>
          <a:p>
            <a:pPr lvl="1" eaLnBrk="1" hangingPunct="1">
              <a:spcBef>
                <a:spcPts val="300"/>
              </a:spcBef>
              <a:buClr>
                <a:srgbClr val="336666"/>
              </a:buClr>
              <a:buFont typeface="Wingdings" pitchFamily="2" charset="2"/>
              <a:buNone/>
              <a:defRPr/>
            </a:pPr>
            <a:r>
              <a:rPr lang="nb-NO" sz="1800" b="1" dirty="0">
                <a:solidFill>
                  <a:srgbClr val="008000"/>
                </a:solidFill>
                <a:latin typeface="Courier New"/>
                <a:cs typeface="Courier New"/>
              </a:rPr>
              <a:t>&gt;&gt;&gt; </a:t>
            </a:r>
            <a:r>
              <a:rPr lang="nb-NO" sz="1800" b="1" dirty="0">
                <a:solidFill>
                  <a:schemeClr val="tx1"/>
                </a:solidFill>
                <a:latin typeface="Courier New"/>
                <a:cs typeface="Courier New"/>
              </a:rPr>
              <a:t>s.issuperset(</a:t>
            </a:r>
            <a:r>
              <a:rPr lang="nb-NO" sz="1800" b="1" dirty="0">
                <a:solidFill>
                  <a:srgbClr val="3366FF"/>
                </a:solidFill>
                <a:latin typeface="Courier New"/>
                <a:cs typeface="Courier New"/>
              </a:rPr>
              <a:t>range</a:t>
            </a:r>
            <a:r>
              <a:rPr lang="nb-NO" sz="1800" b="1" dirty="0">
                <a:solidFill>
                  <a:schemeClr val="tx1"/>
                </a:solidFill>
                <a:latin typeface="Courier New"/>
                <a:cs typeface="Courier New"/>
              </a:rPr>
              <a:t>(</a:t>
            </a:r>
            <a:r>
              <a:rPr lang="nb-NO" sz="1800" b="1" dirty="0">
                <a:solidFill>
                  <a:srgbClr val="3366FF"/>
                </a:solidFill>
                <a:latin typeface="Courier New"/>
                <a:cs typeface="Courier New"/>
              </a:rPr>
              <a:t>1</a:t>
            </a:r>
            <a:r>
              <a:rPr lang="nb-NO" sz="1800" b="1" dirty="0">
                <a:solidFill>
                  <a:schemeClr val="tx1"/>
                </a:solidFill>
                <a:latin typeface="Courier New"/>
                <a:cs typeface="Courier New"/>
              </a:rPr>
              <a:t>, </a:t>
            </a:r>
            <a:r>
              <a:rPr lang="nb-NO" sz="1800" b="1" dirty="0">
                <a:solidFill>
                  <a:srgbClr val="3366FF"/>
                </a:solidFill>
                <a:latin typeface="Courier New"/>
                <a:cs typeface="Courier New"/>
              </a:rPr>
              <a:t>6</a:t>
            </a:r>
            <a:r>
              <a:rPr lang="nb-NO" sz="1800" b="1" dirty="0">
                <a:solidFill>
                  <a:schemeClr val="tx1"/>
                </a:solidFill>
                <a:latin typeface="Courier New"/>
                <a:cs typeface="Courier New"/>
              </a:rPr>
              <a:t>, </a:t>
            </a:r>
            <a:r>
              <a:rPr lang="nb-NO" sz="1800" b="1" dirty="0">
                <a:solidFill>
                  <a:srgbClr val="3366FF"/>
                </a:solidFill>
                <a:latin typeface="Courier New"/>
                <a:cs typeface="Courier New"/>
              </a:rPr>
              <a:t>2</a:t>
            </a:r>
            <a:r>
              <a:rPr lang="nb-NO" sz="1800" b="1" dirty="0">
                <a:solidFill>
                  <a:schemeClr val="tx1"/>
                </a:solidFill>
                <a:latin typeface="Courier New"/>
                <a:cs typeface="Courier New"/>
              </a:rPr>
              <a:t>))</a:t>
            </a:r>
            <a:r>
              <a:rPr lang="nb-NO" sz="1800" b="1" dirty="0">
                <a:solidFill>
                  <a:schemeClr val="tx1"/>
                </a:solidFill>
                <a:latin typeface="Courier New"/>
                <a:cs typeface="Courier New"/>
                <a:sym typeface="Wingdings" pitchFamily="2" charset="2"/>
              </a:rPr>
              <a:t> </a:t>
            </a:r>
            <a:r>
              <a:rPr lang="nb-NO" sz="1800" b="1" dirty="0">
                <a:solidFill>
                  <a:schemeClr val="tx1"/>
                </a:solidFill>
                <a:latin typeface="Courier New"/>
                <a:cs typeface="Courier New"/>
              </a:rPr>
              <a:t>True</a:t>
            </a:r>
            <a:endParaRPr lang="fr-FR" sz="1800" b="1" dirty="0">
              <a:solidFill>
                <a:schemeClr val="tx1"/>
              </a:solidFill>
              <a:latin typeface="Courier New"/>
              <a:cs typeface="Courier New"/>
            </a:endParaRPr>
          </a:p>
        </p:txBody>
      </p:sp>
      <p:sp>
        <p:nvSpPr>
          <p:cNvPr id="13" name="Content Placeholder 2"/>
          <p:cNvSpPr txBox="1">
            <a:spLocks/>
          </p:cNvSpPr>
          <p:nvPr/>
        </p:nvSpPr>
        <p:spPr>
          <a:xfrm>
            <a:off x="642938" y="4711700"/>
            <a:ext cx="8435975" cy="503238"/>
          </a:xfrm>
          <a:prstGeom prst="rect">
            <a:avLst/>
          </a:prstGeom>
        </p:spPr>
        <p:txBody>
          <a:bodyPr/>
          <a:lstStyle/>
          <a:p>
            <a:pPr>
              <a:spcBef>
                <a:spcPct val="20000"/>
              </a:spcBef>
              <a:spcAft>
                <a:spcPct val="30000"/>
              </a:spcAft>
              <a:buClr>
                <a:schemeClr val="hlink"/>
              </a:buClr>
              <a:buFont typeface="Wingdings" pitchFamily="2" charset="2"/>
              <a:buNone/>
              <a:defRPr/>
            </a:pPr>
            <a:r>
              <a:rPr lang="fr-FR" b="1" kern="0" dirty="0">
                <a:solidFill>
                  <a:srgbClr val="FF0000"/>
                </a:solidFill>
                <a:latin typeface="+mn-lt"/>
                <a:ea typeface="ＭＳ Ｐゴシック" pitchFamily="34" charset="-128"/>
                <a:cs typeface="+mn-cs"/>
              </a:rPr>
              <a:t>Exemple:</a:t>
            </a:r>
          </a:p>
        </p:txBody>
      </p:sp>
    </p:spTree>
    <p:custDataLst>
      <p:tags r:id="rId1"/>
    </p:custDataLst>
    <p:extLst>
      <p:ext uri="{BB962C8B-B14F-4D97-AF65-F5344CB8AC3E}">
        <p14:creationId xmlns:p14="http://schemas.microsoft.com/office/powerpoint/2010/main" val="36293201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heckerboard(across)">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6077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077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642938" y="928688"/>
            <a:ext cx="8435975" cy="503237"/>
          </a:xfrm>
          <a:prstGeom prst="rect">
            <a:avLst/>
          </a:prstGeom>
        </p:spPr>
        <p:txBody>
          <a:bodyPr/>
          <a:lstStyle/>
          <a:p>
            <a:pPr>
              <a:spcBef>
                <a:spcPct val="20000"/>
              </a:spcBef>
              <a:spcAft>
                <a:spcPct val="30000"/>
              </a:spcAft>
              <a:buClr>
                <a:schemeClr val="hlink"/>
              </a:buClr>
              <a:buFont typeface="Wingdings" pitchFamily="2" charset="2"/>
              <a:buNone/>
              <a:defRPr/>
            </a:pPr>
            <a:r>
              <a:rPr lang="fr-FR" b="1" kern="0" dirty="0">
                <a:solidFill>
                  <a:srgbClr val="FF0000"/>
                </a:solidFill>
                <a:latin typeface="+mn-lt"/>
                <a:ea typeface="ＭＳ Ｐゴシック" pitchFamily="34" charset="-128"/>
                <a:cs typeface="+mn-cs"/>
              </a:rPr>
              <a:t>Opérations classiques sur les ensembles :</a:t>
            </a:r>
          </a:p>
        </p:txBody>
      </p:sp>
      <p:sp>
        <p:nvSpPr>
          <p:cNvPr id="13" name="Content Placeholder 2"/>
          <p:cNvSpPr txBox="1">
            <a:spLocks/>
          </p:cNvSpPr>
          <p:nvPr/>
        </p:nvSpPr>
        <p:spPr>
          <a:xfrm>
            <a:off x="500063" y="4711700"/>
            <a:ext cx="8435975" cy="503238"/>
          </a:xfrm>
          <a:prstGeom prst="rect">
            <a:avLst/>
          </a:prstGeom>
        </p:spPr>
        <p:txBody>
          <a:bodyPr/>
          <a:lstStyle/>
          <a:p>
            <a:pPr>
              <a:spcBef>
                <a:spcPct val="20000"/>
              </a:spcBef>
              <a:spcAft>
                <a:spcPct val="30000"/>
              </a:spcAft>
              <a:buClr>
                <a:schemeClr val="hlink"/>
              </a:buClr>
              <a:buFont typeface="Wingdings" pitchFamily="2" charset="2"/>
              <a:buNone/>
              <a:defRPr/>
            </a:pPr>
            <a:r>
              <a:rPr lang="fr-FR" b="1" kern="0" dirty="0">
                <a:solidFill>
                  <a:srgbClr val="FF0000"/>
                </a:solidFill>
                <a:latin typeface="+mn-lt"/>
                <a:ea typeface="ＭＳ Ｐゴシック" pitchFamily="34" charset="-128"/>
                <a:cs typeface="+mn-cs"/>
              </a:rPr>
              <a:t>Exemple:</a:t>
            </a:r>
          </a:p>
        </p:txBody>
      </p:sp>
      <p:graphicFrame>
        <p:nvGraphicFramePr>
          <p:cNvPr id="11" name="Tableau 10"/>
          <p:cNvGraphicFramePr>
            <a:graphicFrameLocks noGrp="1"/>
          </p:cNvGraphicFramePr>
          <p:nvPr/>
        </p:nvGraphicFramePr>
        <p:xfrm>
          <a:off x="647700" y="1285875"/>
          <a:ext cx="8281988" cy="3017835"/>
        </p:xfrm>
        <a:graphic>
          <a:graphicData uri="http://schemas.openxmlformats.org/drawingml/2006/table">
            <a:tbl>
              <a:tblPr/>
              <a:tblGrid>
                <a:gridCol w="3579267"/>
                <a:gridCol w="4702721"/>
              </a:tblGrid>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n-lt"/>
                          <a:ea typeface="ＭＳ Ｐゴシック" pitchFamily="34" charset="-128"/>
                        </a:rPr>
                        <a:t>Opération</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n-lt"/>
                          <a:ea typeface="ＭＳ Ｐゴシック" pitchFamily="34" charset="-128"/>
                        </a:rPr>
                        <a:t>Résultat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s.union</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n-lt"/>
                          <a:ea typeface="ＭＳ Ｐゴシック" pitchFamily="34" charset="-128"/>
                        </a:rPr>
                        <a:t>Union de </a:t>
                      </a:r>
                      <a:r>
                        <a:rPr kumimoji="0" lang="fr-FR" sz="1600" b="1" i="0" u="none" strike="noStrike" cap="none" normalizeH="0" baseline="0" smtClean="0">
                          <a:ln>
                            <a:noFill/>
                          </a:ln>
                          <a:solidFill>
                            <a:srgbClr val="000000"/>
                          </a:solidFill>
                          <a:effectLst/>
                          <a:latin typeface="+mn-lt"/>
                          <a:ea typeface="ＭＳ Ｐゴシック" pitchFamily="34" charset="-128"/>
                        </a:rPr>
                        <a:t>s</a:t>
                      </a:r>
                      <a:r>
                        <a:rPr kumimoji="0" lang="fr-FR" sz="1600" b="0" i="0" u="none" strike="noStrike" cap="none" normalizeH="0" baseline="0" smtClean="0">
                          <a:ln>
                            <a:noFill/>
                          </a:ln>
                          <a:solidFill>
                            <a:srgbClr val="000000"/>
                          </a:solidFill>
                          <a:effectLst/>
                          <a:latin typeface="+mn-lt"/>
                          <a:ea typeface="ＭＳ Ｐゴシック" pitchFamily="34" charset="-128"/>
                        </a:rPr>
                        <a:t> et </a:t>
                      </a:r>
                      <a:r>
                        <a:rPr kumimoji="0" lang="fr-FR" sz="1600" b="1" i="0" u="none" strike="noStrike" cap="none" normalizeH="0" baseline="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 |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s.intersection(t)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Intersection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et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 &amp;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s.difference</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1600" b="0" i="0" u="none" strike="noStrike" cap="none" normalizeH="0" baseline="0" dirty="0" err="1" smtClean="0">
                          <a:ln>
                            <a:noFill/>
                          </a:ln>
                          <a:solidFill>
                            <a:srgbClr val="000000"/>
                          </a:solidFill>
                          <a:effectLst/>
                          <a:latin typeface="+mn-lt"/>
                          <a:ea typeface="ＭＳ Ｐゴシック" pitchFamily="34" charset="-128"/>
                        </a:rPr>
                        <a:t>Difference</a:t>
                      </a:r>
                      <a:r>
                        <a:rPr kumimoji="0" lang="fr-FR" sz="1600" b="0" i="0" u="none" strike="noStrike" cap="none" normalizeH="0" baseline="0" dirty="0" smtClean="0">
                          <a:ln>
                            <a:noFill/>
                          </a:ln>
                          <a:solidFill>
                            <a:srgbClr val="000000"/>
                          </a:solidFill>
                          <a:effectLst/>
                          <a:latin typeface="+mn-lt"/>
                          <a:ea typeface="ＭＳ Ｐゴシック" pitchFamily="34" charset="-128"/>
                        </a:rPr>
                        <a:t>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par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 -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s.symmetric_difference(t)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Différence symétrique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et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 ^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bl>
          </a:graphicData>
        </a:graphic>
      </p:graphicFrame>
      <p:sp>
        <p:nvSpPr>
          <p:cNvPr id="14" name="Rectangle à coins arrondis 13"/>
          <p:cNvSpPr/>
          <p:nvPr/>
        </p:nvSpPr>
        <p:spPr>
          <a:xfrm>
            <a:off x="1785938" y="4357688"/>
            <a:ext cx="6858000" cy="2500312"/>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0"/>
              </a:spcBef>
              <a:buClr>
                <a:srgbClr val="336666"/>
              </a:buClr>
              <a:buFont typeface="Wingdings" pitchFamily="2" charset="2"/>
              <a:buNone/>
              <a:defRPr/>
            </a:pPr>
            <a:r>
              <a:rPr lang="hr-HR" sz="1800" b="1" dirty="0">
                <a:solidFill>
                  <a:srgbClr val="008000"/>
                </a:solidFill>
                <a:latin typeface="Courier New"/>
                <a:cs typeface="Courier New"/>
              </a:rPr>
              <a:t>&gt;&gt;&gt; </a:t>
            </a:r>
            <a:r>
              <a:rPr lang="hr-HR" sz="1800" b="1" dirty="0">
                <a:solidFill>
                  <a:schemeClr val="tx1"/>
                </a:solidFill>
                <a:latin typeface="Courier New"/>
                <a:cs typeface="Courier New"/>
              </a:rPr>
              <a:t>s = {</a:t>
            </a:r>
            <a:r>
              <a:rPr lang="hr-HR" sz="1800" b="1" dirty="0">
                <a:solidFill>
                  <a:srgbClr val="3366FF"/>
                </a:solidFill>
                <a:latin typeface="Courier New"/>
                <a:cs typeface="Courier New"/>
              </a:rPr>
              <a:t>1</a:t>
            </a:r>
            <a:r>
              <a:rPr lang="hr-HR" sz="1800" b="1" dirty="0">
                <a:solidFill>
                  <a:schemeClr val="tx1"/>
                </a:solidFill>
                <a:latin typeface="Courier New"/>
                <a:cs typeface="Courier New"/>
              </a:rPr>
              <a:t>, </a:t>
            </a:r>
            <a:r>
              <a:rPr lang="hr-HR" sz="1800" b="1" dirty="0">
                <a:solidFill>
                  <a:srgbClr val="3366FF"/>
                </a:solidFill>
                <a:latin typeface="Courier New"/>
                <a:cs typeface="Courier New"/>
              </a:rPr>
              <a:t>3</a:t>
            </a:r>
            <a:r>
              <a:rPr lang="hr-HR" sz="1800" b="1" dirty="0">
                <a:solidFill>
                  <a:schemeClr val="tx1"/>
                </a:solidFill>
                <a:latin typeface="Courier New"/>
                <a:cs typeface="Courier New"/>
              </a:rPr>
              <a:t>, </a:t>
            </a:r>
            <a:r>
              <a:rPr lang="hr-HR" sz="1800" b="1" dirty="0">
                <a:solidFill>
                  <a:srgbClr val="3366FF"/>
                </a:solidFill>
                <a:latin typeface="Courier New"/>
                <a:cs typeface="Courier New"/>
              </a:rPr>
              <a:t>5</a:t>
            </a:r>
            <a:r>
              <a:rPr lang="hr-HR" sz="1800" b="1" dirty="0">
                <a:solidFill>
                  <a:schemeClr val="tx1"/>
                </a:solidFill>
                <a:latin typeface="Courier New"/>
                <a:cs typeface="Courier New"/>
              </a:rPr>
              <a:t>, </a:t>
            </a:r>
            <a:r>
              <a:rPr lang="hr-HR" sz="1800" b="1" dirty="0">
                <a:solidFill>
                  <a:srgbClr val="3366FF"/>
                </a:solidFill>
                <a:latin typeface="Courier New"/>
                <a:cs typeface="Courier New"/>
              </a:rPr>
              <a:t>7</a:t>
            </a:r>
            <a:r>
              <a:rPr lang="hr-HR" sz="1800" b="1" dirty="0">
                <a:solidFill>
                  <a:schemeClr val="tx1"/>
                </a:solidFill>
                <a:latin typeface="Courier New"/>
                <a:cs typeface="Courier New"/>
              </a:rPr>
              <a:t>, </a:t>
            </a:r>
            <a:r>
              <a:rPr lang="hr-HR" sz="1800" b="1" dirty="0">
                <a:solidFill>
                  <a:srgbClr val="3366FF"/>
                </a:solidFill>
                <a:latin typeface="Courier New"/>
                <a:cs typeface="Courier New"/>
              </a:rPr>
              <a:t>9</a:t>
            </a:r>
            <a:r>
              <a:rPr lang="hr-HR"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hr-HR" sz="1800" b="1" dirty="0">
                <a:solidFill>
                  <a:srgbClr val="008000"/>
                </a:solidFill>
                <a:latin typeface="Courier New"/>
                <a:cs typeface="Courier New"/>
              </a:rPr>
              <a:t>&gt;&gt;&gt;</a:t>
            </a:r>
            <a:r>
              <a:rPr lang="hr-HR" sz="1800" b="1" dirty="0">
                <a:solidFill>
                  <a:schemeClr val="tx1"/>
                </a:solidFill>
                <a:latin typeface="Courier New"/>
                <a:cs typeface="Courier New"/>
              </a:rPr>
              <a:t> t = </a:t>
            </a:r>
            <a:r>
              <a:rPr lang="hr-HR" sz="1800" b="1" dirty="0">
                <a:solidFill>
                  <a:srgbClr val="0000FF"/>
                </a:solidFill>
                <a:latin typeface="Courier New"/>
                <a:cs typeface="Courier New"/>
              </a:rPr>
              <a:t>frozenset</a:t>
            </a:r>
            <a:r>
              <a:rPr lang="hr-HR" sz="1800" b="1" dirty="0">
                <a:solidFill>
                  <a:schemeClr val="tx1"/>
                </a:solidFill>
                <a:latin typeface="Courier New"/>
                <a:cs typeface="Courier New"/>
              </a:rPr>
              <a:t>({</a:t>
            </a:r>
            <a:r>
              <a:rPr lang="hr-HR" sz="1800" b="1" dirty="0">
                <a:solidFill>
                  <a:srgbClr val="3366FF"/>
                </a:solidFill>
                <a:latin typeface="Courier New"/>
                <a:cs typeface="Courier New"/>
              </a:rPr>
              <a:t>2</a:t>
            </a:r>
            <a:r>
              <a:rPr lang="hr-HR" sz="1800" b="1" dirty="0">
                <a:solidFill>
                  <a:schemeClr val="tx1"/>
                </a:solidFill>
                <a:latin typeface="Courier New"/>
                <a:cs typeface="Courier New"/>
              </a:rPr>
              <a:t>, </a:t>
            </a:r>
            <a:r>
              <a:rPr lang="hr-HR" sz="1800" b="1" dirty="0">
                <a:solidFill>
                  <a:srgbClr val="3366FF"/>
                </a:solidFill>
                <a:latin typeface="Courier New"/>
                <a:cs typeface="Courier New"/>
              </a:rPr>
              <a:t>4</a:t>
            </a:r>
            <a:r>
              <a:rPr lang="hr-HR" sz="1800" b="1" dirty="0">
                <a:solidFill>
                  <a:schemeClr val="tx1"/>
                </a:solidFill>
                <a:latin typeface="Courier New"/>
                <a:cs typeface="Courier New"/>
              </a:rPr>
              <a:t>, </a:t>
            </a:r>
            <a:r>
              <a:rPr lang="hr-HR" sz="1800" b="1" dirty="0">
                <a:solidFill>
                  <a:srgbClr val="3366FF"/>
                </a:solidFill>
                <a:latin typeface="Courier New"/>
                <a:cs typeface="Courier New"/>
              </a:rPr>
              <a:t>6</a:t>
            </a:r>
            <a:r>
              <a:rPr lang="hr-HR" sz="1800" b="1" dirty="0">
                <a:solidFill>
                  <a:schemeClr val="tx1"/>
                </a:solidFill>
                <a:latin typeface="Courier New"/>
                <a:cs typeface="Courier New"/>
              </a:rPr>
              <a:t>, </a:t>
            </a:r>
            <a:r>
              <a:rPr lang="hr-HR" sz="1800" b="1" dirty="0">
                <a:solidFill>
                  <a:srgbClr val="3366FF"/>
                </a:solidFill>
                <a:latin typeface="Courier New"/>
                <a:cs typeface="Courier New"/>
              </a:rPr>
              <a:t>8</a:t>
            </a:r>
            <a:r>
              <a:rPr lang="hr-HR"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hr-HR" sz="1800" b="1" dirty="0">
                <a:solidFill>
                  <a:srgbClr val="008000"/>
                </a:solidFill>
                <a:latin typeface="Courier New"/>
                <a:cs typeface="Courier New"/>
              </a:rPr>
              <a:t>&gt;&gt;&gt;</a:t>
            </a:r>
            <a:r>
              <a:rPr lang="hr-HR" sz="1800" b="1" dirty="0">
                <a:solidFill>
                  <a:schemeClr val="tx1"/>
                </a:solidFill>
                <a:latin typeface="Courier New"/>
                <a:cs typeface="Courier New"/>
              </a:rPr>
              <a:t> u = s | t</a:t>
            </a:r>
          </a:p>
          <a:p>
            <a:pPr lvl="1" eaLnBrk="1" hangingPunct="1">
              <a:spcBef>
                <a:spcPts val="0"/>
              </a:spcBef>
              <a:buClr>
                <a:srgbClr val="336666"/>
              </a:buClr>
              <a:buFont typeface="Wingdings" pitchFamily="2" charset="2"/>
              <a:buNone/>
              <a:defRPr/>
            </a:pPr>
            <a:r>
              <a:rPr lang="hr-HR" sz="1800" b="1" dirty="0">
                <a:solidFill>
                  <a:srgbClr val="008000"/>
                </a:solidFill>
                <a:latin typeface="Courier New"/>
                <a:cs typeface="Courier New"/>
              </a:rPr>
              <a:t>&gt;&gt;&gt;</a:t>
            </a:r>
            <a:r>
              <a:rPr lang="hr-HR" sz="1800" b="1" dirty="0">
                <a:solidFill>
                  <a:schemeClr val="tx1"/>
                </a:solidFill>
                <a:latin typeface="Courier New"/>
                <a:cs typeface="Courier New"/>
              </a:rPr>
              <a:t> u</a:t>
            </a:r>
          </a:p>
          <a:p>
            <a:pPr lvl="1" eaLnBrk="1" hangingPunct="1">
              <a:spcBef>
                <a:spcPts val="0"/>
              </a:spcBef>
              <a:buClr>
                <a:srgbClr val="336666"/>
              </a:buClr>
              <a:buFont typeface="Wingdings" pitchFamily="2" charset="2"/>
              <a:buNone/>
              <a:defRPr/>
            </a:pPr>
            <a:r>
              <a:rPr lang="hr-HR" sz="1800" b="1" dirty="0">
                <a:solidFill>
                  <a:schemeClr val="tx1"/>
                </a:solidFill>
                <a:latin typeface="Courier New"/>
                <a:cs typeface="Courier New"/>
              </a:rPr>
              <a:t>{</a:t>
            </a:r>
            <a:r>
              <a:rPr lang="hr-HR" sz="1800" b="1" dirty="0">
                <a:solidFill>
                  <a:srgbClr val="3366FF"/>
                </a:solidFill>
                <a:latin typeface="Courier New"/>
                <a:cs typeface="Courier New"/>
              </a:rPr>
              <a:t>1</a:t>
            </a:r>
            <a:r>
              <a:rPr lang="hr-HR" sz="1800" b="1" dirty="0">
                <a:solidFill>
                  <a:schemeClr val="tx1"/>
                </a:solidFill>
                <a:latin typeface="Courier New"/>
                <a:cs typeface="Courier New"/>
              </a:rPr>
              <a:t>, </a:t>
            </a:r>
            <a:r>
              <a:rPr lang="hr-HR" sz="1800" b="1" dirty="0">
                <a:solidFill>
                  <a:srgbClr val="3366FF"/>
                </a:solidFill>
                <a:latin typeface="Courier New"/>
                <a:cs typeface="Courier New"/>
              </a:rPr>
              <a:t>2</a:t>
            </a:r>
            <a:r>
              <a:rPr lang="hr-HR" sz="1800" b="1" dirty="0">
                <a:solidFill>
                  <a:schemeClr val="tx1"/>
                </a:solidFill>
                <a:latin typeface="Courier New"/>
                <a:cs typeface="Courier New"/>
              </a:rPr>
              <a:t>, </a:t>
            </a:r>
            <a:r>
              <a:rPr lang="hr-HR" sz="1800" b="1" dirty="0">
                <a:solidFill>
                  <a:srgbClr val="3366FF"/>
                </a:solidFill>
                <a:latin typeface="Courier New"/>
                <a:cs typeface="Courier New"/>
              </a:rPr>
              <a:t>3</a:t>
            </a:r>
            <a:r>
              <a:rPr lang="hr-HR" sz="1800" b="1" dirty="0">
                <a:solidFill>
                  <a:schemeClr val="tx1"/>
                </a:solidFill>
                <a:latin typeface="Courier New"/>
                <a:cs typeface="Courier New"/>
              </a:rPr>
              <a:t>, </a:t>
            </a:r>
            <a:r>
              <a:rPr lang="hr-HR" sz="1800" b="1" dirty="0">
                <a:solidFill>
                  <a:srgbClr val="3366FF"/>
                </a:solidFill>
                <a:latin typeface="Courier New"/>
                <a:cs typeface="Courier New"/>
              </a:rPr>
              <a:t>4</a:t>
            </a:r>
            <a:r>
              <a:rPr lang="hr-HR" sz="1800" b="1" dirty="0">
                <a:solidFill>
                  <a:schemeClr val="tx1"/>
                </a:solidFill>
                <a:latin typeface="Courier New"/>
                <a:cs typeface="Courier New"/>
              </a:rPr>
              <a:t>, </a:t>
            </a:r>
            <a:r>
              <a:rPr lang="hr-HR" sz="1800" b="1" dirty="0">
                <a:solidFill>
                  <a:srgbClr val="3366FF"/>
                </a:solidFill>
                <a:latin typeface="Courier New"/>
                <a:cs typeface="Courier New"/>
              </a:rPr>
              <a:t>5</a:t>
            </a:r>
            <a:r>
              <a:rPr lang="hr-HR" sz="1800" b="1" dirty="0">
                <a:solidFill>
                  <a:schemeClr val="tx1"/>
                </a:solidFill>
                <a:latin typeface="Courier New"/>
                <a:cs typeface="Courier New"/>
              </a:rPr>
              <a:t>, </a:t>
            </a:r>
            <a:r>
              <a:rPr lang="hr-HR" sz="1800" b="1" dirty="0">
                <a:solidFill>
                  <a:srgbClr val="3366FF"/>
                </a:solidFill>
                <a:latin typeface="Courier New"/>
                <a:cs typeface="Courier New"/>
              </a:rPr>
              <a:t>6</a:t>
            </a:r>
            <a:r>
              <a:rPr lang="hr-HR" sz="1800" b="1" dirty="0">
                <a:solidFill>
                  <a:schemeClr val="tx1"/>
                </a:solidFill>
                <a:latin typeface="Courier New"/>
                <a:cs typeface="Courier New"/>
              </a:rPr>
              <a:t>, </a:t>
            </a:r>
            <a:r>
              <a:rPr lang="hr-HR" sz="1800" b="1" dirty="0">
                <a:solidFill>
                  <a:srgbClr val="3366FF"/>
                </a:solidFill>
                <a:latin typeface="Courier New"/>
                <a:cs typeface="Courier New"/>
              </a:rPr>
              <a:t>7</a:t>
            </a:r>
            <a:r>
              <a:rPr lang="hr-HR" sz="1800" b="1" dirty="0">
                <a:solidFill>
                  <a:schemeClr val="tx1"/>
                </a:solidFill>
                <a:latin typeface="Courier New"/>
                <a:cs typeface="Courier New"/>
              </a:rPr>
              <a:t>, </a:t>
            </a:r>
            <a:r>
              <a:rPr lang="hr-HR" sz="1800" b="1" dirty="0">
                <a:solidFill>
                  <a:srgbClr val="3366FF"/>
                </a:solidFill>
                <a:latin typeface="Courier New"/>
                <a:cs typeface="Courier New"/>
              </a:rPr>
              <a:t>8</a:t>
            </a:r>
            <a:r>
              <a:rPr lang="hr-HR" sz="1800" b="1" dirty="0">
                <a:solidFill>
                  <a:schemeClr val="tx1"/>
                </a:solidFill>
                <a:latin typeface="Courier New"/>
                <a:cs typeface="Courier New"/>
              </a:rPr>
              <a:t>, </a:t>
            </a:r>
            <a:r>
              <a:rPr lang="hr-HR" sz="1800" b="1" dirty="0">
                <a:solidFill>
                  <a:srgbClr val="3366FF"/>
                </a:solidFill>
                <a:latin typeface="Courier New"/>
                <a:cs typeface="Courier New"/>
              </a:rPr>
              <a:t>9</a:t>
            </a:r>
            <a:r>
              <a:rPr lang="hr-HR"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hr-HR" sz="1800" b="1" dirty="0">
                <a:solidFill>
                  <a:srgbClr val="008000"/>
                </a:solidFill>
                <a:latin typeface="Courier New"/>
                <a:cs typeface="Courier New"/>
              </a:rPr>
              <a:t>&gt;&gt;&gt;</a:t>
            </a:r>
            <a:r>
              <a:rPr lang="hr-HR" sz="1800" b="1" dirty="0">
                <a:solidFill>
                  <a:schemeClr val="tx1"/>
                </a:solidFill>
                <a:latin typeface="Courier New"/>
                <a:cs typeface="Courier New"/>
              </a:rPr>
              <a:t> u.symmetric_difference(</a:t>
            </a:r>
            <a:r>
              <a:rPr lang="hr-HR" sz="1800" b="1" dirty="0">
                <a:solidFill>
                  <a:srgbClr val="3366FF"/>
                </a:solidFill>
                <a:latin typeface="Courier New"/>
                <a:cs typeface="Courier New"/>
              </a:rPr>
              <a:t>range</a:t>
            </a:r>
            <a:r>
              <a:rPr lang="hr-HR" sz="1800" b="1" dirty="0">
                <a:solidFill>
                  <a:schemeClr val="tx1"/>
                </a:solidFill>
                <a:latin typeface="Courier New"/>
                <a:cs typeface="Courier New"/>
              </a:rPr>
              <a:t>(</a:t>
            </a:r>
            <a:r>
              <a:rPr lang="hr-HR" sz="1800" b="1" dirty="0">
                <a:solidFill>
                  <a:srgbClr val="3366FF"/>
                </a:solidFill>
                <a:latin typeface="Courier New"/>
                <a:cs typeface="Courier New"/>
              </a:rPr>
              <a:t>6</a:t>
            </a:r>
            <a:r>
              <a:rPr lang="hr-HR" sz="1800" b="1" dirty="0">
                <a:solidFill>
                  <a:schemeClr val="tx1"/>
                </a:solidFill>
                <a:latin typeface="Courier New"/>
                <a:cs typeface="Courier New"/>
              </a:rPr>
              <a:t>,</a:t>
            </a:r>
            <a:r>
              <a:rPr lang="hr-HR" sz="1800" b="1" dirty="0">
                <a:solidFill>
                  <a:srgbClr val="3366FF"/>
                </a:solidFill>
                <a:latin typeface="Courier New"/>
                <a:cs typeface="Courier New"/>
              </a:rPr>
              <a:t>16</a:t>
            </a:r>
            <a:r>
              <a:rPr lang="hr-HR"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hr-HR" sz="1800" b="1" dirty="0">
                <a:solidFill>
                  <a:schemeClr val="tx1"/>
                </a:solidFill>
                <a:latin typeface="Courier New"/>
                <a:cs typeface="Courier New"/>
              </a:rPr>
              <a:t>{</a:t>
            </a:r>
            <a:r>
              <a:rPr lang="hr-HR" sz="1800" b="1" dirty="0">
                <a:solidFill>
                  <a:srgbClr val="3366FF"/>
                </a:solidFill>
                <a:latin typeface="Courier New"/>
                <a:cs typeface="Courier New"/>
              </a:rPr>
              <a:t>1</a:t>
            </a:r>
            <a:r>
              <a:rPr lang="hr-HR" sz="1800" b="1" dirty="0">
                <a:solidFill>
                  <a:schemeClr val="tx1"/>
                </a:solidFill>
                <a:latin typeface="Courier New"/>
                <a:cs typeface="Courier New"/>
              </a:rPr>
              <a:t>, </a:t>
            </a:r>
            <a:r>
              <a:rPr lang="hr-HR" sz="1800" b="1" dirty="0">
                <a:solidFill>
                  <a:srgbClr val="3366FF"/>
                </a:solidFill>
                <a:latin typeface="Courier New"/>
                <a:cs typeface="Courier New"/>
              </a:rPr>
              <a:t>2</a:t>
            </a:r>
            <a:r>
              <a:rPr lang="hr-HR" sz="1800" b="1" dirty="0">
                <a:solidFill>
                  <a:schemeClr val="tx1"/>
                </a:solidFill>
                <a:latin typeface="Courier New"/>
                <a:cs typeface="Courier New"/>
              </a:rPr>
              <a:t>, </a:t>
            </a:r>
            <a:r>
              <a:rPr lang="hr-HR" sz="1800" b="1" dirty="0">
                <a:solidFill>
                  <a:srgbClr val="3366FF"/>
                </a:solidFill>
                <a:latin typeface="Courier New"/>
                <a:cs typeface="Courier New"/>
              </a:rPr>
              <a:t>3</a:t>
            </a:r>
            <a:r>
              <a:rPr lang="hr-HR" sz="1800" b="1" dirty="0">
                <a:solidFill>
                  <a:schemeClr val="tx1"/>
                </a:solidFill>
                <a:latin typeface="Courier New"/>
                <a:cs typeface="Courier New"/>
              </a:rPr>
              <a:t>, </a:t>
            </a:r>
            <a:r>
              <a:rPr lang="hr-HR" sz="1800" b="1" dirty="0">
                <a:solidFill>
                  <a:srgbClr val="3366FF"/>
                </a:solidFill>
                <a:latin typeface="Courier New"/>
                <a:cs typeface="Courier New"/>
              </a:rPr>
              <a:t>4</a:t>
            </a:r>
            <a:r>
              <a:rPr lang="hr-HR" sz="1800" b="1" dirty="0">
                <a:solidFill>
                  <a:schemeClr val="tx1"/>
                </a:solidFill>
                <a:latin typeface="Courier New"/>
                <a:cs typeface="Courier New"/>
              </a:rPr>
              <a:t>, </a:t>
            </a:r>
            <a:r>
              <a:rPr lang="hr-HR" sz="1800" b="1" dirty="0">
                <a:solidFill>
                  <a:srgbClr val="3366FF"/>
                </a:solidFill>
                <a:latin typeface="Courier New"/>
                <a:cs typeface="Courier New"/>
              </a:rPr>
              <a:t>5</a:t>
            </a:r>
            <a:r>
              <a:rPr lang="hr-HR" sz="1800" b="1" dirty="0">
                <a:solidFill>
                  <a:schemeClr val="tx1"/>
                </a:solidFill>
                <a:latin typeface="Courier New"/>
                <a:cs typeface="Courier New"/>
              </a:rPr>
              <a:t>, </a:t>
            </a:r>
            <a:r>
              <a:rPr lang="hr-HR" sz="1800" b="1" dirty="0">
                <a:solidFill>
                  <a:srgbClr val="3366FF"/>
                </a:solidFill>
                <a:latin typeface="Courier New"/>
                <a:cs typeface="Courier New"/>
              </a:rPr>
              <a:t>10</a:t>
            </a:r>
            <a:r>
              <a:rPr lang="hr-HR" sz="1800" b="1" dirty="0">
                <a:solidFill>
                  <a:schemeClr val="tx1"/>
                </a:solidFill>
                <a:latin typeface="Courier New"/>
                <a:cs typeface="Courier New"/>
              </a:rPr>
              <a:t>, </a:t>
            </a:r>
            <a:r>
              <a:rPr lang="hr-HR" sz="1800" b="1" dirty="0">
                <a:solidFill>
                  <a:srgbClr val="3366FF"/>
                </a:solidFill>
                <a:latin typeface="Courier New"/>
                <a:cs typeface="Courier New"/>
              </a:rPr>
              <a:t>11</a:t>
            </a:r>
            <a:r>
              <a:rPr lang="hr-HR" sz="1800" b="1" dirty="0">
                <a:solidFill>
                  <a:schemeClr val="tx1"/>
                </a:solidFill>
                <a:latin typeface="Courier New"/>
                <a:cs typeface="Courier New"/>
              </a:rPr>
              <a:t>, </a:t>
            </a:r>
            <a:r>
              <a:rPr lang="hr-HR" sz="1800" b="1" dirty="0">
                <a:solidFill>
                  <a:srgbClr val="3366FF"/>
                </a:solidFill>
                <a:latin typeface="Courier New"/>
                <a:cs typeface="Courier New"/>
              </a:rPr>
              <a:t>12</a:t>
            </a:r>
            <a:r>
              <a:rPr lang="hr-HR" sz="1800" b="1" dirty="0">
                <a:solidFill>
                  <a:schemeClr val="tx1"/>
                </a:solidFill>
                <a:latin typeface="Courier New"/>
                <a:cs typeface="Courier New"/>
              </a:rPr>
              <a:t>, </a:t>
            </a:r>
            <a:r>
              <a:rPr lang="hr-HR" sz="1800" b="1" dirty="0">
                <a:solidFill>
                  <a:srgbClr val="3366FF"/>
                </a:solidFill>
                <a:latin typeface="Courier New"/>
                <a:cs typeface="Courier New"/>
              </a:rPr>
              <a:t>13</a:t>
            </a:r>
            <a:r>
              <a:rPr lang="hr-HR" sz="1800" b="1" dirty="0">
                <a:solidFill>
                  <a:schemeClr val="tx1"/>
                </a:solidFill>
                <a:latin typeface="Courier New"/>
                <a:cs typeface="Courier New"/>
              </a:rPr>
              <a:t>, </a:t>
            </a:r>
            <a:r>
              <a:rPr lang="hr-HR" sz="1800" b="1" dirty="0">
                <a:solidFill>
                  <a:srgbClr val="3366FF"/>
                </a:solidFill>
                <a:latin typeface="Courier New"/>
                <a:cs typeface="Courier New"/>
              </a:rPr>
              <a:t>14</a:t>
            </a:r>
            <a:r>
              <a:rPr lang="hr-HR" sz="1800" b="1" dirty="0">
                <a:solidFill>
                  <a:schemeClr val="tx1"/>
                </a:solidFill>
                <a:latin typeface="Courier New"/>
                <a:cs typeface="Courier New"/>
              </a:rPr>
              <a:t>, </a:t>
            </a:r>
            <a:r>
              <a:rPr lang="hr-HR" sz="1800" b="1" dirty="0">
                <a:solidFill>
                  <a:srgbClr val="3366FF"/>
                </a:solidFill>
                <a:latin typeface="Courier New"/>
                <a:cs typeface="Courier New"/>
              </a:rPr>
              <a:t>15</a:t>
            </a:r>
            <a:r>
              <a:rPr lang="hr-HR"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it-IT" sz="1800" b="1" dirty="0">
                <a:solidFill>
                  <a:srgbClr val="008000"/>
                </a:solidFill>
                <a:latin typeface="Courier New"/>
                <a:cs typeface="Courier New"/>
              </a:rPr>
              <a:t>&gt;&gt;&gt;</a:t>
            </a:r>
            <a:r>
              <a:rPr lang="it-IT" sz="1800" b="1" dirty="0">
                <a:solidFill>
                  <a:schemeClr val="tx1"/>
                </a:solidFill>
                <a:latin typeface="Courier New"/>
                <a:cs typeface="Courier New"/>
              </a:rPr>
              <a:t> u.difference(</a:t>
            </a:r>
            <a:r>
              <a:rPr lang="it-IT" sz="1800" b="1" dirty="0">
                <a:solidFill>
                  <a:srgbClr val="3366FF"/>
                </a:solidFill>
                <a:latin typeface="Courier New"/>
                <a:cs typeface="Courier New"/>
              </a:rPr>
              <a:t>range</a:t>
            </a:r>
            <a:r>
              <a:rPr lang="it-IT" sz="1800" b="1" dirty="0">
                <a:solidFill>
                  <a:schemeClr val="tx1"/>
                </a:solidFill>
                <a:latin typeface="Courier New"/>
                <a:cs typeface="Courier New"/>
              </a:rPr>
              <a:t>(</a:t>
            </a:r>
            <a:r>
              <a:rPr lang="it-IT" sz="1800" b="1" dirty="0">
                <a:solidFill>
                  <a:srgbClr val="3366FF"/>
                </a:solidFill>
                <a:latin typeface="Courier New"/>
                <a:cs typeface="Courier New"/>
              </a:rPr>
              <a:t>3</a:t>
            </a:r>
            <a:r>
              <a:rPr lang="it-IT" sz="1800" b="1" dirty="0">
                <a:solidFill>
                  <a:schemeClr val="tx1"/>
                </a:solidFill>
                <a:latin typeface="Courier New"/>
                <a:cs typeface="Courier New"/>
              </a:rPr>
              <a:t>),[</a:t>
            </a:r>
            <a:r>
              <a:rPr lang="it-IT" sz="1800" b="1" dirty="0">
                <a:solidFill>
                  <a:srgbClr val="3366FF"/>
                </a:solidFill>
                <a:latin typeface="Courier New"/>
                <a:cs typeface="Courier New"/>
              </a:rPr>
              <a:t>5</a:t>
            </a:r>
            <a:r>
              <a:rPr lang="it-IT" sz="1800" b="1" dirty="0">
                <a:solidFill>
                  <a:schemeClr val="tx1"/>
                </a:solidFill>
                <a:latin typeface="Courier New"/>
                <a:cs typeface="Courier New"/>
              </a:rPr>
              <a:t>, </a:t>
            </a:r>
            <a:r>
              <a:rPr lang="it-IT" sz="1800" b="1" dirty="0">
                <a:solidFill>
                  <a:srgbClr val="3366FF"/>
                </a:solidFill>
                <a:latin typeface="Courier New"/>
                <a:cs typeface="Courier New"/>
              </a:rPr>
              <a:t>6</a:t>
            </a:r>
            <a:r>
              <a:rPr lang="it-IT" sz="1800" b="1" dirty="0">
                <a:solidFill>
                  <a:schemeClr val="tx1"/>
                </a:solidFill>
                <a:latin typeface="Courier New"/>
                <a:cs typeface="Courier New"/>
              </a:rPr>
              <a:t>],</a:t>
            </a:r>
            <a:r>
              <a:rPr lang="it-IT" sz="1800" b="1" dirty="0">
                <a:solidFill>
                  <a:srgbClr val="008000"/>
                </a:solidFill>
                <a:latin typeface="Courier New"/>
                <a:cs typeface="Courier New"/>
              </a:rPr>
              <a:t>'e'</a:t>
            </a:r>
            <a:r>
              <a:rPr lang="it-IT" sz="18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it-IT" sz="1800" b="1" dirty="0">
                <a:solidFill>
                  <a:schemeClr val="tx1"/>
                </a:solidFill>
                <a:latin typeface="Courier New"/>
                <a:cs typeface="Courier New"/>
              </a:rPr>
              <a:t>{</a:t>
            </a:r>
            <a:r>
              <a:rPr lang="it-IT" sz="1800" b="1" dirty="0">
                <a:solidFill>
                  <a:srgbClr val="3366FF"/>
                </a:solidFill>
                <a:latin typeface="Courier New"/>
                <a:cs typeface="Courier New"/>
              </a:rPr>
              <a:t>3</a:t>
            </a:r>
            <a:r>
              <a:rPr lang="it-IT" sz="1800" b="1" dirty="0">
                <a:solidFill>
                  <a:schemeClr val="tx1"/>
                </a:solidFill>
                <a:latin typeface="Courier New"/>
                <a:cs typeface="Courier New"/>
              </a:rPr>
              <a:t>, </a:t>
            </a:r>
            <a:r>
              <a:rPr lang="it-IT" sz="1800" b="1" dirty="0">
                <a:solidFill>
                  <a:srgbClr val="3366FF"/>
                </a:solidFill>
                <a:latin typeface="Courier New"/>
                <a:cs typeface="Courier New"/>
              </a:rPr>
              <a:t>4</a:t>
            </a:r>
            <a:r>
              <a:rPr lang="it-IT" sz="1800" b="1" dirty="0">
                <a:solidFill>
                  <a:schemeClr val="tx1"/>
                </a:solidFill>
                <a:latin typeface="Courier New"/>
                <a:cs typeface="Courier New"/>
              </a:rPr>
              <a:t>, </a:t>
            </a:r>
            <a:r>
              <a:rPr lang="it-IT" sz="1800" b="1" dirty="0">
                <a:solidFill>
                  <a:srgbClr val="3366FF"/>
                </a:solidFill>
                <a:latin typeface="Courier New"/>
                <a:cs typeface="Courier New"/>
              </a:rPr>
              <a:t>7</a:t>
            </a:r>
            <a:r>
              <a:rPr lang="it-IT" sz="1800" b="1" dirty="0">
                <a:solidFill>
                  <a:schemeClr val="tx1"/>
                </a:solidFill>
                <a:latin typeface="Courier New"/>
                <a:cs typeface="Courier New"/>
              </a:rPr>
              <a:t>, </a:t>
            </a:r>
            <a:r>
              <a:rPr lang="it-IT" sz="1800" b="1" dirty="0">
                <a:solidFill>
                  <a:srgbClr val="3366FF"/>
                </a:solidFill>
                <a:latin typeface="Courier New"/>
                <a:cs typeface="Courier New"/>
              </a:rPr>
              <a:t>8</a:t>
            </a:r>
            <a:r>
              <a:rPr lang="it-IT" sz="1800" b="1" dirty="0">
                <a:solidFill>
                  <a:schemeClr val="tx1"/>
                </a:solidFill>
                <a:latin typeface="Courier New"/>
                <a:cs typeface="Courier New"/>
              </a:rPr>
              <a:t>, </a:t>
            </a:r>
            <a:r>
              <a:rPr lang="it-IT" sz="1800" b="1" dirty="0">
                <a:solidFill>
                  <a:srgbClr val="3366FF"/>
                </a:solidFill>
                <a:latin typeface="Courier New"/>
                <a:cs typeface="Courier New"/>
              </a:rPr>
              <a:t>9</a:t>
            </a:r>
            <a:r>
              <a:rPr lang="it-IT" sz="1800" b="1" dirty="0">
                <a:solidFill>
                  <a:schemeClr val="tx1"/>
                </a:solidFill>
                <a:latin typeface="Courier New"/>
                <a:cs typeface="Courier New"/>
              </a:rPr>
              <a:t>}</a:t>
            </a:r>
            <a:endParaRPr lang="fr-FR" sz="1800"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183039276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checkerboard(across)">
                                      <p:cBhvr>
                                        <p:cTn id="7" dur="500"/>
                                        <p:tgtEl>
                                          <p:spTgt spid="14">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checkerboard(across)">
                                      <p:cBhvr>
                                        <p:cTn id="10" dur="500"/>
                                        <p:tgtEl>
                                          <p:spTgt spid="14">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animEffect transition="in" filter="checkerboard(across)">
                                      <p:cBhvr>
                                        <p:cTn id="15" dur="500"/>
                                        <p:tgtEl>
                                          <p:spTgt spid="14">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4">
                                            <p:txEl>
                                              <p:pRg st="3" end="3"/>
                                            </p:txEl>
                                          </p:spTgt>
                                        </p:tgtEl>
                                        <p:attrNameLst>
                                          <p:attrName>style.visibility</p:attrName>
                                        </p:attrNameLst>
                                      </p:cBhvr>
                                      <p:to>
                                        <p:strVal val="visible"/>
                                      </p:to>
                                    </p:set>
                                    <p:animEffect transition="in" filter="checkerboard(across)">
                                      <p:cBhvr>
                                        <p:cTn id="18" dur="500"/>
                                        <p:tgtEl>
                                          <p:spTgt spid="14">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animEffect transition="in" filter="checkerboard(across)">
                                      <p:cBhvr>
                                        <p:cTn id="21" dur="500"/>
                                        <p:tgtEl>
                                          <p:spTgt spid="14">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14">
                                            <p:txEl>
                                              <p:pRg st="5" end="5"/>
                                            </p:txEl>
                                          </p:spTgt>
                                        </p:tgtEl>
                                        <p:attrNameLst>
                                          <p:attrName>style.visibility</p:attrName>
                                        </p:attrNameLst>
                                      </p:cBhvr>
                                      <p:to>
                                        <p:strVal val="visible"/>
                                      </p:to>
                                    </p:set>
                                    <p:animEffect transition="in" filter="checkerboard(across)">
                                      <p:cBhvr>
                                        <p:cTn id="26" dur="500"/>
                                        <p:tgtEl>
                                          <p:spTgt spid="14">
                                            <p:txEl>
                                              <p:pRg st="5" end="5"/>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14">
                                            <p:txEl>
                                              <p:pRg st="6" end="6"/>
                                            </p:txEl>
                                          </p:spTgt>
                                        </p:tgtEl>
                                        <p:attrNameLst>
                                          <p:attrName>style.visibility</p:attrName>
                                        </p:attrNameLst>
                                      </p:cBhvr>
                                      <p:to>
                                        <p:strVal val="visible"/>
                                      </p:to>
                                    </p:set>
                                    <p:animEffect transition="in" filter="checkerboard(across)">
                                      <p:cBhvr>
                                        <p:cTn id="29" dur="500"/>
                                        <p:tgtEl>
                                          <p:spTgt spid="14">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14">
                                            <p:txEl>
                                              <p:pRg st="7" end="7"/>
                                            </p:txEl>
                                          </p:spTgt>
                                        </p:tgtEl>
                                        <p:attrNameLst>
                                          <p:attrName>style.visibility</p:attrName>
                                        </p:attrNameLst>
                                      </p:cBhvr>
                                      <p:to>
                                        <p:strVal val="visible"/>
                                      </p:to>
                                    </p:set>
                                    <p:animEffect transition="in" filter="checkerboard(across)">
                                      <p:cBhvr>
                                        <p:cTn id="34" dur="500"/>
                                        <p:tgtEl>
                                          <p:spTgt spid="14">
                                            <p:txEl>
                                              <p:pRg st="7" end="7"/>
                                            </p:txEl>
                                          </p:spTgt>
                                        </p:tgtEl>
                                      </p:cBhvr>
                                    </p:animEffect>
                                  </p:childTnLst>
                                </p:cTn>
                              </p:par>
                              <p:par>
                                <p:cTn id="35" presetID="5" presetClass="entr" presetSubtype="10" fill="hold" nodeType="withEffect">
                                  <p:stCondLst>
                                    <p:cond delay="0"/>
                                  </p:stCondLst>
                                  <p:childTnLst>
                                    <p:set>
                                      <p:cBhvr>
                                        <p:cTn id="36" dur="1" fill="hold">
                                          <p:stCondLst>
                                            <p:cond delay="0"/>
                                          </p:stCondLst>
                                        </p:cTn>
                                        <p:tgtEl>
                                          <p:spTgt spid="14">
                                            <p:txEl>
                                              <p:pRg st="8" end="8"/>
                                            </p:txEl>
                                          </p:spTgt>
                                        </p:tgtEl>
                                        <p:attrNameLst>
                                          <p:attrName>style.visibility</p:attrName>
                                        </p:attrNameLst>
                                      </p:cBhvr>
                                      <p:to>
                                        <p:strVal val="visible"/>
                                      </p:to>
                                    </p:set>
                                    <p:animEffect transition="in" filter="checkerboard(across)">
                                      <p:cBhvr>
                                        <p:cTn id="37" dur="500"/>
                                        <p:tgtEl>
                                          <p:spTgt spid="1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6179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179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428625" y="996950"/>
            <a:ext cx="8435975" cy="503238"/>
          </a:xfrm>
          <a:prstGeom prst="rect">
            <a:avLst/>
          </a:prstGeom>
        </p:spPr>
        <p:txBody>
          <a:bodyPr/>
          <a:lstStyle/>
          <a:p>
            <a:pPr>
              <a:spcBef>
                <a:spcPct val="20000"/>
              </a:spcBef>
              <a:spcAft>
                <a:spcPct val="30000"/>
              </a:spcAft>
              <a:buClr>
                <a:schemeClr val="hlink"/>
              </a:buClr>
              <a:buFont typeface="Wingdings" pitchFamily="2" charset="2"/>
              <a:buNone/>
              <a:defRPr/>
            </a:pPr>
            <a:r>
              <a:rPr lang="fr-FR" b="1" kern="0" dirty="0">
                <a:solidFill>
                  <a:srgbClr val="FF0000"/>
                </a:solidFill>
                <a:latin typeface="+mn-lt"/>
                <a:ea typeface="ＭＳ Ｐゴシック" pitchFamily="34" charset="-128"/>
                <a:cs typeface="+mn-cs"/>
              </a:rPr>
              <a:t>Itération sur les éléments. </a:t>
            </a:r>
          </a:p>
        </p:txBody>
      </p:sp>
      <p:sp>
        <p:nvSpPr>
          <p:cNvPr id="13" name="Content Placeholder 2"/>
          <p:cNvSpPr txBox="1">
            <a:spLocks/>
          </p:cNvSpPr>
          <p:nvPr/>
        </p:nvSpPr>
        <p:spPr>
          <a:xfrm>
            <a:off x="500063" y="3143250"/>
            <a:ext cx="8435975" cy="503238"/>
          </a:xfrm>
          <a:prstGeom prst="rect">
            <a:avLst/>
          </a:prstGeom>
        </p:spPr>
        <p:txBody>
          <a:bodyPr/>
          <a:lstStyle/>
          <a:p>
            <a:pPr>
              <a:spcBef>
                <a:spcPct val="20000"/>
              </a:spcBef>
              <a:spcAft>
                <a:spcPct val="30000"/>
              </a:spcAft>
              <a:buClr>
                <a:schemeClr val="hlink"/>
              </a:buClr>
              <a:buFont typeface="Wingdings" pitchFamily="2" charset="2"/>
              <a:buNone/>
              <a:defRPr/>
            </a:pPr>
            <a:r>
              <a:rPr lang="fr-FR" b="1" kern="0" dirty="0">
                <a:solidFill>
                  <a:srgbClr val="FF0000"/>
                </a:solidFill>
                <a:latin typeface="+mn-lt"/>
                <a:ea typeface="ＭＳ Ｐゴシック" pitchFamily="34" charset="-128"/>
                <a:cs typeface="+mn-cs"/>
              </a:rPr>
              <a:t>Exemple:</a:t>
            </a:r>
          </a:p>
        </p:txBody>
      </p:sp>
      <p:sp>
        <p:nvSpPr>
          <p:cNvPr id="12" name="Content Placeholder 2"/>
          <p:cNvSpPr txBox="1">
            <a:spLocks/>
          </p:cNvSpPr>
          <p:nvPr/>
        </p:nvSpPr>
        <p:spPr>
          <a:xfrm>
            <a:off x="636588" y="1354138"/>
            <a:ext cx="8435975" cy="1574800"/>
          </a:xfrm>
          <a:prstGeom prst="rect">
            <a:avLst/>
          </a:prstGeom>
        </p:spPr>
        <p:txBody>
          <a:bodyPr/>
          <a:lstStyle/>
          <a:p>
            <a:pPr marL="342900" indent="-342900" algn="just">
              <a:spcBef>
                <a:spcPct val="20000"/>
              </a:spcBef>
              <a:spcAft>
                <a:spcPct val="30000"/>
              </a:spcAft>
              <a:buClr>
                <a:schemeClr val="hlink"/>
              </a:buClr>
              <a:buFont typeface="Wingdings" pitchFamily="2" charset="2"/>
              <a:buChar char="§"/>
              <a:defRPr/>
            </a:pPr>
            <a:r>
              <a:rPr lang="en-US" kern="0" dirty="0">
                <a:latin typeface="+mn-lt"/>
                <a:ea typeface="ＭＳ Ｐゴシック" pitchFamily="34" charset="-128"/>
                <a:cs typeface="+mn-cs"/>
              </a:rPr>
              <a:t>Il </a:t>
            </a:r>
            <a:r>
              <a:rPr lang="en-US" kern="0" dirty="0" err="1">
                <a:latin typeface="+mn-lt"/>
                <a:ea typeface="ＭＳ Ｐゴシック" pitchFamily="34" charset="-128"/>
                <a:cs typeface="+mn-cs"/>
              </a:rPr>
              <a:t>est</a:t>
            </a:r>
            <a:r>
              <a:rPr lang="en-US" kern="0" dirty="0">
                <a:latin typeface="+mn-lt"/>
                <a:ea typeface="ＭＳ Ｐゴシック" pitchFamily="34" charset="-128"/>
                <a:cs typeface="+mn-cs"/>
              </a:rPr>
              <a:t> tout à fait possible </a:t>
            </a:r>
            <a:r>
              <a:rPr lang="en-US" kern="0" dirty="0" err="1">
                <a:latin typeface="+mn-lt"/>
                <a:ea typeface="ＭＳ Ｐゴシック" pitchFamily="34" charset="-128"/>
                <a:cs typeface="+mn-cs"/>
              </a:rPr>
              <a:t>d</a:t>
            </a:r>
            <a:r>
              <a:rPr lang="en-US" altLang="fr-FR" kern="0" dirty="0" err="1">
                <a:latin typeface="+mn-lt"/>
                <a:ea typeface="ＭＳ Ｐゴシック" pitchFamily="34" charset="-128"/>
                <a:cs typeface="+mn-cs"/>
              </a:rPr>
              <a:t>’</a:t>
            </a:r>
            <a:r>
              <a:rPr lang="en-US" altLang="ja-JP" kern="0" dirty="0" err="1">
                <a:solidFill>
                  <a:srgbClr val="0000FF"/>
                </a:solidFill>
                <a:latin typeface="+mn-lt"/>
                <a:ea typeface="ＭＳ Ｐゴシック" pitchFamily="34" charset="-128"/>
                <a:cs typeface="+mn-cs"/>
              </a:rPr>
              <a:t>itérer</a:t>
            </a:r>
            <a:r>
              <a:rPr lang="en-US" altLang="ja-JP" kern="0" dirty="0">
                <a:latin typeface="+mn-lt"/>
                <a:ea typeface="ＭＳ Ｐゴシック" pitchFamily="34" charset="-128"/>
                <a:cs typeface="+mn-cs"/>
              </a:rPr>
              <a:t> </a:t>
            </a:r>
            <a:r>
              <a:rPr lang="en-US" altLang="ja-JP" kern="0" dirty="0" err="1">
                <a:latin typeface="+mn-lt"/>
                <a:ea typeface="ＭＳ Ｐゴシック" pitchFamily="34" charset="-128"/>
                <a:cs typeface="+mn-cs"/>
              </a:rPr>
              <a:t>sur</a:t>
            </a:r>
            <a:r>
              <a:rPr lang="en-US" altLang="ja-JP" kern="0" dirty="0">
                <a:latin typeface="+mn-lt"/>
                <a:ea typeface="ＭＳ Ｐゴシック" pitchFamily="34" charset="-128"/>
                <a:cs typeface="+mn-cs"/>
              </a:rPr>
              <a:t> les </a:t>
            </a:r>
            <a:r>
              <a:rPr lang="en-US" altLang="ja-JP" kern="0" dirty="0" err="1">
                <a:latin typeface="+mn-lt"/>
                <a:ea typeface="ＭＳ Ｐゴシック" pitchFamily="34" charset="-128"/>
                <a:cs typeface="+mn-cs"/>
              </a:rPr>
              <a:t>éléments</a:t>
            </a:r>
            <a:r>
              <a:rPr lang="en-US" altLang="ja-JP" kern="0" dirty="0">
                <a:latin typeface="+mn-lt"/>
                <a:ea typeface="ＭＳ Ｐゴシック" pitchFamily="34" charset="-128"/>
                <a:cs typeface="+mn-cs"/>
              </a:rPr>
              <a:t> d</a:t>
            </a:r>
            <a:r>
              <a:rPr lang="en-US" altLang="fr-FR" kern="0" dirty="0">
                <a:latin typeface="+mn-lt"/>
                <a:ea typeface="ＭＳ Ｐゴシック" pitchFamily="34" charset="-128"/>
                <a:cs typeface="+mn-cs"/>
              </a:rPr>
              <a:t>’</a:t>
            </a:r>
            <a:r>
              <a:rPr lang="en-US" altLang="ja-JP" kern="0" dirty="0">
                <a:latin typeface="+mn-lt"/>
                <a:ea typeface="ＭＳ Ｐゴシック" pitchFamily="34" charset="-128"/>
                <a:cs typeface="+mn-cs"/>
              </a:rPr>
              <a:t>un </a:t>
            </a:r>
            <a:r>
              <a:rPr lang="en-US" altLang="fr-FR" kern="0" dirty="0">
                <a:latin typeface="+mn-lt"/>
                <a:ea typeface="ＭＳ Ｐゴシック" pitchFamily="34" charset="-128"/>
                <a:cs typeface="+mn-cs"/>
              </a:rPr>
              <a:t>“</a:t>
            </a:r>
            <a:r>
              <a:rPr lang="en-US" altLang="ja-JP" kern="0" dirty="0">
                <a:latin typeface="+mn-lt"/>
                <a:ea typeface="ＭＳ Ｐゴシック" pitchFamily="34" charset="-128"/>
                <a:cs typeface="+mn-cs"/>
              </a:rPr>
              <a:t>set</a:t>
            </a:r>
            <a:r>
              <a:rPr lang="en-US" altLang="fr-FR" kern="0" dirty="0">
                <a:latin typeface="+mn-lt"/>
                <a:ea typeface="ＭＳ Ｐゴシック" pitchFamily="34" charset="-128"/>
                <a:cs typeface="+mn-cs"/>
              </a:rPr>
              <a:t>”</a:t>
            </a:r>
            <a:r>
              <a:rPr lang="en-US" altLang="ja-JP" kern="0" dirty="0">
                <a:latin typeface="+mn-lt"/>
                <a:ea typeface="ＭＳ Ｐゴシック" pitchFamily="34" charset="-128"/>
                <a:cs typeface="+mn-cs"/>
              </a:rPr>
              <a:t> </a:t>
            </a:r>
            <a:r>
              <a:rPr lang="en-US" altLang="ja-JP" kern="0" dirty="0" err="1">
                <a:latin typeface="+mn-lt"/>
                <a:ea typeface="ＭＳ Ｐゴシック" pitchFamily="34" charset="-128"/>
                <a:cs typeface="+mn-cs"/>
              </a:rPr>
              <a:t>ou</a:t>
            </a:r>
            <a:r>
              <a:rPr lang="en-US" altLang="ja-JP" kern="0" dirty="0">
                <a:latin typeface="+mn-lt"/>
                <a:ea typeface="ＭＳ Ｐゴシック" pitchFamily="34" charset="-128"/>
                <a:cs typeface="+mn-cs"/>
              </a:rPr>
              <a:t> d</a:t>
            </a:r>
            <a:r>
              <a:rPr lang="en-US" altLang="fr-FR" kern="0" dirty="0">
                <a:latin typeface="+mn-lt"/>
                <a:ea typeface="ＭＳ Ｐゴシック" pitchFamily="34" charset="-128"/>
                <a:cs typeface="+mn-cs"/>
              </a:rPr>
              <a:t>’</a:t>
            </a:r>
            <a:r>
              <a:rPr lang="en-US" altLang="ja-JP" kern="0" dirty="0">
                <a:latin typeface="+mn-lt"/>
                <a:ea typeface="ＭＳ Ｐゴシック" pitchFamily="34" charset="-128"/>
                <a:cs typeface="+mn-cs"/>
              </a:rPr>
              <a:t>un </a:t>
            </a:r>
            <a:r>
              <a:rPr lang="en-US" altLang="fr-FR" kern="0" dirty="0">
                <a:latin typeface="+mn-lt"/>
                <a:ea typeface="ＭＳ Ｐゴシック" pitchFamily="34" charset="-128"/>
                <a:cs typeface="+mn-cs"/>
              </a:rPr>
              <a:t>“</a:t>
            </a:r>
            <a:r>
              <a:rPr lang="en-US" altLang="ja-JP" kern="0" dirty="0" err="1">
                <a:latin typeface="+mn-lt"/>
                <a:ea typeface="ＭＳ Ｐゴシック" pitchFamily="34" charset="-128"/>
                <a:cs typeface="+mn-cs"/>
              </a:rPr>
              <a:t>frozenset</a:t>
            </a:r>
            <a:r>
              <a:rPr lang="en-US" altLang="fr-FR" kern="0" dirty="0">
                <a:latin typeface="+mn-lt"/>
                <a:ea typeface="ＭＳ Ｐゴシック" pitchFamily="34" charset="-128"/>
                <a:cs typeface="+mn-cs"/>
              </a:rPr>
              <a:t>”</a:t>
            </a:r>
            <a:r>
              <a:rPr lang="en-US" altLang="ja-JP" kern="0" dirty="0">
                <a:latin typeface="+mn-lt"/>
                <a:ea typeface="ＭＳ Ｐゴシック" pitchFamily="34" charset="-128"/>
                <a:cs typeface="+mn-cs"/>
              </a:rPr>
              <a:t>.</a:t>
            </a:r>
            <a:endParaRPr lang="en-US" kern="0" dirty="0">
              <a:latin typeface="+mn-lt"/>
              <a:ea typeface="ＭＳ Ｐゴシック" pitchFamily="34" charset="-128"/>
              <a:cs typeface="+mn-cs"/>
            </a:endParaRPr>
          </a:p>
          <a:p>
            <a:pPr marL="342900" indent="-342900" algn="just">
              <a:spcBef>
                <a:spcPct val="20000"/>
              </a:spcBef>
              <a:spcAft>
                <a:spcPct val="30000"/>
              </a:spcAft>
              <a:buClr>
                <a:schemeClr val="hlink"/>
              </a:buClr>
              <a:buFont typeface="Wingdings" pitchFamily="2" charset="2"/>
              <a:buChar char="§"/>
              <a:defRPr/>
            </a:pPr>
            <a:r>
              <a:rPr lang="en-US" kern="0" dirty="0" err="1">
                <a:latin typeface="+mn-lt"/>
                <a:ea typeface="ＭＳ Ｐゴシック" pitchFamily="34" charset="-128"/>
                <a:cs typeface="+mn-cs"/>
              </a:rPr>
              <a:t>Leurs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éléments</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n</a:t>
            </a:r>
            <a:r>
              <a:rPr lang="en-US" altLang="fr-FR" kern="0" dirty="0" err="1">
                <a:latin typeface="+mn-lt"/>
                <a:ea typeface="ＭＳ Ｐゴシック" pitchFamily="34" charset="-128"/>
                <a:cs typeface="+mn-cs"/>
              </a:rPr>
              <a:t>’</a:t>
            </a:r>
            <a:r>
              <a:rPr lang="en-US" kern="0" dirty="0" err="1">
                <a:latin typeface="+mn-lt"/>
                <a:ea typeface="ＭＳ Ｐゴシック" pitchFamily="34" charset="-128"/>
                <a:cs typeface="+mn-cs"/>
              </a:rPr>
              <a:t>étant</a:t>
            </a:r>
            <a:r>
              <a:rPr lang="en-US" kern="0" dirty="0">
                <a:latin typeface="+mn-lt"/>
                <a:ea typeface="ＭＳ Ｐゴシック" pitchFamily="34" charset="-128"/>
                <a:cs typeface="+mn-cs"/>
              </a:rPr>
              <a:t> pas </a:t>
            </a:r>
            <a:r>
              <a:rPr lang="en-US" kern="0" dirty="0" err="1">
                <a:latin typeface="+mn-lt"/>
                <a:ea typeface="ＭＳ Ｐゴシック" pitchFamily="34" charset="-128"/>
                <a:cs typeface="+mn-cs"/>
              </a:rPr>
              <a:t>mémorisés</a:t>
            </a:r>
            <a:r>
              <a:rPr lang="en-US" kern="0" dirty="0">
                <a:latin typeface="+mn-lt"/>
                <a:ea typeface="ＭＳ Ｐゴシック" pitchFamily="34" charset="-128"/>
                <a:cs typeface="+mn-cs"/>
              </a:rPr>
              <a:t> de </a:t>
            </a:r>
            <a:r>
              <a:rPr lang="en-US" kern="0" dirty="0" err="1">
                <a:latin typeface="+mn-lt"/>
                <a:ea typeface="ＭＳ Ｐゴシック" pitchFamily="34" charset="-128"/>
                <a:cs typeface="+mn-cs"/>
              </a:rPr>
              <a:t>façon</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séquentielle</a:t>
            </a:r>
            <a:r>
              <a:rPr lang="en-US" kern="0" dirty="0">
                <a:latin typeface="+mn-lt"/>
                <a:ea typeface="ＭＳ Ｐゴシック" pitchFamily="34" charset="-128"/>
                <a:cs typeface="+mn-cs"/>
              </a:rPr>
              <a:t>, </a:t>
            </a:r>
            <a:r>
              <a:rPr lang="en-US" kern="0" dirty="0" err="1">
                <a:latin typeface="+mn-lt"/>
                <a:ea typeface="ＭＳ Ｐゴシック" pitchFamily="34" charset="-128"/>
                <a:cs typeface="+mn-cs"/>
              </a:rPr>
              <a:t>l</a:t>
            </a:r>
            <a:r>
              <a:rPr lang="en-US" altLang="fr-FR" kern="0" dirty="0" err="1">
                <a:latin typeface="+mn-lt"/>
                <a:ea typeface="ＭＳ Ｐゴシック" pitchFamily="34" charset="-128"/>
                <a:cs typeface="+mn-cs"/>
              </a:rPr>
              <a:t>’</a:t>
            </a:r>
            <a:r>
              <a:rPr lang="en-US" kern="0" dirty="0" err="1">
                <a:latin typeface="+mn-lt"/>
                <a:ea typeface="ＭＳ Ｐゴシック" pitchFamily="34" charset="-128"/>
                <a:cs typeface="+mn-cs"/>
              </a:rPr>
              <a:t>ordre</a:t>
            </a:r>
            <a:r>
              <a:rPr lang="en-US" kern="0" dirty="0">
                <a:latin typeface="+mn-lt"/>
                <a:ea typeface="ＭＳ Ｐゴシック" pitchFamily="34" charset="-128"/>
                <a:cs typeface="+mn-cs"/>
              </a:rPr>
              <a:t> de </a:t>
            </a:r>
            <a:r>
              <a:rPr lang="en-US" kern="0" dirty="0" err="1">
                <a:latin typeface="+mn-lt"/>
                <a:ea typeface="ＭＳ Ｐゴシック" pitchFamily="34" charset="-128"/>
                <a:cs typeface="+mn-cs"/>
              </a:rPr>
              <a:t>parcours</a:t>
            </a:r>
            <a:r>
              <a:rPr lang="en-US" kern="0" dirty="0">
                <a:latin typeface="+mn-lt"/>
                <a:ea typeface="ＭＳ Ｐゴシック" pitchFamily="34" charset="-128"/>
                <a:cs typeface="+mn-cs"/>
              </a:rPr>
              <a:t> sera par </a:t>
            </a:r>
            <a:r>
              <a:rPr lang="en-US" kern="0" dirty="0" err="1">
                <a:latin typeface="+mn-lt"/>
                <a:ea typeface="ＭＳ Ｐゴシック" pitchFamily="34" charset="-128"/>
                <a:cs typeface="+mn-cs"/>
              </a:rPr>
              <a:t>contre</a:t>
            </a:r>
            <a:r>
              <a:rPr lang="en-US" kern="0" dirty="0">
                <a:latin typeface="+mn-lt"/>
                <a:ea typeface="ＭＳ Ｐゴシック" pitchFamily="34" charset="-128"/>
                <a:cs typeface="+mn-cs"/>
              </a:rPr>
              <a:t> </a:t>
            </a:r>
            <a:r>
              <a:rPr lang="en-US" kern="0" dirty="0" err="1">
                <a:solidFill>
                  <a:srgbClr val="0000FF"/>
                </a:solidFill>
                <a:latin typeface="+mn-lt"/>
                <a:ea typeface="ＭＳ Ｐゴシック" pitchFamily="34" charset="-128"/>
                <a:cs typeface="+mn-cs"/>
              </a:rPr>
              <a:t>indéfini</a:t>
            </a:r>
            <a:r>
              <a:rPr lang="en-US" kern="0" dirty="0">
                <a:latin typeface="+mn-lt"/>
                <a:ea typeface="ＭＳ Ｐゴシック" pitchFamily="34" charset="-128"/>
                <a:cs typeface="+mn-cs"/>
              </a:rPr>
              <a:t> et </a:t>
            </a:r>
            <a:r>
              <a:rPr lang="en-US" kern="0" dirty="0" err="1">
                <a:solidFill>
                  <a:srgbClr val="0000FF"/>
                </a:solidFill>
                <a:latin typeface="+mn-lt"/>
                <a:ea typeface="ＭＳ Ｐゴシック" pitchFamily="34" charset="-128"/>
                <a:cs typeface="+mn-cs"/>
              </a:rPr>
              <a:t>imprévisible</a:t>
            </a:r>
            <a:r>
              <a:rPr lang="en-US" kern="0" dirty="0">
                <a:latin typeface="+mn-lt"/>
                <a:ea typeface="ＭＳ Ｐゴシック" pitchFamily="34" charset="-128"/>
                <a:cs typeface="+mn-cs"/>
              </a:rPr>
              <a:t>.</a:t>
            </a:r>
          </a:p>
        </p:txBody>
      </p:sp>
      <p:sp>
        <p:nvSpPr>
          <p:cNvPr id="15" name="Rectangle à coins arrondis 14"/>
          <p:cNvSpPr/>
          <p:nvPr/>
        </p:nvSpPr>
        <p:spPr>
          <a:xfrm>
            <a:off x="1285875" y="3571875"/>
            <a:ext cx="6713538" cy="2714625"/>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indent="-457200" eaLnBrk="1" hangingPunct="1">
              <a:spcBef>
                <a:spcPts val="300"/>
              </a:spcBef>
              <a:buClr>
                <a:srgbClr val="336666"/>
              </a:buClr>
              <a:buFont typeface="Wingdings" pitchFamily="2" charset="2"/>
              <a:buNone/>
              <a:defRPr/>
            </a:pPr>
            <a:r>
              <a:rPr lang="en-US" sz="1800" b="1" dirty="0">
                <a:solidFill>
                  <a:srgbClr val="008000"/>
                </a:solidFill>
                <a:latin typeface="Courier New"/>
                <a:cs typeface="Courier New"/>
              </a:rPr>
              <a:t>&gt;&gt;&gt;</a:t>
            </a:r>
            <a:r>
              <a:rPr lang="en-US" sz="1800" b="1" dirty="0">
                <a:solidFill>
                  <a:schemeClr val="tx1"/>
                </a:solidFill>
                <a:latin typeface="Courier New"/>
                <a:cs typeface="Courier New"/>
              </a:rPr>
              <a:t> s = {</a:t>
            </a:r>
            <a:r>
              <a:rPr lang="en-US" sz="1800" b="1" dirty="0">
                <a:solidFill>
                  <a:srgbClr val="3366FF"/>
                </a:solidFill>
                <a:latin typeface="Courier New"/>
                <a:cs typeface="Courier New"/>
              </a:rPr>
              <a:t>1</a:t>
            </a:r>
            <a:r>
              <a:rPr lang="en-US" sz="1800" b="1" dirty="0">
                <a:solidFill>
                  <a:schemeClr val="tx1"/>
                </a:solidFill>
                <a:latin typeface="Courier New"/>
                <a:cs typeface="Courier New"/>
              </a:rPr>
              <a:t>, </a:t>
            </a:r>
            <a:r>
              <a:rPr lang="en-US" sz="1800" b="1" dirty="0">
                <a:solidFill>
                  <a:srgbClr val="3366FF"/>
                </a:solidFill>
                <a:latin typeface="Courier New"/>
                <a:cs typeface="Courier New"/>
              </a:rPr>
              <a:t>3</a:t>
            </a:r>
            <a:r>
              <a:rPr lang="en-US" sz="1800" b="1" dirty="0">
                <a:solidFill>
                  <a:schemeClr val="tx1"/>
                </a:solidFill>
                <a:latin typeface="Courier New"/>
                <a:cs typeface="Courier New"/>
              </a:rPr>
              <a:t>, </a:t>
            </a:r>
            <a:r>
              <a:rPr lang="en-US" sz="1800" b="1" dirty="0">
                <a:solidFill>
                  <a:srgbClr val="3366FF"/>
                </a:solidFill>
                <a:latin typeface="Courier New"/>
                <a:cs typeface="Courier New"/>
              </a:rPr>
              <a:t>5</a:t>
            </a:r>
            <a:r>
              <a:rPr lang="en-US" sz="1800" b="1" dirty="0">
                <a:solidFill>
                  <a:schemeClr val="tx1"/>
                </a:solidFill>
                <a:latin typeface="Courier New"/>
                <a:cs typeface="Courier New"/>
              </a:rPr>
              <a:t>, </a:t>
            </a:r>
            <a:r>
              <a:rPr lang="en-US" sz="1800" b="1" dirty="0">
                <a:solidFill>
                  <a:srgbClr val="3366FF"/>
                </a:solidFill>
                <a:latin typeface="Courier New"/>
                <a:cs typeface="Courier New"/>
              </a:rPr>
              <a:t>7</a:t>
            </a:r>
            <a:r>
              <a:rPr lang="en-US" sz="1800" b="1" dirty="0">
                <a:solidFill>
                  <a:schemeClr val="tx1"/>
                </a:solidFill>
                <a:latin typeface="Courier New"/>
                <a:cs typeface="Courier New"/>
              </a:rPr>
              <a:t>, </a:t>
            </a:r>
            <a:r>
              <a:rPr lang="en-US" sz="1800" b="1" dirty="0">
                <a:solidFill>
                  <a:srgbClr val="3366FF"/>
                </a:solidFill>
                <a:latin typeface="Courier New"/>
                <a:cs typeface="Courier New"/>
              </a:rPr>
              <a:t>9</a:t>
            </a:r>
            <a:r>
              <a:rPr lang="en-US" sz="1800" b="1" dirty="0">
                <a:solidFill>
                  <a:schemeClr val="tx1"/>
                </a:solidFill>
                <a:latin typeface="Courier New"/>
                <a:cs typeface="Courier New"/>
              </a:rPr>
              <a:t>}</a:t>
            </a:r>
          </a:p>
          <a:p>
            <a:pPr lvl="1" indent="-457200" eaLnBrk="1" hangingPunct="1">
              <a:spcBef>
                <a:spcPts val="300"/>
              </a:spcBef>
              <a:buClr>
                <a:srgbClr val="336666"/>
              </a:buClr>
              <a:buFont typeface="Wingdings" pitchFamily="2" charset="2"/>
              <a:buNone/>
              <a:defRPr/>
            </a:pPr>
            <a:r>
              <a:rPr lang="en-US" sz="1800" b="1" dirty="0">
                <a:solidFill>
                  <a:srgbClr val="008000"/>
                </a:solidFill>
                <a:latin typeface="Courier New"/>
                <a:cs typeface="Courier New"/>
              </a:rPr>
              <a:t>&gt;&gt;&gt;</a:t>
            </a:r>
            <a:r>
              <a:rPr lang="en-US" sz="1800" b="1" dirty="0">
                <a:solidFill>
                  <a:schemeClr val="tx1"/>
                </a:solidFill>
                <a:latin typeface="Courier New"/>
                <a:cs typeface="Courier New"/>
              </a:rPr>
              <a:t> </a:t>
            </a:r>
            <a:r>
              <a:rPr lang="en-US" sz="1800" b="1" dirty="0">
                <a:solidFill>
                  <a:srgbClr val="0000FF"/>
                </a:solidFill>
                <a:latin typeface="Courier New"/>
                <a:cs typeface="Courier New"/>
              </a:rPr>
              <a:t>for</a:t>
            </a:r>
            <a:r>
              <a:rPr lang="en-US" sz="1800" b="1" dirty="0">
                <a:solidFill>
                  <a:schemeClr val="tx1"/>
                </a:solidFill>
                <a:latin typeface="Courier New"/>
                <a:cs typeface="Courier New"/>
              </a:rPr>
              <a:t> x </a:t>
            </a:r>
            <a:r>
              <a:rPr lang="en-US" sz="1800" b="1" dirty="0">
                <a:solidFill>
                  <a:srgbClr val="0000FF"/>
                </a:solidFill>
                <a:latin typeface="Courier New"/>
                <a:cs typeface="Courier New"/>
              </a:rPr>
              <a:t>in</a:t>
            </a:r>
            <a:r>
              <a:rPr lang="en-US" sz="1800" b="1" dirty="0">
                <a:solidFill>
                  <a:schemeClr val="tx1"/>
                </a:solidFill>
                <a:latin typeface="Courier New"/>
                <a:cs typeface="Courier New"/>
              </a:rPr>
              <a:t> s:</a:t>
            </a:r>
          </a:p>
          <a:p>
            <a:pPr lvl="1" indent="-457200" eaLnBrk="1" hangingPunct="1">
              <a:spcBef>
                <a:spcPts val="300"/>
              </a:spcBef>
              <a:buClr>
                <a:srgbClr val="336666"/>
              </a:buClr>
              <a:buFont typeface="Wingdings" pitchFamily="2" charset="2"/>
              <a:buNone/>
              <a:defRPr/>
            </a:pPr>
            <a:r>
              <a:rPr lang="en-US" sz="1800" b="1" dirty="0">
                <a:solidFill>
                  <a:srgbClr val="008000"/>
                </a:solidFill>
                <a:latin typeface="Courier New"/>
                <a:cs typeface="Courier New"/>
              </a:rPr>
              <a:t>...</a:t>
            </a:r>
            <a:r>
              <a:rPr lang="en-US" sz="1800" b="1" dirty="0">
                <a:solidFill>
                  <a:schemeClr val="tx1"/>
                </a:solidFill>
                <a:latin typeface="Courier New"/>
                <a:cs typeface="Courier New"/>
              </a:rPr>
              <a:t>     </a:t>
            </a:r>
            <a:r>
              <a:rPr lang="en-US" sz="1800" b="1" dirty="0">
                <a:solidFill>
                  <a:srgbClr val="3366FF"/>
                </a:solidFill>
                <a:latin typeface="Courier New"/>
                <a:cs typeface="Courier New"/>
              </a:rPr>
              <a:t>print</a:t>
            </a:r>
            <a:r>
              <a:rPr lang="en-US" sz="1800" b="1" dirty="0">
                <a:solidFill>
                  <a:schemeClr val="tx1"/>
                </a:solidFill>
                <a:latin typeface="Courier New"/>
                <a:cs typeface="Courier New"/>
              </a:rPr>
              <a:t>(x**</a:t>
            </a:r>
            <a:r>
              <a:rPr lang="en-US" sz="1800" b="1" dirty="0">
                <a:solidFill>
                  <a:srgbClr val="3366FF"/>
                </a:solidFill>
                <a:latin typeface="Courier New"/>
                <a:cs typeface="Courier New"/>
              </a:rPr>
              <a:t>2</a:t>
            </a:r>
            <a:r>
              <a:rPr lang="en-US" sz="1800" b="1" dirty="0">
                <a:solidFill>
                  <a:schemeClr val="tx1"/>
                </a:solidFill>
                <a:latin typeface="Courier New"/>
                <a:cs typeface="Courier New"/>
              </a:rPr>
              <a:t>)</a:t>
            </a:r>
          </a:p>
          <a:p>
            <a:pPr lvl="1" indent="-457200" eaLnBrk="1" hangingPunct="1">
              <a:spcBef>
                <a:spcPts val="300"/>
              </a:spcBef>
              <a:buClr>
                <a:srgbClr val="336666"/>
              </a:buClr>
              <a:buFont typeface="Wingdings" pitchFamily="2" charset="2"/>
              <a:buNone/>
              <a:defRPr/>
            </a:pPr>
            <a:r>
              <a:rPr lang="en-US" sz="1800" b="1" dirty="0">
                <a:solidFill>
                  <a:srgbClr val="008000"/>
                </a:solidFill>
                <a:latin typeface="Courier New"/>
                <a:cs typeface="Courier New"/>
              </a:rPr>
              <a:t>...     </a:t>
            </a:r>
          </a:p>
          <a:p>
            <a:pPr lvl="1" indent="-457200" eaLnBrk="1" hangingPunct="1">
              <a:spcBef>
                <a:spcPts val="300"/>
              </a:spcBef>
              <a:buClr>
                <a:srgbClr val="336666"/>
              </a:buClr>
              <a:buFont typeface="Wingdings" pitchFamily="2" charset="2"/>
              <a:buNone/>
              <a:defRPr/>
            </a:pPr>
            <a:r>
              <a:rPr lang="en-US" sz="1800" b="1" dirty="0">
                <a:solidFill>
                  <a:srgbClr val="3366FF"/>
                </a:solidFill>
                <a:latin typeface="Courier New"/>
                <a:cs typeface="Courier New"/>
              </a:rPr>
              <a:t>81</a:t>
            </a:r>
          </a:p>
          <a:p>
            <a:pPr lvl="1" indent="-457200" eaLnBrk="1" hangingPunct="1">
              <a:spcBef>
                <a:spcPts val="300"/>
              </a:spcBef>
              <a:buClr>
                <a:srgbClr val="336666"/>
              </a:buClr>
              <a:buFont typeface="Wingdings" pitchFamily="2" charset="2"/>
              <a:buNone/>
              <a:defRPr/>
            </a:pPr>
            <a:r>
              <a:rPr lang="en-US" sz="1800" b="1" dirty="0">
                <a:solidFill>
                  <a:srgbClr val="3366FF"/>
                </a:solidFill>
                <a:latin typeface="Courier New"/>
                <a:cs typeface="Courier New"/>
              </a:rPr>
              <a:t>9</a:t>
            </a:r>
          </a:p>
          <a:p>
            <a:pPr lvl="1" indent="-457200" eaLnBrk="1" hangingPunct="1">
              <a:spcBef>
                <a:spcPts val="300"/>
              </a:spcBef>
              <a:buClr>
                <a:srgbClr val="336666"/>
              </a:buClr>
              <a:buFont typeface="Wingdings" pitchFamily="2" charset="2"/>
              <a:buNone/>
              <a:defRPr/>
            </a:pPr>
            <a:r>
              <a:rPr lang="en-US" sz="1800" b="1" dirty="0">
                <a:solidFill>
                  <a:srgbClr val="3366FF"/>
                </a:solidFill>
                <a:latin typeface="Courier New"/>
                <a:cs typeface="Courier New"/>
              </a:rPr>
              <a:t>1</a:t>
            </a:r>
          </a:p>
          <a:p>
            <a:pPr lvl="1" indent="-457200" eaLnBrk="1" hangingPunct="1">
              <a:spcBef>
                <a:spcPts val="300"/>
              </a:spcBef>
              <a:buClr>
                <a:srgbClr val="336666"/>
              </a:buClr>
              <a:buFont typeface="Wingdings" pitchFamily="2" charset="2"/>
              <a:buNone/>
              <a:defRPr/>
            </a:pPr>
            <a:r>
              <a:rPr lang="en-US" sz="1800" b="1" dirty="0">
                <a:solidFill>
                  <a:srgbClr val="3366FF"/>
                </a:solidFill>
                <a:latin typeface="Courier New"/>
                <a:cs typeface="Courier New"/>
              </a:rPr>
              <a:t>25</a:t>
            </a:r>
          </a:p>
          <a:p>
            <a:pPr lvl="1" indent="-457200" eaLnBrk="1" hangingPunct="1">
              <a:spcBef>
                <a:spcPts val="300"/>
              </a:spcBef>
              <a:buClr>
                <a:srgbClr val="336666"/>
              </a:buClr>
              <a:buFont typeface="Wingdings" pitchFamily="2" charset="2"/>
              <a:buNone/>
              <a:defRPr/>
            </a:pPr>
            <a:r>
              <a:rPr lang="en-US" sz="1800" b="1" dirty="0">
                <a:solidFill>
                  <a:srgbClr val="3366FF"/>
                </a:solidFill>
                <a:latin typeface="Courier New"/>
                <a:cs typeface="Courier New"/>
              </a:rPr>
              <a:t>49</a:t>
            </a:r>
            <a:endParaRPr lang="fr-FR" sz="1800" b="1" dirty="0">
              <a:solidFill>
                <a:srgbClr val="3366FF"/>
              </a:solidFill>
              <a:latin typeface="Courier New"/>
              <a:cs typeface="Courier New"/>
            </a:endParaRPr>
          </a:p>
        </p:txBody>
      </p:sp>
    </p:spTree>
    <p:custDataLst>
      <p:tags r:id="rId1"/>
    </p:custDataLst>
    <p:extLst>
      <p:ext uri="{BB962C8B-B14F-4D97-AF65-F5344CB8AC3E}">
        <p14:creationId xmlns:p14="http://schemas.microsoft.com/office/powerpoint/2010/main" val="97509954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heckerboard(across)">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6282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282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642938" y="925513"/>
            <a:ext cx="8435975" cy="503237"/>
          </a:xfrm>
          <a:prstGeom prst="rect">
            <a:avLst/>
          </a:prstGeom>
        </p:spPr>
        <p:txBody>
          <a:bodyPr/>
          <a:lstStyle/>
          <a:p>
            <a:pPr eaLnBrk="1" hangingPunct="1">
              <a:spcBef>
                <a:spcPct val="50000"/>
              </a:spcBef>
              <a:buClr>
                <a:srgbClr val="336666"/>
              </a:buClr>
              <a:buFont typeface="Arial" pitchFamily="34" charset="0"/>
              <a:buNone/>
              <a:defRPr/>
            </a:pPr>
            <a:r>
              <a:rPr lang="en-US" b="1" dirty="0" err="1">
                <a:solidFill>
                  <a:srgbClr val="FF0000"/>
                </a:solidFill>
                <a:latin typeface="+mn-lt"/>
                <a:ea typeface="ＭＳ Ｐゴシック" pitchFamily="34" charset="-128"/>
              </a:rPr>
              <a:t>Opérations</a:t>
            </a:r>
            <a:r>
              <a:rPr lang="en-US" b="1" dirty="0">
                <a:solidFill>
                  <a:srgbClr val="FF0000"/>
                </a:solidFill>
                <a:latin typeface="+mn-lt"/>
                <a:ea typeface="ＭＳ Ｐゴシック" pitchFamily="34" charset="-128"/>
              </a:rPr>
              <a:t> de </a:t>
            </a:r>
            <a:r>
              <a:rPr lang="en-US" b="1" dirty="0" err="1">
                <a:solidFill>
                  <a:srgbClr val="FF0000"/>
                </a:solidFill>
                <a:latin typeface="+mn-lt"/>
                <a:ea typeface="ＭＳ Ｐゴシック" pitchFamily="34" charset="-128"/>
              </a:rPr>
              <a:t>mise</a:t>
            </a:r>
            <a:r>
              <a:rPr lang="en-US" b="1" dirty="0">
                <a:solidFill>
                  <a:srgbClr val="FF0000"/>
                </a:solidFill>
                <a:latin typeface="+mn-lt"/>
                <a:ea typeface="ＭＳ Ｐゴシック" pitchFamily="34" charset="-128"/>
              </a:rPr>
              <a:t> à jour d</a:t>
            </a:r>
            <a:r>
              <a:rPr lang="en-US" altLang="fr-FR" b="1" dirty="0">
                <a:solidFill>
                  <a:srgbClr val="FF0000"/>
                </a:solidFill>
                <a:latin typeface="+mn-lt"/>
                <a:ea typeface="ＭＳ Ｐゴシック" pitchFamily="34" charset="-128"/>
              </a:rPr>
              <a:t>’</a:t>
            </a:r>
            <a:r>
              <a:rPr lang="en-US" b="1" dirty="0">
                <a:solidFill>
                  <a:srgbClr val="FF0000"/>
                </a:solidFill>
                <a:latin typeface="+mn-lt"/>
                <a:ea typeface="ＭＳ Ｐゴシック" pitchFamily="34" charset="-128"/>
              </a:rPr>
              <a:t>un ensemble </a:t>
            </a:r>
            <a:r>
              <a:rPr lang="en-US" dirty="0">
                <a:latin typeface="+mn-lt"/>
                <a:ea typeface="ＭＳ Ｐゴシック" pitchFamily="34" charset="-128"/>
              </a:rPr>
              <a:t>:</a:t>
            </a:r>
          </a:p>
        </p:txBody>
      </p:sp>
      <p:sp>
        <p:nvSpPr>
          <p:cNvPr id="14" name="Rectangle à coins arrondis 13"/>
          <p:cNvSpPr/>
          <p:nvPr/>
        </p:nvSpPr>
        <p:spPr>
          <a:xfrm>
            <a:off x="857250" y="4429125"/>
            <a:ext cx="4572000" cy="2286000"/>
          </a:xfrm>
          <a:prstGeom prst="roundRect">
            <a:avLst/>
          </a:prstGeom>
          <a:ln/>
        </p:spPr>
        <p:style>
          <a:lnRef idx="2">
            <a:schemeClr val="dk1"/>
          </a:lnRef>
          <a:fillRef idx="1">
            <a:schemeClr val="lt1"/>
          </a:fillRef>
          <a:effectRef idx="0">
            <a:schemeClr val="dk1"/>
          </a:effectRef>
          <a:fontRef idx="minor">
            <a:schemeClr val="dk1"/>
          </a:fontRef>
        </p:style>
        <p:txBody>
          <a:bodyPr anchor="ctr"/>
          <a:lstStyle/>
          <a:p>
            <a:pPr lvl="1" indent="-457200" eaLnBrk="1" hangingPunct="1">
              <a:spcBef>
                <a:spcPts val="0"/>
              </a:spcBef>
              <a:buClr>
                <a:srgbClr val="336666"/>
              </a:buClr>
              <a:buFont typeface="Wingdings" pitchFamily="2" charset="2"/>
              <a:buNone/>
              <a:defRPr/>
            </a:pPr>
            <a:r>
              <a:rPr lang="tr-TR" sz="1600" b="1" dirty="0">
                <a:solidFill>
                  <a:srgbClr val="008000"/>
                </a:solidFill>
                <a:latin typeface="Courier New"/>
                <a:cs typeface="Courier New"/>
              </a:rPr>
              <a:t>&gt;&gt;&gt;</a:t>
            </a:r>
            <a:r>
              <a:rPr lang="tr-TR" sz="1600" b="1" dirty="0">
                <a:solidFill>
                  <a:srgbClr val="0000FF"/>
                </a:solidFill>
                <a:latin typeface="Courier New"/>
                <a:cs typeface="Courier New"/>
              </a:rPr>
              <a:t> </a:t>
            </a:r>
            <a:r>
              <a:rPr lang="tr-TR" sz="1600" b="1" dirty="0">
                <a:solidFill>
                  <a:schemeClr val="tx1"/>
                </a:solidFill>
                <a:latin typeface="Courier New"/>
                <a:cs typeface="Courier New"/>
              </a:rPr>
              <a:t>s = </a:t>
            </a:r>
            <a:r>
              <a:rPr lang="tr-TR" sz="1600" b="1" dirty="0">
                <a:solidFill>
                  <a:srgbClr val="0000FF"/>
                </a:solidFill>
                <a:latin typeface="Courier New"/>
                <a:cs typeface="Courier New"/>
              </a:rPr>
              <a:t>set</a:t>
            </a:r>
            <a:r>
              <a:rPr lang="tr-TR" sz="1600" b="1" dirty="0">
                <a:solidFill>
                  <a:schemeClr val="tx1"/>
                </a:solidFill>
                <a:latin typeface="Courier New"/>
                <a:cs typeface="Courier New"/>
              </a:rPr>
              <a:t>(</a:t>
            </a:r>
            <a:r>
              <a:rPr lang="tr-TR" sz="1600" b="1" dirty="0">
                <a:solidFill>
                  <a:srgbClr val="008000"/>
                </a:solidFill>
                <a:latin typeface="Courier New"/>
                <a:cs typeface="Courier New"/>
              </a:rPr>
              <a:t>'barbara'</a:t>
            </a:r>
            <a:r>
              <a:rPr lang="tr-TR" sz="1600" b="1" dirty="0">
                <a:solidFill>
                  <a:schemeClr val="tx1"/>
                </a:solidFill>
                <a:latin typeface="Courier New"/>
                <a:cs typeface="Courier New"/>
              </a:rPr>
              <a:t>)</a:t>
            </a:r>
          </a:p>
          <a:p>
            <a:pPr lvl="1" indent="-457200" eaLnBrk="1" hangingPunct="1">
              <a:spcBef>
                <a:spcPts val="0"/>
              </a:spcBef>
              <a:buClr>
                <a:srgbClr val="336666"/>
              </a:buClr>
              <a:buFont typeface="Wingdings" pitchFamily="2" charset="2"/>
              <a:buNone/>
              <a:defRPr/>
            </a:pPr>
            <a:r>
              <a:rPr lang="tr-TR" sz="1600" b="1" dirty="0">
                <a:solidFill>
                  <a:srgbClr val="008000"/>
                </a:solidFill>
                <a:latin typeface="Courier New"/>
                <a:cs typeface="Courier New"/>
              </a:rPr>
              <a:t>&gt;&gt;&gt;</a:t>
            </a:r>
            <a:r>
              <a:rPr lang="tr-TR" sz="1600" b="1" dirty="0">
                <a:solidFill>
                  <a:schemeClr val="tx1"/>
                </a:solidFill>
                <a:latin typeface="Courier New"/>
                <a:cs typeface="Courier New"/>
              </a:rPr>
              <a:t> s</a:t>
            </a:r>
          </a:p>
          <a:p>
            <a:pPr lvl="1" indent="-457200" eaLnBrk="1" hangingPunct="1">
              <a:spcBef>
                <a:spcPts val="0"/>
              </a:spcBef>
              <a:buClr>
                <a:srgbClr val="336666"/>
              </a:buClr>
              <a:buFont typeface="Wingdings" pitchFamily="2" charset="2"/>
              <a:buNone/>
              <a:defRPr/>
            </a:pPr>
            <a:r>
              <a:rPr lang="tr-TR" sz="1600" b="1" dirty="0">
                <a:solidFill>
                  <a:schemeClr val="tx1"/>
                </a:solidFill>
                <a:latin typeface="Courier New"/>
                <a:cs typeface="Courier New"/>
              </a:rPr>
              <a:t>{'r', 'b', 'a'}</a:t>
            </a:r>
          </a:p>
          <a:p>
            <a:pPr lvl="1" indent="-457200" eaLnBrk="1" hangingPunct="1">
              <a:spcBef>
                <a:spcPts val="0"/>
              </a:spcBef>
              <a:buClr>
                <a:srgbClr val="336666"/>
              </a:buClr>
              <a:buFont typeface="Wingdings" pitchFamily="2" charset="2"/>
              <a:buNone/>
              <a:defRPr/>
            </a:pPr>
            <a:r>
              <a:rPr lang="tr-TR" sz="1600" b="1" dirty="0">
                <a:solidFill>
                  <a:srgbClr val="008000"/>
                </a:solidFill>
                <a:latin typeface="Courier New"/>
                <a:cs typeface="Courier New"/>
              </a:rPr>
              <a:t>&gt;&gt;&gt; </a:t>
            </a:r>
            <a:r>
              <a:rPr lang="tr-TR" sz="1600" b="1" dirty="0">
                <a:solidFill>
                  <a:schemeClr val="tx1"/>
                </a:solidFill>
                <a:latin typeface="Courier New"/>
                <a:cs typeface="Courier New"/>
              </a:rPr>
              <a:t>s.update(</a:t>
            </a:r>
            <a:r>
              <a:rPr lang="tr-TR" sz="1600" b="1" dirty="0">
                <a:solidFill>
                  <a:srgbClr val="008000"/>
                </a:solidFill>
                <a:latin typeface="Courier New"/>
                <a:cs typeface="Courier New"/>
              </a:rPr>
              <a:t>'boris'</a:t>
            </a:r>
            <a:r>
              <a:rPr lang="tr-TR" sz="1600" b="1" dirty="0">
                <a:solidFill>
                  <a:schemeClr val="tx1"/>
                </a:solidFill>
                <a:latin typeface="Courier New"/>
                <a:cs typeface="Courier New"/>
              </a:rPr>
              <a:t>)</a:t>
            </a:r>
          </a:p>
          <a:p>
            <a:pPr lvl="1" indent="-457200" eaLnBrk="1" hangingPunct="1">
              <a:spcBef>
                <a:spcPts val="0"/>
              </a:spcBef>
              <a:buClr>
                <a:srgbClr val="336666"/>
              </a:buClr>
              <a:buFont typeface="Wingdings" pitchFamily="2" charset="2"/>
              <a:buNone/>
              <a:defRPr/>
            </a:pPr>
            <a:r>
              <a:rPr lang="tr-TR" sz="1600" b="1" dirty="0">
                <a:solidFill>
                  <a:srgbClr val="008000"/>
                </a:solidFill>
                <a:latin typeface="Courier New"/>
                <a:cs typeface="Courier New"/>
              </a:rPr>
              <a:t>&gt;&gt;&gt;</a:t>
            </a:r>
            <a:r>
              <a:rPr lang="tr-TR" sz="1600" b="1" dirty="0">
                <a:solidFill>
                  <a:schemeClr val="tx1"/>
                </a:solidFill>
                <a:latin typeface="Courier New"/>
                <a:cs typeface="Courier New"/>
              </a:rPr>
              <a:t> s</a:t>
            </a:r>
          </a:p>
          <a:p>
            <a:pPr lvl="1" indent="-457200" eaLnBrk="1" hangingPunct="1">
              <a:spcBef>
                <a:spcPts val="0"/>
              </a:spcBef>
              <a:buClr>
                <a:srgbClr val="336666"/>
              </a:buClr>
              <a:buFont typeface="Wingdings" pitchFamily="2" charset="2"/>
              <a:buNone/>
              <a:defRPr/>
            </a:pPr>
            <a:r>
              <a:rPr lang="tr-TR" sz="1600" b="1" dirty="0">
                <a:solidFill>
                  <a:schemeClr val="tx1"/>
                </a:solidFill>
                <a:latin typeface="Courier New"/>
                <a:cs typeface="Courier New"/>
              </a:rPr>
              <a:t>{'o', 'i', 'b', 'a', 'r', 's'}</a:t>
            </a:r>
          </a:p>
          <a:p>
            <a:pPr lvl="1" indent="-457200" eaLnBrk="1" hangingPunct="1">
              <a:spcBef>
                <a:spcPts val="0"/>
              </a:spcBef>
              <a:buClr>
                <a:srgbClr val="336666"/>
              </a:buClr>
              <a:buFont typeface="Wingdings" pitchFamily="2" charset="2"/>
              <a:buNone/>
              <a:defRPr/>
            </a:pPr>
            <a:r>
              <a:rPr lang="tr-TR" sz="1600" b="1" dirty="0">
                <a:solidFill>
                  <a:srgbClr val="008000"/>
                </a:solidFill>
                <a:latin typeface="Courier New"/>
                <a:cs typeface="Courier New"/>
              </a:rPr>
              <a:t>&gt;&gt;&gt;</a:t>
            </a:r>
            <a:r>
              <a:rPr lang="tr-TR" sz="1600" b="1" dirty="0">
                <a:solidFill>
                  <a:schemeClr val="tx1"/>
                </a:solidFill>
                <a:latin typeface="Courier New"/>
                <a:cs typeface="Courier New"/>
              </a:rPr>
              <a:t> s.intersection_update(</a:t>
            </a:r>
            <a:r>
              <a:rPr lang="tr-TR" sz="1600" b="1" dirty="0">
                <a:solidFill>
                  <a:srgbClr val="008000"/>
                </a:solidFill>
                <a:latin typeface="Courier New"/>
                <a:cs typeface="Courier New"/>
              </a:rPr>
              <a:t>'brio'</a:t>
            </a:r>
            <a:r>
              <a:rPr lang="tr-TR" sz="1600" b="1" dirty="0">
                <a:solidFill>
                  <a:schemeClr val="tx1"/>
                </a:solidFill>
                <a:latin typeface="Courier New"/>
                <a:cs typeface="Courier New"/>
              </a:rPr>
              <a:t>)</a:t>
            </a:r>
          </a:p>
          <a:p>
            <a:pPr lvl="1" indent="-457200" eaLnBrk="1" hangingPunct="1">
              <a:spcBef>
                <a:spcPts val="0"/>
              </a:spcBef>
              <a:buClr>
                <a:srgbClr val="336666"/>
              </a:buClr>
              <a:buFont typeface="Wingdings" pitchFamily="2" charset="2"/>
              <a:buNone/>
              <a:defRPr/>
            </a:pPr>
            <a:r>
              <a:rPr lang="tr-TR" sz="1600" b="1" dirty="0">
                <a:solidFill>
                  <a:srgbClr val="008000"/>
                </a:solidFill>
                <a:latin typeface="Courier New"/>
                <a:cs typeface="Courier New"/>
              </a:rPr>
              <a:t>&gt;&gt;&gt;</a:t>
            </a:r>
            <a:r>
              <a:rPr lang="tr-TR" sz="1600" b="1" dirty="0">
                <a:solidFill>
                  <a:schemeClr val="tx1"/>
                </a:solidFill>
                <a:latin typeface="Courier New"/>
                <a:cs typeface="Courier New"/>
              </a:rPr>
              <a:t> s</a:t>
            </a:r>
          </a:p>
          <a:p>
            <a:pPr lvl="1" indent="-457200" eaLnBrk="1" hangingPunct="1">
              <a:spcBef>
                <a:spcPts val="0"/>
              </a:spcBef>
              <a:buClr>
                <a:srgbClr val="336666"/>
              </a:buClr>
              <a:buFont typeface="Wingdings" pitchFamily="2" charset="2"/>
              <a:buNone/>
              <a:defRPr/>
            </a:pPr>
            <a:r>
              <a:rPr lang="tr-TR" sz="1600" b="1" dirty="0">
                <a:solidFill>
                  <a:schemeClr val="tx1"/>
                </a:solidFill>
                <a:latin typeface="Courier New"/>
                <a:cs typeface="Courier New"/>
              </a:rPr>
              <a:t>{'o', 'r', 'b', 'i'}</a:t>
            </a:r>
            <a:endParaRPr lang="fr-FR" sz="1600" b="1" dirty="0">
              <a:solidFill>
                <a:schemeClr val="tx1"/>
              </a:solidFill>
              <a:latin typeface="Courier New"/>
              <a:cs typeface="Courier New"/>
            </a:endParaRPr>
          </a:p>
        </p:txBody>
      </p:sp>
      <p:graphicFrame>
        <p:nvGraphicFramePr>
          <p:cNvPr id="12" name="Tableau 11"/>
          <p:cNvGraphicFramePr>
            <a:graphicFrameLocks noGrp="1"/>
          </p:cNvGraphicFramePr>
          <p:nvPr/>
        </p:nvGraphicFramePr>
        <p:xfrm>
          <a:off x="928688" y="1339850"/>
          <a:ext cx="7962900" cy="3017835"/>
        </p:xfrm>
        <a:graphic>
          <a:graphicData uri="http://schemas.openxmlformats.org/drawingml/2006/table">
            <a:tbl>
              <a:tblPr/>
              <a:tblGrid>
                <a:gridCol w="3441365"/>
                <a:gridCol w="4521535"/>
              </a:tblGrid>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n-lt"/>
                          <a:ea typeface="ＭＳ Ｐゴシック" pitchFamily="34" charset="-128"/>
                        </a:rPr>
                        <a:t>Opération</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n-lt"/>
                          <a:ea typeface="ＭＳ Ｐゴシック" pitchFamily="34" charset="-128"/>
                        </a:rPr>
                        <a:t>Résultat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smtClean="0">
                          <a:ln>
                            <a:noFill/>
                          </a:ln>
                          <a:solidFill>
                            <a:srgbClr val="000000"/>
                          </a:solidFill>
                          <a:effectLst/>
                          <a:latin typeface="+mn-lt"/>
                          <a:ea typeface="ＭＳ Ｐゴシック" pitchFamily="34" charset="-128"/>
                        </a:rPr>
                        <a:t>s.update(t)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mis à jour vers</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l</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union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et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smtClean="0">
                          <a:ln>
                            <a:noFill/>
                          </a:ln>
                          <a:solidFill>
                            <a:srgbClr val="000000"/>
                          </a:solidFill>
                          <a:effectLst/>
                          <a:latin typeface="+mn-lt"/>
                          <a:ea typeface="ＭＳ Ｐゴシック" pitchFamily="34" charset="-128"/>
                        </a:rPr>
                        <a:t>s |=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smtClean="0">
                          <a:ln>
                            <a:noFill/>
                          </a:ln>
                          <a:solidFill>
                            <a:srgbClr val="000000"/>
                          </a:solidFill>
                          <a:effectLst/>
                          <a:latin typeface="+mn-lt"/>
                          <a:ea typeface="ＭＳ Ｐゴシック" pitchFamily="34" charset="-128"/>
                        </a:rPr>
                        <a:t>s.intersection_update(t)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a:t>
                      </a:r>
                      <a:r>
                        <a:rPr kumimoji="0" lang="fr-FR" sz="1600" b="0" i="0" u="none" strike="noStrike" cap="none" normalizeH="0" baseline="0" smtClean="0">
                          <a:ln>
                            <a:noFill/>
                          </a:ln>
                          <a:solidFill>
                            <a:srgbClr val="000000"/>
                          </a:solidFill>
                          <a:effectLst/>
                          <a:latin typeface="+mn-lt"/>
                          <a:ea typeface="ＭＳ Ｐゴシック" pitchFamily="34" charset="-128"/>
                        </a:rPr>
                        <a:t> mis à jour vers</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n-lt"/>
                          <a:ea typeface="ＭＳ Ｐゴシック" pitchFamily="34" charset="-128"/>
                        </a:rPr>
                        <a:t>l</a:t>
                      </a:r>
                      <a:r>
                        <a:rPr kumimoji="0" lang="fr-FR" altLang="fr-FR" sz="1600" b="0" i="0" u="none" strike="noStrike" cap="none" normalizeH="0" baseline="0" smtClean="0">
                          <a:ln>
                            <a:noFill/>
                          </a:ln>
                          <a:solidFill>
                            <a:srgbClr val="000000"/>
                          </a:solidFill>
                          <a:effectLst/>
                          <a:latin typeface="+mn-lt"/>
                          <a:ea typeface="ＭＳ Ｐゴシック" pitchFamily="34" charset="-128"/>
                        </a:rPr>
                        <a:t>’</a:t>
                      </a:r>
                      <a:r>
                        <a:rPr kumimoji="0" lang="fr-FR" sz="1600" b="0" i="0" u="none" strike="noStrike" cap="none" normalizeH="0" baseline="0" smtClean="0">
                          <a:ln>
                            <a:noFill/>
                          </a:ln>
                          <a:solidFill>
                            <a:srgbClr val="000000"/>
                          </a:solidFill>
                          <a:effectLst/>
                          <a:latin typeface="+mn-lt"/>
                          <a:ea typeface="ＭＳ Ｐゴシック" pitchFamily="34" charset="-128"/>
                        </a:rPr>
                        <a:t>intersection de </a:t>
                      </a:r>
                      <a:r>
                        <a:rPr kumimoji="0" lang="fr-FR" sz="1600" b="1" i="0" u="none" strike="noStrike" cap="none" normalizeH="0" baseline="0" smtClean="0">
                          <a:ln>
                            <a:noFill/>
                          </a:ln>
                          <a:solidFill>
                            <a:srgbClr val="000000"/>
                          </a:solidFill>
                          <a:effectLst/>
                          <a:latin typeface="+mn-lt"/>
                          <a:ea typeface="ＭＳ Ｐゴシック" pitchFamily="34" charset="-128"/>
                        </a:rPr>
                        <a:t>s</a:t>
                      </a:r>
                      <a:r>
                        <a:rPr kumimoji="0" lang="fr-FR" sz="1600" b="0" i="0" u="none" strike="noStrike" cap="none" normalizeH="0" baseline="0" smtClean="0">
                          <a:ln>
                            <a:noFill/>
                          </a:ln>
                          <a:solidFill>
                            <a:srgbClr val="000000"/>
                          </a:solidFill>
                          <a:effectLst/>
                          <a:latin typeface="+mn-lt"/>
                          <a:ea typeface="ＭＳ Ｐゴシック" pitchFamily="34" charset="-128"/>
                        </a:rPr>
                        <a:t> et </a:t>
                      </a:r>
                      <a:r>
                        <a:rPr kumimoji="0" lang="fr-FR" sz="1600" b="1" i="0" u="none" strike="noStrike" cap="none" normalizeH="0" baseline="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smtClean="0">
                          <a:ln>
                            <a:noFill/>
                          </a:ln>
                          <a:solidFill>
                            <a:srgbClr val="000000"/>
                          </a:solidFill>
                          <a:effectLst/>
                          <a:latin typeface="+mn-lt"/>
                          <a:ea typeface="ＭＳ Ｐゴシック" pitchFamily="34" charset="-128"/>
                        </a:rPr>
                        <a:t>s &amp;=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dirty="0" err="1" smtClean="0">
                          <a:ln>
                            <a:noFill/>
                          </a:ln>
                          <a:solidFill>
                            <a:srgbClr val="000000"/>
                          </a:solidFill>
                          <a:effectLst/>
                          <a:latin typeface="+mn-lt"/>
                          <a:ea typeface="ＭＳ Ｐゴシック" pitchFamily="34" charset="-128"/>
                        </a:rPr>
                        <a:t>s.difference_update</a:t>
                      </a:r>
                      <a:r>
                        <a:rPr kumimoji="0" lang="fr-FR" sz="14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mis à jour vers</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la </a:t>
                      </a:r>
                      <a:r>
                        <a:rPr kumimoji="0" lang="fr-FR" sz="1600" b="0" i="0" u="none" strike="noStrike" cap="none" normalizeH="0" baseline="0" dirty="0" err="1" smtClean="0">
                          <a:ln>
                            <a:noFill/>
                          </a:ln>
                          <a:solidFill>
                            <a:srgbClr val="000000"/>
                          </a:solidFill>
                          <a:effectLst/>
                          <a:latin typeface="+mn-lt"/>
                          <a:ea typeface="ＭＳ Ｐゴシック" pitchFamily="34" charset="-128"/>
                        </a:rPr>
                        <a:t>difference</a:t>
                      </a:r>
                      <a:r>
                        <a:rPr kumimoji="0" lang="fr-FR" sz="1600" b="0" i="0" u="none" strike="noStrike" cap="none" normalizeH="0" baseline="0" dirty="0" smtClean="0">
                          <a:ln>
                            <a:noFill/>
                          </a:ln>
                          <a:solidFill>
                            <a:srgbClr val="000000"/>
                          </a:solidFill>
                          <a:effectLst/>
                          <a:latin typeface="+mn-lt"/>
                          <a:ea typeface="ＭＳ Ｐゴシック" pitchFamily="34" charset="-128"/>
                        </a:rPr>
                        <a:t>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par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smtClean="0">
                          <a:ln>
                            <a:noFill/>
                          </a:ln>
                          <a:solidFill>
                            <a:srgbClr val="000000"/>
                          </a:solidFill>
                          <a:effectLst/>
                          <a:latin typeface="+mn-lt"/>
                          <a:ea typeface="ＭＳ Ｐゴシック" pitchFamily="34" charset="-128"/>
                        </a:rPr>
                        <a:t>s -=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dirty="0" err="1" smtClean="0">
                          <a:ln>
                            <a:noFill/>
                          </a:ln>
                          <a:solidFill>
                            <a:srgbClr val="000000"/>
                          </a:solidFill>
                          <a:effectLst/>
                          <a:latin typeface="+mn-lt"/>
                          <a:ea typeface="ＭＳ Ｐゴシック" pitchFamily="34" charset="-128"/>
                        </a:rPr>
                        <a:t>s.symmetric_difference_update</a:t>
                      </a:r>
                      <a:r>
                        <a:rPr kumimoji="0" lang="fr-FR" sz="1400" b="1" i="0" u="none" strike="noStrike" cap="none" normalizeH="0" baseline="0" dirty="0" smtClean="0">
                          <a:ln>
                            <a:noFill/>
                          </a:ln>
                          <a:solidFill>
                            <a:srgbClr val="000000"/>
                          </a:solidFill>
                          <a:effectLst/>
                          <a:latin typeface="+mn-lt"/>
                          <a:ea typeface="ＭＳ Ｐゴシック" pitchFamily="34" charset="-128"/>
                        </a:rPr>
                        <a:t>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rowSpan="2">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mis à jour vers</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la différence symétrique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et </a:t>
                      </a:r>
                      <a:r>
                        <a:rPr kumimoji="0" lang="fr-FR" sz="1600" b="1" i="0" u="none" strike="noStrike" cap="none" normalizeH="0" baseline="0" dirty="0" smtClean="0">
                          <a:ln>
                            <a:noFill/>
                          </a:ln>
                          <a:solidFill>
                            <a:srgbClr val="000000"/>
                          </a:solidFill>
                          <a:effectLst/>
                          <a:latin typeface="+mn-lt"/>
                          <a:ea typeface="ＭＳ Ｐゴシック" pitchFamily="34" charset="-128"/>
                        </a:rPr>
                        <a:t>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31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dirty="0" smtClean="0">
                          <a:ln>
                            <a:noFill/>
                          </a:ln>
                          <a:solidFill>
                            <a:srgbClr val="000000"/>
                          </a:solidFill>
                          <a:effectLst/>
                          <a:latin typeface="+mn-lt"/>
                          <a:ea typeface="ＭＳ Ｐゴシック" pitchFamily="34" charset="-128"/>
                        </a:rPr>
                        <a:t>s ^= t</a:t>
                      </a:r>
                    </a:p>
                  </a:txBody>
                  <a:tcPr marL="91445" marR="91445"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vMerge="1">
                  <a:txBody>
                    <a:bodyPr/>
                    <a:lstStyle/>
                    <a:p>
                      <a:endParaRPr lang="fr-FR"/>
                    </a:p>
                  </a:txBody>
                  <a:tcPr/>
                </a:tc>
              </a:tr>
            </a:tbl>
          </a:graphicData>
        </a:graphic>
      </p:graphicFrame>
      <p:sp>
        <p:nvSpPr>
          <p:cNvPr id="11" name="Rectangle 10"/>
          <p:cNvSpPr/>
          <p:nvPr/>
        </p:nvSpPr>
        <p:spPr>
          <a:xfrm>
            <a:off x="5500688" y="4645025"/>
            <a:ext cx="3500437" cy="1323975"/>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eaLnBrk="1" hangingPunct="1">
              <a:spcBef>
                <a:spcPts val="0"/>
              </a:spcBef>
              <a:buClr>
                <a:srgbClr val="336666"/>
              </a:buClr>
              <a:buFont typeface="Wingdings" pitchFamily="2" charset="2"/>
              <a:buNone/>
              <a:defRPr/>
            </a:pPr>
            <a:r>
              <a:rPr lang="en-US" sz="1600" b="1" dirty="0">
                <a:solidFill>
                  <a:srgbClr val="008E40"/>
                </a:solidFill>
                <a:latin typeface="Courier New" pitchFamily="49" charset="0"/>
                <a:cs typeface="Courier New" pitchFamily="49" charset="0"/>
              </a:rPr>
              <a:t>&gt;&gt;&gt;</a:t>
            </a:r>
            <a:r>
              <a:rPr lang="en-US" sz="1600" b="1" dirty="0">
                <a:latin typeface="Courier New" pitchFamily="49" charset="0"/>
                <a:cs typeface="Courier New" pitchFamily="49" charset="0"/>
              </a:rPr>
              <a:t> s=set({</a:t>
            </a:r>
            <a:r>
              <a:rPr lang="en-US" sz="1600" b="1" dirty="0">
                <a:solidFill>
                  <a:srgbClr val="008E40"/>
                </a:solidFill>
                <a:latin typeface="Courier New" pitchFamily="49" charset="0"/>
                <a:cs typeface="Courier New" pitchFamily="49" charset="0"/>
              </a:rPr>
              <a:t>1,5,8,9</a:t>
            </a:r>
            <a:r>
              <a:rPr lang="en-US" sz="1600" b="1" dirty="0">
                <a:latin typeface="Courier New" pitchFamily="49" charset="0"/>
                <a:cs typeface="Courier New" pitchFamily="49" charset="0"/>
              </a:rPr>
              <a:t>})</a:t>
            </a:r>
          </a:p>
          <a:p>
            <a:pPr eaLnBrk="1" hangingPunct="1">
              <a:spcBef>
                <a:spcPts val="0"/>
              </a:spcBef>
              <a:buClr>
                <a:srgbClr val="336666"/>
              </a:buClr>
              <a:buFont typeface="Wingdings" pitchFamily="2" charset="2"/>
              <a:buNone/>
              <a:defRPr/>
            </a:pPr>
            <a:r>
              <a:rPr lang="en-US" sz="1600" b="1" dirty="0">
                <a:solidFill>
                  <a:srgbClr val="008E40"/>
                </a:solidFill>
                <a:latin typeface="Courier New" pitchFamily="49" charset="0"/>
                <a:cs typeface="Courier New" pitchFamily="49" charset="0"/>
              </a:rPr>
              <a:t>&gt;&gt;&gt;</a:t>
            </a:r>
            <a:r>
              <a:rPr lang="en-US" sz="1600" b="1" dirty="0">
                <a:latin typeface="Courier New" pitchFamily="49" charset="0"/>
                <a:cs typeface="Courier New" pitchFamily="49" charset="0"/>
              </a:rPr>
              <a:t> t=set({</a:t>
            </a:r>
            <a:r>
              <a:rPr lang="en-US" sz="1600" b="1" dirty="0">
                <a:solidFill>
                  <a:srgbClr val="008E40"/>
                </a:solidFill>
                <a:latin typeface="Courier New" pitchFamily="49" charset="0"/>
                <a:cs typeface="Courier New" pitchFamily="49" charset="0"/>
              </a:rPr>
              <a:t>8,7,1,6,3</a:t>
            </a:r>
            <a:r>
              <a:rPr lang="en-US" sz="1600" b="1" dirty="0">
                <a:latin typeface="Courier New" pitchFamily="49" charset="0"/>
                <a:cs typeface="Courier New" pitchFamily="49" charset="0"/>
              </a:rPr>
              <a:t>})</a:t>
            </a:r>
          </a:p>
          <a:p>
            <a:pPr eaLnBrk="1" hangingPunct="1">
              <a:spcBef>
                <a:spcPts val="0"/>
              </a:spcBef>
              <a:buClr>
                <a:srgbClr val="336666"/>
              </a:buClr>
              <a:buFont typeface="Wingdings" pitchFamily="2" charset="2"/>
              <a:buNone/>
              <a:defRPr/>
            </a:pPr>
            <a:r>
              <a:rPr lang="en-US" sz="1600" b="1" dirty="0">
                <a:solidFill>
                  <a:srgbClr val="008E40"/>
                </a:solidFill>
                <a:latin typeface="Courier New" pitchFamily="49" charset="0"/>
                <a:cs typeface="Courier New" pitchFamily="49" charset="0"/>
              </a:rPr>
              <a:t>&gt;&gt;&gt;</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s.difference_update</a:t>
            </a:r>
            <a:r>
              <a:rPr lang="en-US" sz="1600" b="1" dirty="0">
                <a:latin typeface="Courier New" pitchFamily="49" charset="0"/>
                <a:cs typeface="Courier New" pitchFamily="49" charset="0"/>
              </a:rPr>
              <a:t>(t)</a:t>
            </a:r>
          </a:p>
          <a:p>
            <a:pPr eaLnBrk="1" hangingPunct="1">
              <a:spcBef>
                <a:spcPts val="0"/>
              </a:spcBef>
              <a:buClr>
                <a:srgbClr val="336666"/>
              </a:buClr>
              <a:buFont typeface="Wingdings" pitchFamily="2" charset="2"/>
              <a:buNone/>
              <a:defRPr/>
            </a:pPr>
            <a:r>
              <a:rPr lang="en-US" sz="1600" b="1" dirty="0">
                <a:solidFill>
                  <a:srgbClr val="008E40"/>
                </a:solidFill>
                <a:latin typeface="Courier New" pitchFamily="49" charset="0"/>
                <a:cs typeface="Courier New" pitchFamily="49" charset="0"/>
              </a:rPr>
              <a:t>&gt;&gt;&gt;</a:t>
            </a:r>
            <a:r>
              <a:rPr lang="en-US" sz="1600" b="1" dirty="0">
                <a:latin typeface="Courier New" pitchFamily="49" charset="0"/>
                <a:cs typeface="Courier New" pitchFamily="49" charset="0"/>
              </a:rPr>
              <a:t> s</a:t>
            </a:r>
          </a:p>
          <a:p>
            <a:pPr eaLnBrk="1" hangingPunct="1">
              <a:spcBef>
                <a:spcPts val="0"/>
              </a:spcBef>
              <a:buClr>
                <a:srgbClr val="336666"/>
              </a:buClr>
              <a:buFont typeface="Wingdings" pitchFamily="2" charset="2"/>
              <a:buNone/>
              <a:defRPr/>
            </a:pPr>
            <a:r>
              <a:rPr lang="en-US" sz="1600" b="1"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{5, 9}</a:t>
            </a:r>
          </a:p>
        </p:txBody>
      </p:sp>
    </p:spTree>
    <p:custDataLst>
      <p:tags r:id="rId1"/>
    </p:custDataLst>
    <p:extLst>
      <p:ext uri="{BB962C8B-B14F-4D97-AF65-F5344CB8AC3E}">
        <p14:creationId xmlns:p14="http://schemas.microsoft.com/office/powerpoint/2010/main" val="349559462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heckerboard(across)">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6384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384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642938" y="925513"/>
            <a:ext cx="8435975" cy="503237"/>
          </a:xfrm>
          <a:prstGeom prst="rect">
            <a:avLst/>
          </a:prstGeom>
        </p:spPr>
        <p:txBody>
          <a:bodyPr/>
          <a:lstStyle/>
          <a:p>
            <a:pPr eaLnBrk="1" hangingPunct="1">
              <a:spcBef>
                <a:spcPct val="50000"/>
              </a:spcBef>
              <a:buClr>
                <a:srgbClr val="336666"/>
              </a:buClr>
              <a:buFont typeface="Wingdings" pitchFamily="2" charset="2"/>
              <a:buNone/>
              <a:defRPr/>
            </a:pPr>
            <a:r>
              <a:rPr lang="fr-FR" b="1" dirty="0">
                <a:solidFill>
                  <a:srgbClr val="FF0000"/>
                </a:solidFill>
                <a:latin typeface="+mn-lt"/>
                <a:ea typeface="ＭＳ Ｐゴシック" pitchFamily="34" charset="-128"/>
              </a:rPr>
              <a:t>Opérations d’ajouts et de suppressions d’éléments :</a:t>
            </a:r>
          </a:p>
          <a:p>
            <a:pPr eaLnBrk="1" hangingPunct="1">
              <a:spcBef>
                <a:spcPct val="50000"/>
              </a:spcBef>
              <a:buClr>
                <a:srgbClr val="336666"/>
              </a:buClr>
              <a:buFont typeface="Wingdings" pitchFamily="2" charset="2"/>
              <a:buNone/>
              <a:defRPr/>
            </a:pPr>
            <a:endParaRPr lang="en-US" dirty="0">
              <a:latin typeface="+mn-lt"/>
              <a:ea typeface="ＭＳ Ｐゴシック" pitchFamily="34" charset="-128"/>
            </a:endParaRPr>
          </a:p>
        </p:txBody>
      </p:sp>
      <p:sp>
        <p:nvSpPr>
          <p:cNvPr id="13" name="Content Placeholder 2"/>
          <p:cNvSpPr txBox="1">
            <a:spLocks/>
          </p:cNvSpPr>
          <p:nvPr/>
        </p:nvSpPr>
        <p:spPr>
          <a:xfrm>
            <a:off x="500063" y="4711700"/>
            <a:ext cx="8435975" cy="503238"/>
          </a:xfrm>
          <a:prstGeom prst="rect">
            <a:avLst/>
          </a:prstGeom>
        </p:spPr>
        <p:txBody>
          <a:bodyPr/>
          <a:lstStyle/>
          <a:p>
            <a:pPr>
              <a:spcBef>
                <a:spcPct val="20000"/>
              </a:spcBef>
              <a:spcAft>
                <a:spcPct val="30000"/>
              </a:spcAft>
              <a:buClr>
                <a:schemeClr val="hlink"/>
              </a:buClr>
              <a:buFont typeface="Wingdings" pitchFamily="2" charset="2"/>
              <a:buNone/>
              <a:defRPr/>
            </a:pPr>
            <a:r>
              <a:rPr lang="fr-FR" sz="1800" b="1" u="sng" kern="0" dirty="0">
                <a:solidFill>
                  <a:srgbClr val="FF0000"/>
                </a:solidFill>
                <a:latin typeface="+mn-lt"/>
                <a:ea typeface="ＭＳ Ｐゴシック" pitchFamily="34" charset="-128"/>
                <a:cs typeface="+mn-cs"/>
              </a:rPr>
              <a:t>Exemple:</a:t>
            </a:r>
          </a:p>
        </p:txBody>
      </p:sp>
      <p:sp>
        <p:nvSpPr>
          <p:cNvPr id="14" name="Rectangle à coins arrondis 13"/>
          <p:cNvSpPr/>
          <p:nvPr/>
        </p:nvSpPr>
        <p:spPr>
          <a:xfrm>
            <a:off x="2214563" y="4786313"/>
            <a:ext cx="6429375" cy="1214437"/>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0"/>
              </a:spcBef>
              <a:buClr>
                <a:srgbClr val="336666"/>
              </a:buClr>
              <a:buFont typeface="Wingdings" pitchFamily="2" charset="2"/>
              <a:buNone/>
              <a:defRPr/>
            </a:pPr>
            <a:r>
              <a:rPr lang="en-US" sz="1600" b="1" dirty="0">
                <a:solidFill>
                  <a:srgbClr val="008000"/>
                </a:solidFill>
                <a:latin typeface="Courier New"/>
                <a:cs typeface="Courier New"/>
              </a:rPr>
              <a:t>&gt;&gt;&gt;</a:t>
            </a:r>
            <a:r>
              <a:rPr lang="en-US" sz="1600" b="1" dirty="0">
                <a:solidFill>
                  <a:srgbClr val="0000FF"/>
                </a:solidFill>
                <a:latin typeface="Courier New"/>
                <a:cs typeface="Courier New"/>
              </a:rPr>
              <a:t> </a:t>
            </a:r>
            <a:r>
              <a:rPr lang="en-US" sz="1600" b="1" dirty="0">
                <a:solidFill>
                  <a:schemeClr val="tx1"/>
                </a:solidFill>
                <a:latin typeface="Courier New"/>
                <a:cs typeface="Courier New"/>
              </a:rPr>
              <a:t>s = </a:t>
            </a:r>
            <a:r>
              <a:rPr lang="en-US" sz="1600" b="1" dirty="0">
                <a:solidFill>
                  <a:srgbClr val="0000FF"/>
                </a:solidFill>
                <a:latin typeface="Courier New"/>
                <a:cs typeface="Courier New"/>
              </a:rPr>
              <a:t>set</a:t>
            </a:r>
            <a:r>
              <a:rPr lang="en-US" sz="16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en-US" sz="1600" b="1" dirty="0">
                <a:solidFill>
                  <a:srgbClr val="008000"/>
                </a:solidFill>
                <a:latin typeface="Courier New"/>
                <a:cs typeface="Courier New"/>
              </a:rPr>
              <a:t>&gt;&gt;&gt;</a:t>
            </a:r>
            <a:r>
              <a:rPr lang="en-US" sz="1600" b="1" dirty="0">
                <a:solidFill>
                  <a:schemeClr val="tx1"/>
                </a:solidFill>
                <a:latin typeface="Courier New"/>
                <a:cs typeface="Courier New"/>
              </a:rPr>
              <a:t> </a:t>
            </a:r>
            <a:r>
              <a:rPr lang="en-US" sz="1600" b="1" dirty="0" err="1">
                <a:solidFill>
                  <a:schemeClr val="tx1"/>
                </a:solidFill>
                <a:latin typeface="Courier New"/>
                <a:cs typeface="Courier New"/>
              </a:rPr>
              <a:t>s.add</a:t>
            </a:r>
            <a:r>
              <a:rPr lang="en-US" sz="1600" b="1" dirty="0">
                <a:solidFill>
                  <a:schemeClr val="tx1"/>
                </a:solidFill>
                <a:latin typeface="Courier New"/>
                <a:cs typeface="Courier New"/>
              </a:rPr>
              <a:t>(</a:t>
            </a:r>
            <a:r>
              <a:rPr lang="en-US" sz="1600" b="1" dirty="0">
                <a:solidFill>
                  <a:srgbClr val="3366FF"/>
                </a:solidFill>
                <a:latin typeface="Courier New"/>
                <a:cs typeface="Courier New"/>
              </a:rPr>
              <a:t>666</a:t>
            </a:r>
            <a:r>
              <a:rPr lang="en-US" sz="16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en-US" sz="1600" b="1" dirty="0">
                <a:solidFill>
                  <a:srgbClr val="008000"/>
                </a:solidFill>
                <a:latin typeface="Courier New"/>
                <a:cs typeface="Courier New"/>
              </a:rPr>
              <a:t>&gt;&gt;&gt;</a:t>
            </a:r>
            <a:r>
              <a:rPr lang="en-US" sz="1600" b="1" dirty="0">
                <a:solidFill>
                  <a:schemeClr val="tx1"/>
                </a:solidFill>
                <a:latin typeface="Courier New"/>
                <a:cs typeface="Courier New"/>
              </a:rPr>
              <a:t> </a:t>
            </a:r>
            <a:r>
              <a:rPr lang="en-US" sz="1600" b="1" dirty="0" err="1">
                <a:solidFill>
                  <a:schemeClr val="tx1"/>
                </a:solidFill>
                <a:latin typeface="Courier New"/>
                <a:cs typeface="Courier New"/>
              </a:rPr>
              <a:t>s.add</a:t>
            </a:r>
            <a:r>
              <a:rPr lang="en-US" sz="1600" b="1" dirty="0">
                <a:solidFill>
                  <a:schemeClr val="tx1"/>
                </a:solidFill>
                <a:latin typeface="Courier New"/>
                <a:cs typeface="Courier New"/>
              </a:rPr>
              <a:t>(</a:t>
            </a:r>
            <a:r>
              <a:rPr lang="en-US" sz="1600" b="1" dirty="0">
                <a:solidFill>
                  <a:srgbClr val="008000"/>
                </a:solidFill>
                <a:latin typeface="Courier New"/>
                <a:cs typeface="Courier New"/>
              </a:rPr>
              <a:t>'VL'</a:t>
            </a:r>
            <a:r>
              <a:rPr lang="en-US" sz="16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en-US" sz="1600" b="1" dirty="0">
                <a:solidFill>
                  <a:srgbClr val="008000"/>
                </a:solidFill>
                <a:latin typeface="Courier New"/>
                <a:cs typeface="Courier New"/>
              </a:rPr>
              <a:t>&gt;&gt;&gt;</a:t>
            </a:r>
            <a:r>
              <a:rPr lang="en-US" sz="1600" b="1" dirty="0">
                <a:solidFill>
                  <a:schemeClr val="tx1"/>
                </a:solidFill>
                <a:latin typeface="Courier New"/>
                <a:cs typeface="Courier New"/>
              </a:rPr>
              <a:t> </a:t>
            </a:r>
            <a:r>
              <a:rPr lang="en-US" sz="1600" b="1" dirty="0" err="1">
                <a:solidFill>
                  <a:schemeClr val="tx1"/>
                </a:solidFill>
                <a:latin typeface="Courier New"/>
                <a:cs typeface="Courier New"/>
              </a:rPr>
              <a:t>s.remove</a:t>
            </a:r>
            <a:r>
              <a:rPr lang="en-US" sz="1600" b="1" dirty="0">
                <a:solidFill>
                  <a:schemeClr val="tx1"/>
                </a:solidFill>
                <a:latin typeface="Courier New"/>
                <a:cs typeface="Courier New"/>
              </a:rPr>
              <a:t>(</a:t>
            </a:r>
            <a:r>
              <a:rPr lang="en-US" sz="1600" b="1" dirty="0">
                <a:solidFill>
                  <a:srgbClr val="3366FF"/>
                </a:solidFill>
                <a:latin typeface="Courier New"/>
                <a:cs typeface="Courier New"/>
              </a:rPr>
              <a:t>777</a:t>
            </a:r>
            <a:r>
              <a:rPr lang="en-US" sz="16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en-US" sz="1600" b="1" dirty="0" err="1">
                <a:solidFill>
                  <a:srgbClr val="FF0000"/>
                </a:solidFill>
                <a:latin typeface="Courier New"/>
                <a:cs typeface="Courier New"/>
              </a:rPr>
              <a:t>Traceback</a:t>
            </a:r>
            <a:r>
              <a:rPr lang="en-US" sz="1600" b="1" dirty="0">
                <a:solidFill>
                  <a:srgbClr val="FF0000"/>
                </a:solidFill>
                <a:latin typeface="Courier New"/>
                <a:cs typeface="Courier New"/>
              </a:rPr>
              <a:t> (most recent call last):</a:t>
            </a:r>
          </a:p>
          <a:p>
            <a:pPr lvl="1" eaLnBrk="1" hangingPunct="1">
              <a:spcBef>
                <a:spcPts val="0"/>
              </a:spcBef>
              <a:buClr>
                <a:srgbClr val="336666"/>
              </a:buClr>
              <a:buFont typeface="Wingdings" pitchFamily="2" charset="2"/>
              <a:buNone/>
              <a:defRPr/>
            </a:pPr>
            <a:r>
              <a:rPr lang="en-US" sz="1600" b="1" dirty="0">
                <a:solidFill>
                  <a:srgbClr val="FF0000"/>
                </a:solidFill>
                <a:latin typeface="Courier New"/>
                <a:cs typeface="Courier New"/>
              </a:rPr>
              <a:t>  File "&lt;console&gt;", line 1, in &lt;module&gt;</a:t>
            </a:r>
          </a:p>
          <a:p>
            <a:pPr lvl="1" eaLnBrk="1" hangingPunct="1">
              <a:spcBef>
                <a:spcPts val="0"/>
              </a:spcBef>
              <a:buClr>
                <a:srgbClr val="336666"/>
              </a:buClr>
              <a:buFont typeface="Wingdings" pitchFamily="2" charset="2"/>
              <a:buNone/>
              <a:defRPr/>
            </a:pPr>
            <a:r>
              <a:rPr lang="en-US" sz="1600" b="1" dirty="0" err="1">
                <a:solidFill>
                  <a:srgbClr val="FF0000"/>
                </a:solidFill>
                <a:latin typeface="Courier New"/>
                <a:cs typeface="Courier New"/>
              </a:rPr>
              <a:t>KeyError</a:t>
            </a:r>
            <a:r>
              <a:rPr lang="en-US" sz="1600" b="1" dirty="0">
                <a:solidFill>
                  <a:srgbClr val="FF0000"/>
                </a:solidFill>
                <a:latin typeface="Courier New"/>
                <a:cs typeface="Courier New"/>
              </a:rPr>
              <a:t>: 777</a:t>
            </a:r>
          </a:p>
          <a:p>
            <a:pPr lvl="1" eaLnBrk="1" hangingPunct="1">
              <a:spcBef>
                <a:spcPts val="0"/>
              </a:spcBef>
              <a:buClr>
                <a:srgbClr val="336666"/>
              </a:buClr>
              <a:buFont typeface="Wingdings" pitchFamily="2" charset="2"/>
              <a:buNone/>
              <a:defRPr/>
            </a:pPr>
            <a:r>
              <a:rPr lang="en-US" sz="1600" b="1" dirty="0">
                <a:solidFill>
                  <a:srgbClr val="008000"/>
                </a:solidFill>
                <a:latin typeface="Courier New"/>
                <a:cs typeface="Courier New"/>
              </a:rPr>
              <a:t>&gt;&gt;&gt;</a:t>
            </a:r>
            <a:r>
              <a:rPr lang="en-US" sz="1600" b="1" dirty="0">
                <a:solidFill>
                  <a:schemeClr val="tx1"/>
                </a:solidFill>
                <a:latin typeface="Courier New"/>
                <a:cs typeface="Courier New"/>
              </a:rPr>
              <a:t> </a:t>
            </a:r>
            <a:r>
              <a:rPr lang="en-US" sz="1600" b="1" dirty="0" err="1">
                <a:solidFill>
                  <a:schemeClr val="tx1"/>
                </a:solidFill>
                <a:latin typeface="Courier New"/>
                <a:cs typeface="Courier New"/>
              </a:rPr>
              <a:t>s.discard</a:t>
            </a:r>
            <a:r>
              <a:rPr lang="en-US" sz="1600" b="1" dirty="0">
                <a:solidFill>
                  <a:schemeClr val="tx1"/>
                </a:solidFill>
                <a:latin typeface="Courier New"/>
                <a:cs typeface="Courier New"/>
              </a:rPr>
              <a:t>(</a:t>
            </a:r>
            <a:r>
              <a:rPr lang="en-US" sz="1600" b="1" dirty="0">
                <a:solidFill>
                  <a:srgbClr val="3366FF"/>
                </a:solidFill>
                <a:latin typeface="Courier New"/>
                <a:cs typeface="Courier New"/>
              </a:rPr>
              <a:t>777</a:t>
            </a:r>
            <a:r>
              <a:rPr lang="en-US" sz="1600" b="1" dirty="0">
                <a:solidFill>
                  <a:schemeClr val="tx1"/>
                </a:solidFill>
                <a:latin typeface="Courier New"/>
                <a:cs typeface="Courier New"/>
              </a:rPr>
              <a:t>)</a:t>
            </a:r>
          </a:p>
          <a:p>
            <a:pPr lvl="1" eaLnBrk="1" hangingPunct="1">
              <a:spcBef>
                <a:spcPts val="0"/>
              </a:spcBef>
              <a:buClr>
                <a:srgbClr val="336666"/>
              </a:buClr>
              <a:buFont typeface="Wingdings" pitchFamily="2" charset="2"/>
              <a:buNone/>
              <a:defRPr/>
            </a:pPr>
            <a:r>
              <a:rPr lang="en-US" sz="1600" b="1" dirty="0">
                <a:solidFill>
                  <a:srgbClr val="008000"/>
                </a:solidFill>
                <a:latin typeface="Courier New"/>
                <a:cs typeface="Courier New"/>
              </a:rPr>
              <a:t>&gt;&gt;&gt;</a:t>
            </a:r>
            <a:r>
              <a:rPr lang="en-US" sz="1600" b="1" dirty="0">
                <a:solidFill>
                  <a:schemeClr val="tx1"/>
                </a:solidFill>
                <a:latin typeface="Courier New"/>
                <a:cs typeface="Courier New"/>
              </a:rPr>
              <a:t> s.pop()</a:t>
            </a:r>
          </a:p>
          <a:p>
            <a:pPr lvl="1" eaLnBrk="1" hangingPunct="1">
              <a:spcBef>
                <a:spcPts val="0"/>
              </a:spcBef>
              <a:buClr>
                <a:srgbClr val="336666"/>
              </a:buClr>
              <a:buFont typeface="Wingdings" pitchFamily="2" charset="2"/>
              <a:buNone/>
              <a:defRPr/>
            </a:pPr>
            <a:r>
              <a:rPr lang="en-US" sz="1600" b="1" dirty="0">
                <a:solidFill>
                  <a:schemeClr val="tx1"/>
                </a:solidFill>
                <a:latin typeface="Courier New"/>
                <a:cs typeface="Courier New"/>
              </a:rPr>
              <a:t>666</a:t>
            </a:r>
          </a:p>
          <a:p>
            <a:pPr lvl="1" eaLnBrk="1" hangingPunct="1">
              <a:spcBef>
                <a:spcPts val="0"/>
              </a:spcBef>
              <a:buClr>
                <a:srgbClr val="336666"/>
              </a:buClr>
              <a:buFont typeface="Wingdings" pitchFamily="2" charset="2"/>
              <a:buNone/>
              <a:defRPr/>
            </a:pPr>
            <a:r>
              <a:rPr lang="fr-FR" sz="1600" b="1" dirty="0">
                <a:solidFill>
                  <a:srgbClr val="008000"/>
                </a:solidFill>
                <a:latin typeface="Courier New"/>
                <a:cs typeface="Courier New"/>
              </a:rPr>
              <a:t>&gt;&gt;&gt;</a:t>
            </a:r>
            <a:r>
              <a:rPr lang="fr-FR" sz="1600" b="1" dirty="0">
                <a:solidFill>
                  <a:schemeClr val="tx1"/>
                </a:solidFill>
                <a:latin typeface="Courier New"/>
                <a:cs typeface="Courier New"/>
              </a:rPr>
              <a:t> s</a:t>
            </a:r>
          </a:p>
          <a:p>
            <a:pPr lvl="1" eaLnBrk="1" hangingPunct="1">
              <a:spcBef>
                <a:spcPts val="0"/>
              </a:spcBef>
              <a:buClr>
                <a:srgbClr val="336666"/>
              </a:buClr>
              <a:buFont typeface="Wingdings" pitchFamily="2" charset="2"/>
              <a:buNone/>
              <a:defRPr/>
            </a:pPr>
            <a:r>
              <a:rPr lang="fr-FR" sz="1600" b="1" dirty="0">
                <a:solidFill>
                  <a:schemeClr val="tx1"/>
                </a:solidFill>
                <a:latin typeface="Courier New"/>
                <a:cs typeface="Courier New"/>
              </a:rPr>
              <a:t>{'VL'}</a:t>
            </a:r>
          </a:p>
        </p:txBody>
      </p:sp>
      <p:graphicFrame>
        <p:nvGraphicFramePr>
          <p:cNvPr id="11" name="Tableau 10"/>
          <p:cNvGraphicFramePr>
            <a:graphicFrameLocks noGrp="1"/>
          </p:cNvGraphicFramePr>
          <p:nvPr/>
        </p:nvGraphicFramePr>
        <p:xfrm>
          <a:off x="928688" y="1355725"/>
          <a:ext cx="7962900" cy="2499012"/>
        </p:xfrm>
        <a:graphic>
          <a:graphicData uri="http://schemas.openxmlformats.org/drawingml/2006/table">
            <a:tbl>
              <a:tblPr/>
              <a:tblGrid>
                <a:gridCol w="2730179"/>
                <a:gridCol w="5232721"/>
              </a:tblGrid>
              <a:tr h="33519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n-lt"/>
                          <a:ea typeface="ＭＳ Ｐゴシック" pitchFamily="34" charset="-128"/>
                        </a:rPr>
                        <a:t>Opération</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FFFFFF"/>
                          </a:solidFill>
                          <a:effectLst/>
                          <a:latin typeface="+mn-lt"/>
                          <a:ea typeface="ＭＳ Ｐゴシック" pitchFamily="34" charset="-128"/>
                        </a:rPr>
                        <a:t>Résultat</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33519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rgbClr val="000000"/>
                          </a:solidFill>
                          <a:effectLst/>
                          <a:latin typeface="+mn-lt"/>
                          <a:ea typeface="ＭＳ Ｐゴシック" pitchFamily="34" charset="-128"/>
                        </a:rPr>
                        <a:t>s.add(x)</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n-lt"/>
                          <a:ea typeface="ＭＳ Ｐゴシック" pitchFamily="34" charset="-128"/>
                        </a:rPr>
                        <a:t>Ajoute l</a:t>
                      </a:r>
                      <a:r>
                        <a:rPr kumimoji="0" lang="fr-FR" altLang="fr-FR" sz="1600" b="0" i="0" u="none" strike="noStrike" cap="none" normalizeH="0" baseline="0" smtClean="0">
                          <a:ln>
                            <a:noFill/>
                          </a:ln>
                          <a:solidFill>
                            <a:srgbClr val="000000"/>
                          </a:solidFill>
                          <a:effectLst/>
                          <a:latin typeface="+mn-lt"/>
                          <a:ea typeface="ＭＳ Ｐゴシック" pitchFamily="34" charset="-128"/>
                        </a:rPr>
                        <a:t>’</a:t>
                      </a:r>
                      <a:r>
                        <a:rPr kumimoji="0" lang="fr-FR" sz="1600" b="0" i="0" u="none" strike="noStrike" cap="none" normalizeH="0" baseline="0" smtClean="0">
                          <a:ln>
                            <a:noFill/>
                          </a:ln>
                          <a:solidFill>
                            <a:srgbClr val="000000"/>
                          </a:solidFill>
                          <a:effectLst/>
                          <a:latin typeface="+mn-lt"/>
                          <a:ea typeface="ＭＳ Ｐゴシック" pitchFamily="34" charset="-128"/>
                        </a:rPr>
                        <a:t>élément </a:t>
                      </a:r>
                      <a:r>
                        <a:rPr kumimoji="0" lang="fr-FR" sz="1600" b="1" i="0" u="none" strike="noStrike" cap="none" normalizeH="0" baseline="0" smtClean="0">
                          <a:ln>
                            <a:noFill/>
                          </a:ln>
                          <a:solidFill>
                            <a:srgbClr val="000000"/>
                          </a:solidFill>
                          <a:effectLst/>
                          <a:latin typeface="+mn-lt"/>
                          <a:ea typeface="ＭＳ Ｐゴシック" pitchFamily="34" charset="-128"/>
                        </a:rPr>
                        <a:t>x</a:t>
                      </a:r>
                      <a:r>
                        <a:rPr kumimoji="0" lang="fr-FR" sz="1600" b="0" i="0" u="none" strike="noStrike" cap="none" normalizeH="0" baseline="0" smtClean="0">
                          <a:ln>
                            <a:noFill/>
                          </a:ln>
                          <a:solidFill>
                            <a:srgbClr val="000000"/>
                          </a:solidFill>
                          <a:effectLst/>
                          <a:latin typeface="+mn-lt"/>
                          <a:ea typeface="ＭＳ Ｐゴシック" pitchFamily="34" charset="-128"/>
                        </a:rPr>
                        <a:t> à </a:t>
                      </a:r>
                      <a:r>
                        <a:rPr kumimoji="0" lang="fr-FR" sz="1600" b="1" i="0" u="none" strike="noStrike" cap="none" normalizeH="0" baseline="0" smtClean="0">
                          <a:ln>
                            <a:noFill/>
                          </a:ln>
                          <a:solidFill>
                            <a:srgbClr val="000000"/>
                          </a:solidFill>
                          <a:effectLst/>
                          <a:latin typeface="+mn-lt"/>
                          <a:ea typeface="ＭＳ Ｐゴシック" pitchFamily="34" charset="-128"/>
                        </a:rPr>
                        <a:t>s</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57898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s.remove</a:t>
                      </a:r>
                      <a:r>
                        <a:rPr kumimoji="0" lang="fr-FR" sz="1600" b="1" i="0" u="none" strike="noStrike" cap="none" normalizeH="0" baseline="0" dirty="0" smtClean="0">
                          <a:ln>
                            <a:noFill/>
                          </a:ln>
                          <a:solidFill>
                            <a:srgbClr val="000000"/>
                          </a:solidFill>
                          <a:effectLst/>
                          <a:latin typeface="+mn-lt"/>
                          <a:ea typeface="ＭＳ Ｐゴシック" pitchFamily="34" charset="-128"/>
                        </a:rPr>
                        <a:t>(x)</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Supprime l</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élément </a:t>
                      </a:r>
                      <a:r>
                        <a:rPr kumimoji="0" lang="fr-FR" sz="1600" b="1" i="0" u="none" strike="noStrike" cap="none" normalizeH="0" baseline="0" dirty="0" smtClean="0">
                          <a:ln>
                            <a:noFill/>
                          </a:ln>
                          <a:solidFill>
                            <a:srgbClr val="000000"/>
                          </a:solidFill>
                          <a:effectLst/>
                          <a:latin typeface="+mn-lt"/>
                          <a:ea typeface="ＭＳ Ｐゴシック" pitchFamily="34" charset="-128"/>
                        </a:rPr>
                        <a:t>x</a:t>
                      </a:r>
                      <a:r>
                        <a:rPr kumimoji="0" lang="fr-FR" sz="1600" b="0" i="0" u="none" strike="noStrike" cap="none" normalizeH="0" baseline="0" dirty="0" smtClean="0">
                          <a:ln>
                            <a:noFill/>
                          </a:ln>
                          <a:solidFill>
                            <a:srgbClr val="000000"/>
                          </a:solidFill>
                          <a:effectLst/>
                          <a:latin typeface="+mn-lt"/>
                          <a:ea typeface="ＭＳ Ｐゴシック" pitchFamily="34" charset="-128"/>
                        </a:rPr>
                        <a:t>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retourne une erreur s</a:t>
                      </a:r>
                      <a:r>
                        <a:rPr kumimoji="0" lang="fr-FR" altLang="fr-FR" sz="1600" b="0" i="0" u="none" strike="noStrike" cap="none" normalizeH="0" baseline="0" dirty="0" smtClean="0">
                          <a:ln>
                            <a:noFill/>
                          </a:ln>
                          <a:solidFill>
                            <a:srgbClr val="000000"/>
                          </a:solidFill>
                          <a:effectLst/>
                          <a:latin typeface="+mn-lt"/>
                          <a:ea typeface="ＭＳ Ｐゴシック" pitchFamily="34" charset="-128"/>
                        </a:rPr>
                        <a:t>’</a:t>
                      </a:r>
                      <a:r>
                        <a:rPr kumimoji="0" lang="fr-FR" sz="1600" b="0" i="0" u="none" strike="noStrike" cap="none" normalizeH="0" baseline="0" dirty="0" smtClean="0">
                          <a:ln>
                            <a:noFill/>
                          </a:ln>
                          <a:solidFill>
                            <a:srgbClr val="000000"/>
                          </a:solidFill>
                          <a:effectLst/>
                          <a:latin typeface="+mn-lt"/>
                          <a:ea typeface="ＭＳ Ｐゴシック" pitchFamily="34" charset="-128"/>
                        </a:rPr>
                        <a:t>il est absent</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57898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s.discard(x)</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smtClean="0">
                          <a:ln>
                            <a:noFill/>
                          </a:ln>
                          <a:solidFill>
                            <a:srgbClr val="000000"/>
                          </a:solidFill>
                          <a:effectLst/>
                          <a:latin typeface="+mn-lt"/>
                          <a:ea typeface="ＭＳ Ｐゴシック" pitchFamily="34" charset="-128"/>
                        </a:rPr>
                        <a:t>Supprime l</a:t>
                      </a:r>
                      <a:r>
                        <a:rPr kumimoji="0" lang="fr-FR" altLang="fr-FR" sz="1600" b="0" i="0" u="none" strike="noStrike" cap="none" normalizeH="0" baseline="0" smtClean="0">
                          <a:ln>
                            <a:noFill/>
                          </a:ln>
                          <a:solidFill>
                            <a:srgbClr val="000000"/>
                          </a:solidFill>
                          <a:effectLst/>
                          <a:latin typeface="+mn-lt"/>
                          <a:ea typeface="ＭＳ Ｐゴシック" pitchFamily="34" charset="-128"/>
                        </a:rPr>
                        <a:t>’</a:t>
                      </a:r>
                      <a:r>
                        <a:rPr kumimoji="0" lang="fr-FR" sz="1600" b="0" i="0" u="none" strike="noStrike" cap="none" normalizeH="0" baseline="0" smtClean="0">
                          <a:ln>
                            <a:noFill/>
                          </a:ln>
                          <a:solidFill>
                            <a:srgbClr val="000000"/>
                          </a:solidFill>
                          <a:effectLst/>
                          <a:latin typeface="+mn-lt"/>
                          <a:ea typeface="ＭＳ Ｐゴシック" pitchFamily="34" charset="-128"/>
                        </a:rPr>
                        <a:t>élément </a:t>
                      </a:r>
                      <a:r>
                        <a:rPr kumimoji="0" lang="fr-FR" sz="1600" b="1" i="0" u="none" strike="noStrike" cap="none" normalizeH="0" baseline="0" smtClean="0">
                          <a:ln>
                            <a:noFill/>
                          </a:ln>
                          <a:solidFill>
                            <a:srgbClr val="000000"/>
                          </a:solidFill>
                          <a:effectLst/>
                          <a:latin typeface="+mn-lt"/>
                          <a:ea typeface="ＭＳ Ｐゴシック" pitchFamily="34" charset="-128"/>
                        </a:rPr>
                        <a:t>x</a:t>
                      </a:r>
                      <a:r>
                        <a:rPr kumimoji="0" lang="fr-FR" sz="1600" b="0" i="0" u="none" strike="noStrike" cap="none" normalizeH="0" baseline="0" smtClean="0">
                          <a:ln>
                            <a:noFill/>
                          </a:ln>
                          <a:solidFill>
                            <a:srgbClr val="000000"/>
                          </a:solidFill>
                          <a:effectLst/>
                          <a:latin typeface="+mn-lt"/>
                          <a:ea typeface="ＭＳ Ｐゴシック" pitchFamily="34" charset="-128"/>
                        </a:rPr>
                        <a:t> de </a:t>
                      </a:r>
                      <a:r>
                        <a:rPr kumimoji="0" lang="fr-FR" sz="1600" b="1" i="0" u="none" strike="noStrike" cap="none" normalizeH="0" baseline="0" smtClean="0">
                          <a:ln>
                            <a:noFill/>
                          </a:ln>
                          <a:solidFill>
                            <a:srgbClr val="000000"/>
                          </a:solidFill>
                          <a:effectLst/>
                          <a:latin typeface="+mn-lt"/>
                          <a:ea typeface="ＭＳ Ｐゴシック" pitchFamily="34" charset="-128"/>
                        </a:rPr>
                        <a:t>s</a:t>
                      </a:r>
                      <a:r>
                        <a:rPr kumimoji="0" lang="fr-FR" sz="1600" b="0" i="0" u="none" strike="noStrike" cap="none" normalizeH="0" baseline="0" smtClean="0">
                          <a:ln>
                            <a:noFill/>
                          </a:ln>
                          <a:solidFill>
                            <a:srgbClr val="000000"/>
                          </a:solidFill>
                          <a:effectLst/>
                          <a:latin typeface="+mn-lt"/>
                          <a:ea typeface="ＭＳ Ｐゴシック" pitchFamily="34" charset="-128"/>
                        </a:rPr>
                        <a:t> s</a:t>
                      </a:r>
                      <a:r>
                        <a:rPr kumimoji="0" lang="fr-FR" altLang="fr-FR" sz="1600" b="0" i="0" u="none" strike="noStrike" cap="none" normalizeH="0" baseline="0" smtClean="0">
                          <a:ln>
                            <a:noFill/>
                          </a:ln>
                          <a:solidFill>
                            <a:srgbClr val="000000"/>
                          </a:solidFill>
                          <a:effectLst/>
                          <a:latin typeface="+mn-lt"/>
                          <a:ea typeface="ＭＳ Ｐゴシック" pitchFamily="34" charset="-128"/>
                        </a:rPr>
                        <a:t>’</a:t>
                      </a:r>
                      <a:r>
                        <a:rPr kumimoji="0" lang="fr-FR" sz="1600" b="0" i="0" u="none" strike="noStrike" cap="none" normalizeH="0" baseline="0" smtClean="0">
                          <a:ln>
                            <a:noFill/>
                          </a:ln>
                          <a:solidFill>
                            <a:srgbClr val="000000"/>
                          </a:solidFill>
                          <a:effectLst/>
                          <a:latin typeface="+mn-lt"/>
                          <a:ea typeface="ＭＳ Ｐゴシック" pitchFamily="34" charset="-128"/>
                        </a:rPr>
                        <a:t>il est présent, ne retourne rien s</a:t>
                      </a:r>
                      <a:r>
                        <a:rPr kumimoji="0" lang="fr-FR" altLang="fr-FR" sz="1600" b="0" i="0" u="none" strike="noStrike" cap="none" normalizeH="0" baseline="0" smtClean="0">
                          <a:ln>
                            <a:noFill/>
                          </a:ln>
                          <a:solidFill>
                            <a:srgbClr val="000000"/>
                          </a:solidFill>
                          <a:effectLst/>
                          <a:latin typeface="+mn-lt"/>
                          <a:ea typeface="ＭＳ Ｐゴシック" pitchFamily="34" charset="-128"/>
                        </a:rPr>
                        <a:t>’</a:t>
                      </a:r>
                      <a:r>
                        <a:rPr kumimoji="0" lang="fr-FR" sz="1600" b="0" i="0" u="none" strike="noStrike" cap="none" normalizeH="0" baseline="0" smtClean="0">
                          <a:ln>
                            <a:noFill/>
                          </a:ln>
                          <a:solidFill>
                            <a:srgbClr val="000000"/>
                          </a:solidFill>
                          <a:effectLst/>
                          <a:latin typeface="+mn-lt"/>
                          <a:ea typeface="ＭＳ Ｐゴシック" pitchFamily="34" charset="-128"/>
                        </a:rPr>
                        <a:t>il est absent</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3519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smtClean="0">
                          <a:ln>
                            <a:noFill/>
                          </a:ln>
                          <a:solidFill>
                            <a:srgbClr val="000000"/>
                          </a:solidFill>
                          <a:effectLst/>
                          <a:latin typeface="+mn-lt"/>
                          <a:ea typeface="ＭＳ Ｐゴシック" pitchFamily="34" charset="-128"/>
                        </a:rPr>
                        <a:t>s.pop()</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Supprime et retourne un élément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r>
                        <a:rPr kumimoji="0" lang="fr-FR" sz="1600" b="0" i="0" u="none" strike="noStrike" cap="none" normalizeH="0" baseline="0" dirty="0" smtClean="0">
                          <a:ln>
                            <a:noFill/>
                          </a:ln>
                          <a:solidFill>
                            <a:srgbClr val="000000"/>
                          </a:solidFill>
                          <a:effectLst/>
                          <a:latin typeface="+mn-lt"/>
                          <a:ea typeface="ＭＳ Ｐゴシック" pitchFamily="34" charset="-128"/>
                        </a:rPr>
                        <a:t> quelconque</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3519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err="1" smtClean="0">
                          <a:ln>
                            <a:noFill/>
                          </a:ln>
                          <a:solidFill>
                            <a:srgbClr val="000000"/>
                          </a:solidFill>
                          <a:effectLst/>
                          <a:latin typeface="+mn-lt"/>
                          <a:ea typeface="ＭＳ Ｐゴシック" pitchFamily="34" charset="-128"/>
                        </a:rPr>
                        <a:t>s.clear</a:t>
                      </a:r>
                      <a:r>
                        <a:rPr kumimoji="0" lang="fr-FR" sz="1600" b="1" i="0" u="none" strike="noStrike" cap="none" normalizeH="0" baseline="0" dirty="0" smtClean="0">
                          <a:ln>
                            <a:noFill/>
                          </a:ln>
                          <a:solidFill>
                            <a:srgbClr val="000000"/>
                          </a:solidFill>
                          <a:effectLst/>
                          <a:latin typeface="+mn-lt"/>
                          <a:ea typeface="ＭＳ Ｐゴシック" pitchFamily="34" charset="-128"/>
                        </a:rPr>
                        <a:t>()</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000000"/>
                          </a:solidFill>
                          <a:effectLst/>
                          <a:latin typeface="+mn-lt"/>
                          <a:ea typeface="ＭＳ Ｐゴシック" pitchFamily="34" charset="-128"/>
                        </a:rPr>
                        <a:t>Supprime tous les éléments de </a:t>
                      </a:r>
                      <a:r>
                        <a:rPr kumimoji="0" lang="fr-FR" sz="1600" b="1" i="0" u="none" strike="noStrike" cap="none" normalizeH="0" baseline="0" dirty="0" smtClean="0">
                          <a:ln>
                            <a:noFill/>
                          </a:ln>
                          <a:solidFill>
                            <a:srgbClr val="000000"/>
                          </a:solidFill>
                          <a:effectLst/>
                          <a:latin typeface="+mn-lt"/>
                          <a:ea typeface="ＭＳ Ｐゴシック" pitchFamily="34" charset="-128"/>
                        </a:rPr>
                        <a:t>s</a:t>
                      </a:r>
                    </a:p>
                  </a:txBody>
                  <a:tcPr marL="91445" marR="91445" marT="45699" marB="4569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Tree>
    <p:custDataLst>
      <p:tags r:id="rId1"/>
    </p:custDataLst>
    <p:extLst>
      <p:ext uri="{BB962C8B-B14F-4D97-AF65-F5344CB8AC3E}">
        <p14:creationId xmlns:p14="http://schemas.microsoft.com/office/powerpoint/2010/main" val="332658738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heckerboard(across)">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ensembles</a:t>
            </a:r>
          </a:p>
        </p:txBody>
      </p:sp>
      <p:cxnSp>
        <p:nvCxnSpPr>
          <p:cNvPr id="16384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384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0" name="Content Placeholder 2"/>
          <p:cNvSpPr txBox="1">
            <a:spLocks/>
          </p:cNvSpPr>
          <p:nvPr/>
        </p:nvSpPr>
        <p:spPr>
          <a:xfrm>
            <a:off x="642938" y="925513"/>
            <a:ext cx="8435975" cy="503237"/>
          </a:xfrm>
          <a:prstGeom prst="rect">
            <a:avLst/>
          </a:prstGeom>
        </p:spPr>
        <p:txBody>
          <a:bodyPr/>
          <a:lstStyle/>
          <a:p>
            <a:pPr eaLnBrk="1" hangingPunct="1">
              <a:spcBef>
                <a:spcPct val="50000"/>
              </a:spcBef>
              <a:buClr>
                <a:srgbClr val="336666"/>
              </a:buClr>
              <a:buFont typeface="Wingdings" pitchFamily="2" charset="2"/>
              <a:buNone/>
              <a:defRPr/>
            </a:pPr>
            <a:r>
              <a:rPr lang="fr-FR" b="1" dirty="0" smtClean="0">
                <a:solidFill>
                  <a:srgbClr val="FF0000"/>
                </a:solidFill>
                <a:latin typeface="+mn-lt"/>
                <a:ea typeface="ＭＳ Ｐゴシック" pitchFamily="34" charset="-128"/>
              </a:rPr>
              <a:t>exemple</a:t>
            </a:r>
            <a:endParaRPr lang="fr-FR" b="1" dirty="0">
              <a:solidFill>
                <a:srgbClr val="FF0000"/>
              </a:solidFill>
              <a:latin typeface="+mn-lt"/>
              <a:ea typeface="ＭＳ Ｐゴシック" pitchFamily="34" charset="-128"/>
            </a:endParaRPr>
          </a:p>
          <a:p>
            <a:pPr eaLnBrk="1" hangingPunct="1">
              <a:spcBef>
                <a:spcPct val="50000"/>
              </a:spcBef>
              <a:buClr>
                <a:srgbClr val="336666"/>
              </a:buClr>
              <a:buFont typeface="Wingdings" pitchFamily="2" charset="2"/>
              <a:buNone/>
              <a:defRPr/>
            </a:pPr>
            <a:endParaRPr lang="en-US" dirty="0">
              <a:latin typeface="+mn-lt"/>
              <a:ea typeface="ＭＳ Ｐゴシック" pitchFamily="34" charset="-128"/>
            </a:endParaRPr>
          </a:p>
        </p:txBody>
      </p:sp>
      <p:sp>
        <p:nvSpPr>
          <p:cNvPr id="14" name="Rectangle à coins arrondis 13"/>
          <p:cNvSpPr/>
          <p:nvPr/>
        </p:nvSpPr>
        <p:spPr>
          <a:xfrm>
            <a:off x="971551" y="1700809"/>
            <a:ext cx="7672388" cy="4299942"/>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a:buClr>
                <a:srgbClr val="336666"/>
              </a:buClr>
              <a:defRPr/>
            </a:pPr>
            <a:r>
              <a:rPr lang="fr-MA" sz="2000" b="1" dirty="0" err="1">
                <a:solidFill>
                  <a:schemeClr val="tx1"/>
                </a:solidFill>
                <a:latin typeface="Courier New"/>
                <a:cs typeface="Courier New"/>
              </a:rPr>
              <a:t>from</a:t>
            </a:r>
            <a:r>
              <a:rPr lang="fr-MA" sz="2000" b="1" dirty="0">
                <a:solidFill>
                  <a:schemeClr val="tx1"/>
                </a:solidFill>
                <a:latin typeface="Courier New"/>
                <a:cs typeface="Courier New"/>
              </a:rPr>
              <a:t> </a:t>
            </a:r>
            <a:r>
              <a:rPr lang="fr-MA" sz="2000" b="1" dirty="0" err="1">
                <a:solidFill>
                  <a:schemeClr val="tx1"/>
                </a:solidFill>
                <a:latin typeface="Courier New"/>
                <a:cs typeface="Courier New"/>
              </a:rPr>
              <a:t>typing</a:t>
            </a:r>
            <a:r>
              <a:rPr lang="fr-MA" sz="2000" b="1" dirty="0">
                <a:solidFill>
                  <a:schemeClr val="tx1"/>
                </a:solidFill>
                <a:latin typeface="Courier New"/>
                <a:cs typeface="Courier New"/>
              </a:rPr>
              <a:t> import </a:t>
            </a:r>
            <a:r>
              <a:rPr lang="fr-MA" sz="2000" b="1" dirty="0" smtClean="0">
                <a:solidFill>
                  <a:schemeClr val="tx1"/>
                </a:solidFill>
                <a:latin typeface="Courier New"/>
                <a:cs typeface="Courier New"/>
              </a:rPr>
              <a:t>Set</a:t>
            </a:r>
          </a:p>
          <a:p>
            <a:pPr lvl="1">
              <a:buClr>
                <a:srgbClr val="336666"/>
              </a:buClr>
              <a:defRPr/>
            </a:pPr>
            <a:r>
              <a:rPr lang="fr-MA" sz="2000" b="1" dirty="0" err="1" smtClean="0">
                <a:solidFill>
                  <a:schemeClr val="tx1"/>
                </a:solidFill>
                <a:latin typeface="Courier New"/>
                <a:cs typeface="Courier New"/>
              </a:rPr>
              <a:t>ensemble_nombres</a:t>
            </a:r>
            <a:r>
              <a:rPr lang="fr-MA" sz="2000" b="1" dirty="0">
                <a:solidFill>
                  <a:schemeClr val="tx1"/>
                </a:solidFill>
                <a:latin typeface="Courier New"/>
                <a:cs typeface="Courier New"/>
              </a:rPr>
              <a:t>: Set[</a:t>
            </a:r>
            <a:r>
              <a:rPr lang="fr-MA" sz="2000" b="1" dirty="0" err="1">
                <a:solidFill>
                  <a:schemeClr val="tx1"/>
                </a:solidFill>
                <a:latin typeface="Courier New"/>
                <a:cs typeface="Courier New"/>
              </a:rPr>
              <a:t>int</a:t>
            </a:r>
            <a:r>
              <a:rPr lang="fr-MA" sz="2000" b="1" dirty="0">
                <a:solidFill>
                  <a:schemeClr val="tx1"/>
                </a:solidFill>
                <a:latin typeface="Courier New"/>
                <a:cs typeface="Courier New"/>
              </a:rPr>
              <a:t>] = {1, 2, 3</a:t>
            </a:r>
            <a:r>
              <a:rPr lang="fr-MA" sz="2000" b="1" dirty="0" smtClean="0">
                <a:solidFill>
                  <a:schemeClr val="tx1"/>
                </a:solidFill>
                <a:latin typeface="Courier New"/>
                <a:cs typeface="Courier New"/>
              </a:rPr>
              <a:t>}</a:t>
            </a:r>
          </a:p>
          <a:p>
            <a:pPr lvl="1">
              <a:buClr>
                <a:srgbClr val="336666"/>
              </a:buClr>
              <a:defRPr/>
            </a:pPr>
            <a:r>
              <a:rPr lang="fr-MA" sz="2000" b="1" dirty="0" smtClean="0">
                <a:solidFill>
                  <a:schemeClr val="tx1"/>
                </a:solidFill>
                <a:latin typeface="Courier New"/>
                <a:cs typeface="Courier New"/>
              </a:rPr>
              <a:t># </a:t>
            </a:r>
            <a:r>
              <a:rPr lang="fr-MA" sz="2000" b="1" dirty="0">
                <a:solidFill>
                  <a:schemeClr val="tx1"/>
                </a:solidFill>
                <a:latin typeface="Courier New"/>
                <a:cs typeface="Courier New"/>
              </a:rPr>
              <a:t>Vérifier l'appartenance à l'ensemble </a:t>
            </a:r>
            <a:endParaRPr lang="fr-MA" sz="2000" b="1" dirty="0" smtClean="0">
              <a:solidFill>
                <a:schemeClr val="tx1"/>
              </a:solidFill>
              <a:latin typeface="Courier New"/>
              <a:cs typeface="Courier New"/>
            </a:endParaRPr>
          </a:p>
          <a:p>
            <a:pPr lvl="1">
              <a:buClr>
                <a:srgbClr val="336666"/>
              </a:buClr>
              <a:defRPr/>
            </a:pPr>
            <a:r>
              <a:rPr lang="fr-MA" sz="2000" b="1" dirty="0" smtClean="0">
                <a:solidFill>
                  <a:schemeClr val="tx1"/>
                </a:solidFill>
                <a:latin typeface="Courier New"/>
                <a:cs typeface="Courier New"/>
              </a:rPr>
              <a:t>if </a:t>
            </a:r>
            <a:r>
              <a:rPr lang="fr-MA" sz="2000" b="1" dirty="0">
                <a:solidFill>
                  <a:schemeClr val="tx1"/>
                </a:solidFill>
                <a:latin typeface="Courier New"/>
                <a:cs typeface="Courier New"/>
              </a:rPr>
              <a:t>2 in </a:t>
            </a:r>
            <a:r>
              <a:rPr lang="fr-MA" sz="2000" b="1" dirty="0" err="1">
                <a:solidFill>
                  <a:schemeClr val="tx1"/>
                </a:solidFill>
                <a:latin typeface="Courier New"/>
                <a:cs typeface="Courier New"/>
              </a:rPr>
              <a:t>ensemble_nombres</a:t>
            </a:r>
            <a:r>
              <a:rPr lang="fr-MA" sz="2000" b="1" dirty="0">
                <a:solidFill>
                  <a:schemeClr val="tx1"/>
                </a:solidFill>
                <a:latin typeface="Courier New"/>
                <a:cs typeface="Courier New"/>
              </a:rPr>
              <a:t>: </a:t>
            </a:r>
            <a:endParaRPr lang="fr-MA" sz="2000" b="1" dirty="0" smtClean="0">
              <a:solidFill>
                <a:schemeClr val="tx1"/>
              </a:solidFill>
              <a:latin typeface="Courier New"/>
              <a:cs typeface="Courier New"/>
            </a:endParaRPr>
          </a:p>
          <a:p>
            <a:pPr lvl="1">
              <a:buClr>
                <a:srgbClr val="336666"/>
              </a:buClr>
              <a:defRPr/>
            </a:pPr>
            <a:r>
              <a:rPr lang="fr-MA" sz="2000" b="1" dirty="0">
                <a:solidFill>
                  <a:schemeClr val="tx1"/>
                </a:solidFill>
                <a:latin typeface="Courier New"/>
                <a:cs typeface="Courier New"/>
              </a:rPr>
              <a:t>	</a:t>
            </a:r>
            <a:r>
              <a:rPr lang="fr-MA" sz="2000" b="1" dirty="0" err="1" smtClean="0">
                <a:solidFill>
                  <a:schemeClr val="tx1"/>
                </a:solidFill>
                <a:latin typeface="Courier New"/>
                <a:cs typeface="Courier New"/>
              </a:rPr>
              <a:t>print</a:t>
            </a:r>
            <a:r>
              <a:rPr lang="fr-MA" sz="2000" b="1" dirty="0">
                <a:solidFill>
                  <a:schemeClr val="tx1"/>
                </a:solidFill>
                <a:latin typeface="Courier New"/>
                <a:cs typeface="Courier New"/>
              </a:rPr>
              <a:t>("Le nombre 2 est </a:t>
            </a:r>
            <a:r>
              <a:rPr lang="fr-MA" sz="2000" b="1" dirty="0" err="1" smtClean="0">
                <a:solidFill>
                  <a:schemeClr val="tx1"/>
                </a:solidFill>
                <a:latin typeface="Courier New"/>
                <a:cs typeface="Courier New"/>
              </a:rPr>
              <a:t>dansl'ensemble</a:t>
            </a:r>
            <a:r>
              <a:rPr lang="fr-MA" sz="2000" b="1" dirty="0">
                <a:solidFill>
                  <a:schemeClr val="tx1"/>
                </a:solidFill>
                <a:latin typeface="Courier New"/>
                <a:cs typeface="Courier New"/>
              </a:rPr>
              <a:t>.")</a:t>
            </a:r>
            <a:endParaRPr lang="fr-FR" sz="2000"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40970285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043608" y="1988840"/>
            <a:ext cx="7776864" cy="3416320"/>
          </a:xfrm>
          <a:prstGeom prst="rect">
            <a:avLst/>
          </a:prstGeom>
          <a:noFill/>
        </p:spPr>
        <p:txBody>
          <a:bodyPr wrap="square" rtlCol="0">
            <a:spAutoFit/>
          </a:bodyPr>
          <a:lstStyle/>
          <a:p>
            <a:r>
              <a:rPr lang="en-US" dirty="0" smtClean="0"/>
              <a:t>1 - </a:t>
            </a:r>
            <a:r>
              <a:rPr lang="en-US" dirty="0" err="1" smtClean="0"/>
              <a:t>Quel</a:t>
            </a:r>
            <a:r>
              <a:rPr lang="en-US" dirty="0" smtClean="0"/>
              <a:t> </a:t>
            </a:r>
            <a:r>
              <a:rPr lang="en-US" dirty="0" err="1"/>
              <a:t>est</a:t>
            </a:r>
            <a:r>
              <a:rPr lang="en-US" dirty="0"/>
              <a:t> le </a:t>
            </a:r>
            <a:r>
              <a:rPr lang="en-US" dirty="0" err="1"/>
              <a:t>résultat</a:t>
            </a:r>
            <a:r>
              <a:rPr lang="en-US" dirty="0"/>
              <a:t> </a:t>
            </a:r>
            <a:r>
              <a:rPr lang="en-US" dirty="0" smtClean="0"/>
              <a:t>?</a:t>
            </a:r>
          </a:p>
          <a:p>
            <a:endParaRPr lang="fr-FR" dirty="0"/>
          </a:p>
          <a:p>
            <a:r>
              <a:rPr lang="en-US" dirty="0"/>
              <a:t>s = {1, 2, 3, 3</a:t>
            </a:r>
            <a:r>
              <a:rPr lang="en-US" dirty="0" smtClean="0"/>
              <a:t>}</a:t>
            </a:r>
          </a:p>
          <a:p>
            <a:r>
              <a:rPr lang="en-US" dirty="0" smtClean="0"/>
              <a:t>print(s)</a:t>
            </a:r>
          </a:p>
          <a:p>
            <a:endParaRPr lang="en-US" dirty="0" smtClean="0"/>
          </a:p>
          <a:p>
            <a:endParaRPr lang="fr-FR" dirty="0"/>
          </a:p>
          <a:p>
            <a:r>
              <a:rPr lang="fr-MA" dirty="0" smtClean="0"/>
              <a:t>2 - Quelle </a:t>
            </a:r>
            <a:r>
              <a:rPr lang="fr-MA" dirty="0"/>
              <a:t>opération garde seulement les éléments communs à deux ensembles </a:t>
            </a:r>
            <a:r>
              <a:rPr lang="fr-MA" dirty="0" smtClean="0"/>
              <a:t>?</a:t>
            </a:r>
          </a:p>
          <a:p>
            <a:pPr marL="285750" indent="-285750">
              <a:buFontTx/>
              <a:buChar char="-"/>
            </a:pPr>
            <a:endParaRPr lang="fr-MA" dirty="0" smtClean="0"/>
          </a:p>
          <a:p>
            <a:pPr marL="342900" indent="-342900">
              <a:buAutoNum type="alphaLcParenR"/>
            </a:pPr>
            <a:r>
              <a:rPr lang="pt-BR" dirty="0" smtClean="0"/>
              <a:t>A </a:t>
            </a:r>
            <a:r>
              <a:rPr lang="pt-BR" dirty="0"/>
              <a:t>| </a:t>
            </a:r>
            <a:r>
              <a:rPr lang="pt-BR" dirty="0" smtClean="0"/>
              <a:t>B</a:t>
            </a:r>
          </a:p>
          <a:p>
            <a:pPr marL="342900" indent="-342900">
              <a:buAutoNum type="alphaLcParenR"/>
            </a:pPr>
            <a:r>
              <a:rPr lang="pt-BR" dirty="0" smtClean="0"/>
              <a:t>A – B</a:t>
            </a:r>
          </a:p>
          <a:p>
            <a:pPr marL="342900" indent="-342900">
              <a:buAutoNum type="alphaLcParenR"/>
            </a:pPr>
            <a:r>
              <a:rPr lang="pt-BR" dirty="0" smtClean="0"/>
              <a:t>A </a:t>
            </a:r>
            <a:r>
              <a:rPr lang="pt-BR" dirty="0"/>
              <a:t>&amp; </a:t>
            </a:r>
            <a:r>
              <a:rPr lang="pt-BR" dirty="0" smtClean="0"/>
              <a:t>B</a:t>
            </a:r>
          </a:p>
          <a:p>
            <a:endParaRPr lang="pt-BR" dirty="0" smtClean="0"/>
          </a:p>
        </p:txBody>
      </p:sp>
      <p:sp>
        <p:nvSpPr>
          <p:cNvPr id="3" name="ZoneTexte 2"/>
          <p:cNvSpPr txBox="1"/>
          <p:nvPr/>
        </p:nvSpPr>
        <p:spPr>
          <a:xfrm>
            <a:off x="2483768" y="908720"/>
            <a:ext cx="3312368" cy="369332"/>
          </a:xfrm>
          <a:prstGeom prst="rect">
            <a:avLst/>
          </a:prstGeom>
          <a:noFill/>
        </p:spPr>
        <p:txBody>
          <a:bodyPr wrap="square" rtlCol="0">
            <a:spAutoFit/>
          </a:bodyPr>
          <a:lstStyle/>
          <a:p>
            <a:pPr algn="ctr"/>
            <a:r>
              <a:rPr lang="fr-FR" b="1" dirty="0" smtClean="0">
                <a:solidFill>
                  <a:schemeClr val="accent2"/>
                </a:solidFill>
              </a:rPr>
              <a:t>QUESTIONS:</a:t>
            </a:r>
            <a:endParaRPr lang="en-US" b="1" dirty="0">
              <a:solidFill>
                <a:schemeClr val="accent2"/>
              </a:solidFill>
            </a:endParaRPr>
          </a:p>
        </p:txBody>
      </p:sp>
    </p:spTree>
    <p:extLst>
      <p:ext uri="{BB962C8B-B14F-4D97-AF65-F5344CB8AC3E}">
        <p14:creationId xmlns:p14="http://schemas.microsoft.com/office/powerpoint/2010/main" val="337342018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043608" y="1988840"/>
            <a:ext cx="7776864" cy="3970318"/>
          </a:xfrm>
          <a:prstGeom prst="rect">
            <a:avLst/>
          </a:prstGeom>
          <a:noFill/>
        </p:spPr>
        <p:txBody>
          <a:bodyPr wrap="square" rtlCol="0">
            <a:spAutoFit/>
          </a:bodyPr>
          <a:lstStyle/>
          <a:p>
            <a:r>
              <a:rPr lang="en-US" dirty="0" smtClean="0"/>
              <a:t>- </a:t>
            </a:r>
            <a:r>
              <a:rPr lang="en-US" dirty="0" err="1" smtClean="0"/>
              <a:t>Quel</a:t>
            </a:r>
            <a:r>
              <a:rPr lang="en-US" dirty="0" smtClean="0"/>
              <a:t> </a:t>
            </a:r>
            <a:r>
              <a:rPr lang="en-US" dirty="0" err="1"/>
              <a:t>est</a:t>
            </a:r>
            <a:r>
              <a:rPr lang="en-US" dirty="0"/>
              <a:t> le </a:t>
            </a:r>
            <a:r>
              <a:rPr lang="en-US" dirty="0" err="1"/>
              <a:t>résultat</a:t>
            </a:r>
            <a:r>
              <a:rPr lang="en-US" dirty="0"/>
              <a:t> </a:t>
            </a:r>
            <a:r>
              <a:rPr lang="en-US" dirty="0" smtClean="0"/>
              <a:t>?</a:t>
            </a:r>
          </a:p>
          <a:p>
            <a:endParaRPr lang="fr-FR" dirty="0"/>
          </a:p>
          <a:p>
            <a:r>
              <a:rPr lang="en-US" dirty="0"/>
              <a:t>s = {1, 2, 3, 3</a:t>
            </a:r>
            <a:r>
              <a:rPr lang="en-US" dirty="0" smtClean="0"/>
              <a:t>}</a:t>
            </a:r>
          </a:p>
          <a:p>
            <a:r>
              <a:rPr lang="en-US" dirty="0" smtClean="0"/>
              <a:t>print(s)</a:t>
            </a:r>
          </a:p>
          <a:p>
            <a:endParaRPr lang="fr-FR" dirty="0"/>
          </a:p>
          <a:p>
            <a:r>
              <a:rPr lang="fr-MA" b="1" u="sng" dirty="0"/>
              <a:t>{1, 2, 3} (les doublons sont supprimés)</a:t>
            </a:r>
            <a:endParaRPr lang="en-US" b="1" u="sng" dirty="0" smtClean="0"/>
          </a:p>
          <a:p>
            <a:endParaRPr lang="fr-FR" dirty="0"/>
          </a:p>
          <a:p>
            <a:pPr marL="285750" indent="-285750">
              <a:buFontTx/>
              <a:buChar char="-"/>
            </a:pPr>
            <a:r>
              <a:rPr lang="fr-MA" dirty="0" smtClean="0"/>
              <a:t>Quelle </a:t>
            </a:r>
            <a:r>
              <a:rPr lang="fr-MA" dirty="0"/>
              <a:t>opération garde seulement les éléments communs à deux ensembles </a:t>
            </a:r>
            <a:r>
              <a:rPr lang="fr-MA" dirty="0" smtClean="0"/>
              <a:t>?</a:t>
            </a:r>
          </a:p>
          <a:p>
            <a:pPr marL="285750" indent="-285750">
              <a:buFontTx/>
              <a:buChar char="-"/>
            </a:pPr>
            <a:endParaRPr lang="fr-MA" dirty="0" smtClean="0"/>
          </a:p>
          <a:p>
            <a:pPr marL="342900" indent="-342900">
              <a:buAutoNum type="alphaLcParenR"/>
            </a:pPr>
            <a:r>
              <a:rPr lang="pt-BR" dirty="0" smtClean="0"/>
              <a:t>A </a:t>
            </a:r>
            <a:r>
              <a:rPr lang="pt-BR" dirty="0"/>
              <a:t>| </a:t>
            </a:r>
            <a:r>
              <a:rPr lang="pt-BR" dirty="0" smtClean="0"/>
              <a:t>B</a:t>
            </a:r>
          </a:p>
          <a:p>
            <a:pPr marL="342900" indent="-342900">
              <a:buAutoNum type="alphaLcParenR"/>
            </a:pPr>
            <a:r>
              <a:rPr lang="pt-BR" dirty="0" smtClean="0"/>
              <a:t>A – B</a:t>
            </a:r>
          </a:p>
          <a:p>
            <a:pPr marL="342900" indent="-342900">
              <a:buAutoNum type="alphaLcParenR"/>
            </a:pPr>
            <a:r>
              <a:rPr lang="pt-BR" dirty="0" smtClean="0"/>
              <a:t>A </a:t>
            </a:r>
            <a:r>
              <a:rPr lang="pt-BR" dirty="0"/>
              <a:t>&amp; </a:t>
            </a:r>
            <a:r>
              <a:rPr lang="pt-BR" dirty="0" smtClean="0"/>
              <a:t>B</a:t>
            </a:r>
          </a:p>
          <a:p>
            <a:endParaRPr lang="pt-BR" dirty="0" smtClean="0"/>
          </a:p>
          <a:p>
            <a:r>
              <a:rPr lang="en-US" b="1" u="sng" dirty="0"/>
              <a:t>c) (intersection)</a:t>
            </a:r>
          </a:p>
        </p:txBody>
      </p:sp>
      <p:sp>
        <p:nvSpPr>
          <p:cNvPr id="4" name="ZoneTexte 3"/>
          <p:cNvSpPr txBox="1"/>
          <p:nvPr/>
        </p:nvSpPr>
        <p:spPr>
          <a:xfrm>
            <a:off x="2483768" y="908720"/>
            <a:ext cx="3312368" cy="369332"/>
          </a:xfrm>
          <a:prstGeom prst="rect">
            <a:avLst/>
          </a:prstGeom>
          <a:noFill/>
        </p:spPr>
        <p:txBody>
          <a:bodyPr wrap="square" rtlCol="0">
            <a:spAutoFit/>
          </a:bodyPr>
          <a:lstStyle/>
          <a:p>
            <a:pPr algn="ctr"/>
            <a:r>
              <a:rPr lang="fr-FR" b="1" dirty="0" smtClean="0">
                <a:solidFill>
                  <a:schemeClr val="accent2"/>
                </a:solidFill>
              </a:rPr>
              <a:t>REPONSES:</a:t>
            </a:r>
            <a:endParaRPr lang="en-US" b="1" dirty="0">
              <a:solidFill>
                <a:schemeClr val="accent2"/>
              </a:solidFill>
            </a:endParaRPr>
          </a:p>
        </p:txBody>
      </p:sp>
    </p:spTree>
    <p:extLst>
      <p:ext uri="{BB962C8B-B14F-4D97-AF65-F5344CB8AC3E}">
        <p14:creationId xmlns:p14="http://schemas.microsoft.com/office/powerpoint/2010/main" val="215588353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648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48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9" name="Rectangle 8"/>
          <p:cNvSpPr/>
          <p:nvPr/>
        </p:nvSpPr>
        <p:spPr>
          <a:xfrm>
            <a:off x="571500" y="1000125"/>
            <a:ext cx="8358188" cy="5016758"/>
          </a:xfrm>
          <a:prstGeom prst="rect">
            <a:avLst/>
          </a:prstGeom>
        </p:spPr>
        <p:txBody>
          <a:bodyPr>
            <a:spAutoFit/>
          </a:bodyPr>
          <a:lstStyle/>
          <a:p>
            <a:pPr eaLnBrk="1" hangingPunct="1">
              <a:spcBef>
                <a:spcPct val="50000"/>
              </a:spcBef>
              <a:buClr>
                <a:srgbClr val="336666"/>
              </a:buClr>
              <a:buFont typeface="Wingdings" pitchFamily="2" charset="2"/>
              <a:buNone/>
              <a:defRPr/>
            </a:pPr>
            <a:r>
              <a:rPr lang="fr-MA" b="1" dirty="0" smtClean="0">
                <a:solidFill>
                  <a:srgbClr val="FF0000"/>
                </a:solidFill>
                <a:latin typeface="+mn-lt"/>
              </a:rPr>
              <a:t>Présentation</a:t>
            </a:r>
            <a:endParaRPr lang="fr-FR" b="1" dirty="0">
              <a:solidFill>
                <a:srgbClr val="FF0000"/>
              </a:solidFill>
              <a:latin typeface="+mn-lt"/>
            </a:endParaRPr>
          </a:p>
          <a:p>
            <a:pPr indent="177800" algn="just" eaLnBrk="1" hangingPunct="1">
              <a:lnSpc>
                <a:spcPct val="150000"/>
              </a:lnSpc>
              <a:spcBef>
                <a:spcPct val="50000"/>
              </a:spcBef>
              <a:buClr>
                <a:srgbClr val="336666"/>
              </a:buClr>
              <a:buFont typeface="Wingdings" pitchFamily="2" charset="2"/>
              <a:buChar char="§"/>
              <a:defRPr/>
            </a:pPr>
            <a:r>
              <a:rPr lang="fr-FR" dirty="0" smtClean="0">
                <a:latin typeface="+mn-lt"/>
              </a:rPr>
              <a:t>Un </a:t>
            </a:r>
            <a:r>
              <a:rPr lang="fr-FR" dirty="0">
                <a:latin typeface="+mn-lt"/>
              </a:rPr>
              <a:t>autre </a:t>
            </a:r>
            <a:r>
              <a:rPr lang="fr-FR" dirty="0">
                <a:solidFill>
                  <a:srgbClr val="0000FF"/>
                </a:solidFill>
                <a:latin typeface="+mn-lt"/>
              </a:rPr>
              <a:t>type de donnée </a:t>
            </a:r>
            <a:r>
              <a:rPr lang="fr-FR" dirty="0">
                <a:latin typeface="+mn-lt"/>
              </a:rPr>
              <a:t>très utile, natif dans Python, est le </a:t>
            </a:r>
            <a:r>
              <a:rPr lang="fr-FR" dirty="0" smtClean="0">
                <a:solidFill>
                  <a:srgbClr val="0000FF"/>
                </a:solidFill>
                <a:latin typeface="+mn-lt"/>
              </a:rPr>
              <a:t>dictionnaire</a:t>
            </a:r>
            <a:r>
              <a:rPr lang="fr-FR" dirty="0" smtClean="0">
                <a:latin typeface="+mn-lt"/>
              </a:rPr>
              <a:t>. </a:t>
            </a:r>
          </a:p>
          <a:p>
            <a:pPr indent="177800" algn="just" eaLnBrk="1" hangingPunct="1">
              <a:lnSpc>
                <a:spcPct val="150000"/>
              </a:lnSpc>
              <a:spcBef>
                <a:spcPct val="50000"/>
              </a:spcBef>
              <a:buClr>
                <a:srgbClr val="336666"/>
              </a:buClr>
              <a:buFont typeface="Wingdings" pitchFamily="2" charset="2"/>
              <a:buChar char="§"/>
              <a:defRPr/>
            </a:pPr>
            <a:r>
              <a:rPr lang="fr-FR" dirty="0" smtClean="0">
                <a:latin typeface="+mn-lt"/>
              </a:rPr>
              <a:t>Ces </a:t>
            </a:r>
            <a:r>
              <a:rPr lang="fr-FR" dirty="0">
                <a:solidFill>
                  <a:srgbClr val="0000FF"/>
                </a:solidFill>
                <a:latin typeface="+mn-lt"/>
              </a:rPr>
              <a:t>dictionnaires</a:t>
            </a:r>
            <a:r>
              <a:rPr lang="fr-FR" dirty="0">
                <a:latin typeface="+mn-lt"/>
              </a:rPr>
              <a:t> sont parfois présents dans </a:t>
            </a:r>
            <a:r>
              <a:rPr lang="fr-FR" dirty="0">
                <a:solidFill>
                  <a:srgbClr val="0000FF"/>
                </a:solidFill>
                <a:latin typeface="+mn-lt"/>
              </a:rPr>
              <a:t>d'autres langages </a:t>
            </a:r>
            <a:r>
              <a:rPr lang="fr-FR" dirty="0">
                <a:latin typeface="+mn-lt"/>
              </a:rPr>
              <a:t>sous le nom de « </a:t>
            </a:r>
            <a:r>
              <a:rPr lang="fr-FR" dirty="0">
                <a:solidFill>
                  <a:srgbClr val="0000FF"/>
                </a:solidFill>
                <a:latin typeface="+mn-lt"/>
              </a:rPr>
              <a:t>mémoires associatives </a:t>
            </a:r>
            <a:r>
              <a:rPr lang="fr-FR" dirty="0">
                <a:latin typeface="+mn-lt"/>
              </a:rPr>
              <a:t>» ou de « </a:t>
            </a:r>
            <a:r>
              <a:rPr lang="fr-FR" dirty="0">
                <a:solidFill>
                  <a:srgbClr val="0000FF"/>
                </a:solidFill>
                <a:latin typeface="+mn-lt"/>
              </a:rPr>
              <a:t>tableaux associatifs </a:t>
            </a:r>
            <a:r>
              <a:rPr lang="fr-FR" dirty="0">
                <a:latin typeface="+mn-lt"/>
              </a:rPr>
              <a:t>». </a:t>
            </a:r>
            <a:endParaRPr lang="fr-FR" dirty="0" smtClean="0">
              <a:latin typeface="+mn-lt"/>
            </a:endParaRPr>
          </a:p>
          <a:p>
            <a:pPr indent="177800" algn="just" eaLnBrk="1" hangingPunct="1">
              <a:lnSpc>
                <a:spcPct val="150000"/>
              </a:lnSpc>
              <a:spcBef>
                <a:spcPct val="50000"/>
              </a:spcBef>
              <a:buClr>
                <a:srgbClr val="336666"/>
              </a:buClr>
              <a:buFont typeface="Wingdings" pitchFamily="2" charset="2"/>
              <a:buChar char="§"/>
              <a:defRPr/>
            </a:pPr>
            <a:r>
              <a:rPr lang="fr-FR" dirty="0" smtClean="0">
                <a:latin typeface="+mn-lt"/>
              </a:rPr>
              <a:t>À </a:t>
            </a:r>
            <a:r>
              <a:rPr lang="fr-FR" dirty="0">
                <a:latin typeface="+mn-lt"/>
              </a:rPr>
              <a:t>la différence des</a:t>
            </a:r>
            <a:r>
              <a:rPr lang="fr-FR" dirty="0">
                <a:solidFill>
                  <a:srgbClr val="0000FF"/>
                </a:solidFill>
                <a:latin typeface="+mn-lt"/>
              </a:rPr>
              <a:t> séquences</a:t>
            </a:r>
            <a:r>
              <a:rPr lang="fr-FR" dirty="0">
                <a:latin typeface="+mn-lt"/>
              </a:rPr>
              <a:t>, qui sont </a:t>
            </a:r>
            <a:r>
              <a:rPr lang="fr-FR" dirty="0">
                <a:solidFill>
                  <a:srgbClr val="0000FF"/>
                </a:solidFill>
                <a:latin typeface="+mn-lt"/>
              </a:rPr>
              <a:t>indexées par des nombres</a:t>
            </a:r>
            <a:r>
              <a:rPr lang="fr-FR" dirty="0">
                <a:latin typeface="+mn-lt"/>
              </a:rPr>
              <a:t>, les </a:t>
            </a:r>
            <a:r>
              <a:rPr lang="fr-FR" dirty="0">
                <a:solidFill>
                  <a:srgbClr val="0000FF"/>
                </a:solidFill>
                <a:latin typeface="+mn-lt"/>
              </a:rPr>
              <a:t>dictionnaires</a:t>
            </a:r>
            <a:r>
              <a:rPr lang="fr-FR" dirty="0">
                <a:latin typeface="+mn-lt"/>
              </a:rPr>
              <a:t> sont </a:t>
            </a:r>
            <a:r>
              <a:rPr lang="fr-FR" dirty="0">
                <a:solidFill>
                  <a:srgbClr val="0000FF"/>
                </a:solidFill>
                <a:latin typeface="+mn-lt"/>
              </a:rPr>
              <a:t>indexés</a:t>
            </a:r>
            <a:r>
              <a:rPr lang="fr-FR" dirty="0">
                <a:latin typeface="+mn-lt"/>
              </a:rPr>
              <a:t> par des </a:t>
            </a:r>
            <a:r>
              <a:rPr lang="fr-FR" dirty="0">
                <a:solidFill>
                  <a:srgbClr val="0000FF"/>
                </a:solidFill>
                <a:latin typeface="+mn-lt"/>
              </a:rPr>
              <a:t>clés</a:t>
            </a:r>
            <a:r>
              <a:rPr lang="fr-FR" dirty="0">
                <a:latin typeface="+mn-lt"/>
              </a:rPr>
              <a:t>, qui peuvent être de </a:t>
            </a:r>
            <a:r>
              <a:rPr lang="fr-FR" dirty="0">
                <a:solidFill>
                  <a:srgbClr val="0000FF"/>
                </a:solidFill>
                <a:latin typeface="+mn-lt"/>
              </a:rPr>
              <a:t>n'importe quel type immuable </a:t>
            </a:r>
            <a:r>
              <a:rPr lang="fr-FR" dirty="0">
                <a:latin typeface="+mn-lt"/>
              </a:rPr>
              <a:t>; les </a:t>
            </a:r>
            <a:r>
              <a:rPr lang="fr-FR" dirty="0">
                <a:solidFill>
                  <a:srgbClr val="0000FF"/>
                </a:solidFill>
                <a:latin typeface="+mn-lt"/>
              </a:rPr>
              <a:t>chaînes de caractères </a:t>
            </a:r>
            <a:r>
              <a:rPr lang="fr-FR" dirty="0">
                <a:latin typeface="+mn-lt"/>
              </a:rPr>
              <a:t>et </a:t>
            </a:r>
            <a:r>
              <a:rPr lang="fr-FR" dirty="0">
                <a:solidFill>
                  <a:srgbClr val="0000FF"/>
                </a:solidFill>
                <a:latin typeface="+mn-lt"/>
              </a:rPr>
              <a:t>les nombres </a:t>
            </a:r>
            <a:r>
              <a:rPr lang="fr-FR" dirty="0">
                <a:latin typeface="+mn-lt"/>
              </a:rPr>
              <a:t>peuvent toujours être </a:t>
            </a:r>
            <a:r>
              <a:rPr lang="fr-FR" dirty="0">
                <a:solidFill>
                  <a:srgbClr val="0000FF"/>
                </a:solidFill>
                <a:latin typeface="+mn-lt"/>
              </a:rPr>
              <a:t>des clés</a:t>
            </a:r>
            <a:r>
              <a:rPr lang="fr-FR" dirty="0">
                <a:latin typeface="+mn-lt"/>
              </a:rPr>
              <a:t>.</a:t>
            </a:r>
            <a:endParaRPr lang="en-US" dirty="0">
              <a:latin typeface="+mn-lt"/>
            </a:endParaRPr>
          </a:p>
          <a:p>
            <a:pPr eaLnBrk="1" hangingPunct="1">
              <a:spcBef>
                <a:spcPct val="50000"/>
              </a:spcBef>
              <a:buClr>
                <a:srgbClr val="336666"/>
              </a:buClr>
              <a:buFont typeface="Wingdings" pitchFamily="2" charset="2"/>
              <a:buNone/>
              <a:defRPr/>
            </a:pPr>
            <a:endParaRPr lang="fr-FR" dirty="0"/>
          </a:p>
        </p:txBody>
      </p:sp>
    </p:spTree>
    <p:custDataLst>
      <p:tags r:id="rId1"/>
    </p:custDataLst>
    <p:extLst>
      <p:ext uri="{BB962C8B-B14F-4D97-AF65-F5344CB8AC3E}">
        <p14:creationId xmlns:p14="http://schemas.microsoft.com/office/powerpoint/2010/main" val="3025728429"/>
      </p:ext>
    </p:extLst>
  </p:cSld>
  <p:clrMapOvr>
    <a:masterClrMapping/>
  </p:clrMapOvr>
  <p:transition>
    <p:wip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648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48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9" name="Rectangle 8"/>
          <p:cNvSpPr/>
          <p:nvPr/>
        </p:nvSpPr>
        <p:spPr>
          <a:xfrm>
            <a:off x="571500" y="908650"/>
            <a:ext cx="8358188" cy="5940088"/>
          </a:xfrm>
          <a:prstGeom prst="rect">
            <a:avLst/>
          </a:prstGeom>
        </p:spPr>
        <p:txBody>
          <a:bodyPr>
            <a:spAutoFit/>
          </a:bodyPr>
          <a:lstStyle/>
          <a:p>
            <a:pPr eaLnBrk="1" hangingPunct="1">
              <a:spcBef>
                <a:spcPct val="50000"/>
              </a:spcBef>
              <a:buClr>
                <a:srgbClr val="336666"/>
              </a:buClr>
              <a:buFont typeface="Wingdings" pitchFamily="2" charset="2"/>
              <a:buNone/>
              <a:defRPr/>
            </a:pPr>
            <a:r>
              <a:rPr lang="fr-FR" b="1" dirty="0">
                <a:solidFill>
                  <a:srgbClr val="FF0000"/>
                </a:solidFill>
                <a:latin typeface="+mn-lt"/>
              </a:rPr>
              <a:t>Principe</a:t>
            </a:r>
          </a:p>
          <a:p>
            <a:pPr indent="177800" algn="just" eaLnBrk="1" hangingPunct="1">
              <a:lnSpc>
                <a:spcPct val="150000"/>
              </a:lnSpc>
              <a:spcBef>
                <a:spcPct val="50000"/>
              </a:spcBef>
              <a:buClr>
                <a:srgbClr val="336666"/>
              </a:buClr>
              <a:buFont typeface="Wingdings" pitchFamily="2" charset="2"/>
              <a:buChar char="§"/>
              <a:defRPr/>
            </a:pPr>
            <a:r>
              <a:rPr lang="en-US" dirty="0">
                <a:latin typeface="+mn-lt"/>
              </a:rPr>
              <a:t>Un </a:t>
            </a:r>
            <a:r>
              <a:rPr lang="en-US" dirty="0" err="1">
                <a:latin typeface="+mn-lt"/>
              </a:rPr>
              <a:t>dictionnaire</a:t>
            </a:r>
            <a:r>
              <a:rPr lang="en-US" dirty="0">
                <a:latin typeface="+mn-lt"/>
              </a:rPr>
              <a:t> </a:t>
            </a:r>
            <a:r>
              <a:rPr lang="en-US" dirty="0" err="1">
                <a:latin typeface="+mn-lt"/>
              </a:rPr>
              <a:t>est</a:t>
            </a:r>
            <a:r>
              <a:rPr lang="en-US" dirty="0">
                <a:latin typeface="+mn-lt"/>
              </a:rPr>
              <a:t> </a:t>
            </a:r>
            <a:r>
              <a:rPr lang="en-US" dirty="0" err="1">
                <a:latin typeface="+mn-lt"/>
              </a:rPr>
              <a:t>une</a:t>
            </a:r>
            <a:r>
              <a:rPr lang="en-US" dirty="0">
                <a:latin typeface="+mn-lt"/>
              </a:rPr>
              <a:t> structure de </a:t>
            </a:r>
            <a:r>
              <a:rPr lang="en-US" dirty="0" err="1">
                <a:latin typeface="+mn-lt"/>
              </a:rPr>
              <a:t>données</a:t>
            </a:r>
            <a:r>
              <a:rPr lang="en-US" dirty="0">
                <a:latin typeface="+mn-lt"/>
              </a:rPr>
              <a:t> </a:t>
            </a:r>
            <a:r>
              <a:rPr lang="en-US" b="1" dirty="0">
                <a:solidFill>
                  <a:srgbClr val="0000FF"/>
                </a:solidFill>
                <a:latin typeface="+mn-lt"/>
              </a:rPr>
              <a:t>non</a:t>
            </a:r>
            <a:r>
              <a:rPr lang="en-US" dirty="0">
                <a:latin typeface="+mn-lt"/>
              </a:rPr>
              <a:t> </a:t>
            </a:r>
            <a:r>
              <a:rPr lang="en-US" b="1" dirty="0" err="1">
                <a:solidFill>
                  <a:srgbClr val="0000FF"/>
                </a:solidFill>
                <a:latin typeface="+mn-lt"/>
              </a:rPr>
              <a:t>séquentielle</a:t>
            </a:r>
            <a:r>
              <a:rPr lang="en-US" dirty="0">
                <a:latin typeface="+mn-lt"/>
              </a:rPr>
              <a:t>, </a:t>
            </a:r>
            <a:r>
              <a:rPr lang="en-US" b="1" dirty="0" err="1">
                <a:solidFill>
                  <a:srgbClr val="0000FF"/>
                </a:solidFill>
                <a:latin typeface="+mn-lt"/>
              </a:rPr>
              <a:t>muable</a:t>
            </a:r>
            <a:r>
              <a:rPr lang="en-US" dirty="0">
                <a:latin typeface="+mn-lt"/>
              </a:rPr>
              <a:t>, </a:t>
            </a:r>
            <a:r>
              <a:rPr lang="en-US" dirty="0" err="1">
                <a:latin typeface="+mn-lt"/>
              </a:rPr>
              <a:t>permettant</a:t>
            </a:r>
            <a:r>
              <a:rPr lang="en-US" dirty="0">
                <a:latin typeface="+mn-lt"/>
              </a:rPr>
              <a:t> de </a:t>
            </a:r>
            <a:r>
              <a:rPr lang="en-US" dirty="0" err="1">
                <a:latin typeface="+mn-lt"/>
              </a:rPr>
              <a:t>mémoriser</a:t>
            </a:r>
            <a:r>
              <a:rPr lang="en-US" dirty="0">
                <a:latin typeface="+mn-lt"/>
              </a:rPr>
              <a:t> des couples </a:t>
            </a:r>
            <a:r>
              <a:rPr lang="en-US" b="1" dirty="0" err="1">
                <a:solidFill>
                  <a:srgbClr val="0000FF"/>
                </a:solidFill>
                <a:latin typeface="+mn-lt"/>
              </a:rPr>
              <a:t>clé</a:t>
            </a:r>
            <a:r>
              <a:rPr lang="en-US" b="1" dirty="0">
                <a:solidFill>
                  <a:srgbClr val="0000FF"/>
                </a:solidFill>
                <a:latin typeface="+mn-lt"/>
              </a:rPr>
              <a:t> : </a:t>
            </a:r>
            <a:r>
              <a:rPr lang="en-US" b="1" dirty="0" err="1">
                <a:solidFill>
                  <a:srgbClr val="0000FF"/>
                </a:solidFill>
                <a:latin typeface="+mn-lt"/>
              </a:rPr>
              <a:t>valeur</a:t>
            </a:r>
            <a:r>
              <a:rPr lang="en-US" dirty="0">
                <a:latin typeface="+mn-lt"/>
              </a:rPr>
              <a:t>.</a:t>
            </a:r>
          </a:p>
          <a:p>
            <a:pPr indent="177800" algn="just" eaLnBrk="1" hangingPunct="1">
              <a:lnSpc>
                <a:spcPct val="150000"/>
              </a:lnSpc>
              <a:spcBef>
                <a:spcPct val="50000"/>
              </a:spcBef>
              <a:buClr>
                <a:srgbClr val="336666"/>
              </a:buClr>
              <a:buFont typeface="Wingdings" pitchFamily="2" charset="2"/>
              <a:buChar char="§"/>
              <a:defRPr/>
            </a:pPr>
            <a:r>
              <a:rPr lang="en-US" dirty="0" err="1">
                <a:latin typeface="+mn-lt"/>
              </a:rPr>
              <a:t>L</a:t>
            </a:r>
            <a:r>
              <a:rPr lang="en-US" altLang="fr-FR" dirty="0" err="1">
                <a:latin typeface="+mn-lt"/>
              </a:rPr>
              <a:t>’</a:t>
            </a:r>
            <a:r>
              <a:rPr lang="en-US" dirty="0" err="1">
                <a:latin typeface="+mn-lt"/>
              </a:rPr>
              <a:t>accès</a:t>
            </a:r>
            <a:r>
              <a:rPr lang="en-US" dirty="0">
                <a:latin typeface="+mn-lt"/>
              </a:rPr>
              <a:t> à </a:t>
            </a:r>
            <a:r>
              <a:rPr lang="en-US" dirty="0" err="1">
                <a:latin typeface="+mn-lt"/>
              </a:rPr>
              <a:t>une</a:t>
            </a:r>
            <a:r>
              <a:rPr lang="en-US" dirty="0">
                <a:latin typeface="+mn-lt"/>
              </a:rPr>
              <a:t> </a:t>
            </a:r>
            <a:r>
              <a:rPr lang="en-US" b="1" dirty="0" err="1">
                <a:solidFill>
                  <a:srgbClr val="0000FF"/>
                </a:solidFill>
                <a:latin typeface="+mn-lt"/>
              </a:rPr>
              <a:t>valeur</a:t>
            </a:r>
            <a:r>
              <a:rPr lang="en-US" b="1" dirty="0">
                <a:solidFill>
                  <a:srgbClr val="0000FF"/>
                </a:solidFill>
                <a:latin typeface="+mn-lt"/>
              </a:rPr>
              <a:t> </a:t>
            </a:r>
            <a:r>
              <a:rPr lang="en-US" dirty="0">
                <a:latin typeface="+mn-lt"/>
              </a:rPr>
              <a:t>se fait via </a:t>
            </a:r>
            <a:r>
              <a:rPr lang="en-US" dirty="0" err="1">
                <a:latin typeface="+mn-lt"/>
              </a:rPr>
              <a:t>sa</a:t>
            </a:r>
            <a:r>
              <a:rPr lang="en-US" dirty="0">
                <a:latin typeface="+mn-lt"/>
              </a:rPr>
              <a:t> </a:t>
            </a:r>
            <a:r>
              <a:rPr lang="en-US" b="1" dirty="0" err="1">
                <a:solidFill>
                  <a:srgbClr val="0000FF"/>
                </a:solidFill>
                <a:latin typeface="+mn-lt"/>
              </a:rPr>
              <a:t>clé</a:t>
            </a:r>
            <a:r>
              <a:rPr lang="en-US" dirty="0">
                <a:latin typeface="+mn-lt"/>
              </a:rPr>
              <a:t>.</a:t>
            </a:r>
          </a:p>
          <a:p>
            <a:pPr indent="177800" algn="just" eaLnBrk="1" hangingPunct="1">
              <a:lnSpc>
                <a:spcPct val="150000"/>
              </a:lnSpc>
              <a:spcBef>
                <a:spcPct val="50000"/>
              </a:spcBef>
              <a:buClr>
                <a:srgbClr val="336666"/>
              </a:buClr>
              <a:buFont typeface="Wingdings" pitchFamily="2" charset="2"/>
              <a:buChar char="§"/>
              <a:defRPr/>
            </a:pPr>
            <a:r>
              <a:rPr lang="en-US" dirty="0">
                <a:latin typeface="+mn-lt"/>
              </a:rPr>
              <a:t>Les </a:t>
            </a:r>
            <a:r>
              <a:rPr lang="en-US" b="1" dirty="0" err="1">
                <a:solidFill>
                  <a:srgbClr val="0000FF"/>
                </a:solidFill>
                <a:latin typeface="+mn-lt"/>
              </a:rPr>
              <a:t>clés</a:t>
            </a:r>
            <a:r>
              <a:rPr lang="en-US" dirty="0">
                <a:latin typeface="+mn-lt"/>
              </a:rPr>
              <a:t> </a:t>
            </a:r>
            <a:r>
              <a:rPr lang="en-US" dirty="0" err="1">
                <a:latin typeface="+mn-lt"/>
              </a:rPr>
              <a:t>doivent</a:t>
            </a:r>
            <a:r>
              <a:rPr lang="en-US" dirty="0">
                <a:latin typeface="+mn-lt"/>
              </a:rPr>
              <a:t> </a:t>
            </a:r>
            <a:r>
              <a:rPr lang="en-US" dirty="0" err="1">
                <a:latin typeface="+mn-lt"/>
              </a:rPr>
              <a:t>nécessairement</a:t>
            </a:r>
            <a:r>
              <a:rPr lang="en-US" dirty="0">
                <a:latin typeface="+mn-lt"/>
              </a:rPr>
              <a:t> </a:t>
            </a:r>
            <a:r>
              <a:rPr lang="en-US" dirty="0" err="1">
                <a:latin typeface="+mn-lt"/>
              </a:rPr>
              <a:t>être</a:t>
            </a:r>
            <a:r>
              <a:rPr lang="en-US" dirty="0">
                <a:latin typeface="+mn-lt"/>
              </a:rPr>
              <a:t> d</a:t>
            </a:r>
            <a:r>
              <a:rPr lang="en-US" altLang="fr-FR" dirty="0">
                <a:latin typeface="+mn-lt"/>
              </a:rPr>
              <a:t>’</a:t>
            </a:r>
            <a:r>
              <a:rPr lang="en-US" dirty="0">
                <a:latin typeface="+mn-lt"/>
              </a:rPr>
              <a:t>un type </a:t>
            </a:r>
            <a:r>
              <a:rPr lang="en-US" b="1" dirty="0" err="1">
                <a:solidFill>
                  <a:srgbClr val="0000FF"/>
                </a:solidFill>
                <a:latin typeface="+mn-lt"/>
              </a:rPr>
              <a:t>immuable</a:t>
            </a:r>
            <a:r>
              <a:rPr lang="en-US" dirty="0">
                <a:latin typeface="+mn-lt"/>
              </a:rPr>
              <a:t> (</a:t>
            </a:r>
            <a:r>
              <a:rPr lang="en-US" dirty="0" err="1">
                <a:latin typeface="+mn-lt"/>
              </a:rPr>
              <a:t>int</a:t>
            </a:r>
            <a:r>
              <a:rPr lang="en-US" dirty="0">
                <a:latin typeface="+mn-lt"/>
              </a:rPr>
              <a:t>, </a:t>
            </a:r>
            <a:r>
              <a:rPr lang="en-US" dirty="0" err="1">
                <a:latin typeface="+mn-lt"/>
              </a:rPr>
              <a:t>str</a:t>
            </a:r>
            <a:r>
              <a:rPr lang="en-US" dirty="0">
                <a:latin typeface="+mn-lt"/>
              </a:rPr>
              <a:t>, t-</a:t>
            </a:r>
            <a:r>
              <a:rPr lang="en-US" dirty="0" err="1">
                <a:latin typeface="+mn-lt"/>
              </a:rPr>
              <a:t>uple,etc</a:t>
            </a:r>
            <a:r>
              <a:rPr lang="en-US" dirty="0">
                <a:latin typeface="+mn-lt"/>
              </a:rPr>
              <a:t>.) et </a:t>
            </a:r>
            <a:r>
              <a:rPr lang="en-US" dirty="0" err="1">
                <a:latin typeface="+mn-lt"/>
              </a:rPr>
              <a:t>sont</a:t>
            </a:r>
            <a:r>
              <a:rPr lang="en-US" dirty="0">
                <a:latin typeface="+mn-lt"/>
              </a:rPr>
              <a:t> </a:t>
            </a:r>
            <a:r>
              <a:rPr lang="en-US" dirty="0" err="1">
                <a:latin typeface="+mn-lt"/>
              </a:rPr>
              <a:t>toutes</a:t>
            </a:r>
            <a:r>
              <a:rPr lang="en-US" dirty="0">
                <a:latin typeface="+mn-lt"/>
              </a:rPr>
              <a:t> </a:t>
            </a:r>
            <a:r>
              <a:rPr lang="en-US" b="1" dirty="0" err="1">
                <a:solidFill>
                  <a:srgbClr val="0000FF"/>
                </a:solidFill>
                <a:latin typeface="+mn-lt"/>
              </a:rPr>
              <a:t>différentes</a:t>
            </a:r>
            <a:r>
              <a:rPr lang="en-US" dirty="0">
                <a:latin typeface="+mn-lt"/>
              </a:rPr>
              <a:t>.</a:t>
            </a:r>
          </a:p>
          <a:p>
            <a:pPr indent="177800" algn="just" eaLnBrk="1" hangingPunct="1">
              <a:lnSpc>
                <a:spcPct val="150000"/>
              </a:lnSpc>
              <a:spcBef>
                <a:spcPct val="50000"/>
              </a:spcBef>
              <a:buClr>
                <a:srgbClr val="336666"/>
              </a:buClr>
              <a:buFont typeface="Wingdings" pitchFamily="2" charset="2"/>
              <a:buChar char="§"/>
              <a:defRPr/>
            </a:pPr>
            <a:r>
              <a:rPr lang="en-US" dirty="0">
                <a:latin typeface="+mn-lt"/>
              </a:rPr>
              <a:t>Les </a:t>
            </a:r>
            <a:r>
              <a:rPr lang="en-US" dirty="0" err="1">
                <a:latin typeface="+mn-lt"/>
              </a:rPr>
              <a:t>valeurs</a:t>
            </a:r>
            <a:r>
              <a:rPr lang="en-US" dirty="0">
                <a:latin typeface="+mn-lt"/>
              </a:rPr>
              <a:t> </a:t>
            </a:r>
            <a:r>
              <a:rPr lang="en-US" dirty="0" err="1">
                <a:latin typeface="+mn-lt"/>
              </a:rPr>
              <a:t>sont</a:t>
            </a:r>
            <a:r>
              <a:rPr lang="en-US" dirty="0">
                <a:latin typeface="+mn-lt"/>
              </a:rPr>
              <a:t> par </a:t>
            </a:r>
            <a:r>
              <a:rPr lang="en-US" dirty="0" err="1">
                <a:latin typeface="+mn-lt"/>
              </a:rPr>
              <a:t>contre</a:t>
            </a:r>
            <a:r>
              <a:rPr lang="en-US" dirty="0">
                <a:latin typeface="+mn-lt"/>
              </a:rPr>
              <a:t> de </a:t>
            </a:r>
            <a:r>
              <a:rPr lang="en-US" b="1" dirty="0" err="1">
                <a:solidFill>
                  <a:srgbClr val="0000FF"/>
                </a:solidFill>
                <a:latin typeface="+mn-lt"/>
              </a:rPr>
              <a:t>n</a:t>
            </a:r>
            <a:r>
              <a:rPr lang="en-US" altLang="fr-FR" b="1" dirty="0" err="1">
                <a:solidFill>
                  <a:srgbClr val="0000FF"/>
                </a:solidFill>
                <a:latin typeface="+mn-lt"/>
              </a:rPr>
              <a:t>’</a:t>
            </a:r>
            <a:r>
              <a:rPr lang="en-US" b="1" dirty="0" err="1">
                <a:solidFill>
                  <a:srgbClr val="0000FF"/>
                </a:solidFill>
                <a:latin typeface="+mn-lt"/>
              </a:rPr>
              <a:t>importe</a:t>
            </a:r>
            <a:r>
              <a:rPr lang="en-US" b="1" dirty="0">
                <a:solidFill>
                  <a:srgbClr val="0000FF"/>
                </a:solidFill>
                <a:latin typeface="+mn-lt"/>
              </a:rPr>
              <a:t> </a:t>
            </a:r>
            <a:r>
              <a:rPr lang="en-US" b="1" dirty="0" err="1">
                <a:solidFill>
                  <a:srgbClr val="0000FF"/>
                </a:solidFill>
                <a:latin typeface="+mn-lt"/>
              </a:rPr>
              <a:t>quel</a:t>
            </a:r>
            <a:r>
              <a:rPr lang="en-US" b="1" dirty="0">
                <a:solidFill>
                  <a:srgbClr val="0000FF"/>
                </a:solidFill>
                <a:latin typeface="+mn-lt"/>
              </a:rPr>
              <a:t> type</a:t>
            </a:r>
            <a:r>
              <a:rPr lang="en-US" dirty="0">
                <a:latin typeface="+mn-lt"/>
              </a:rPr>
              <a:t>.</a:t>
            </a:r>
          </a:p>
          <a:p>
            <a:pPr indent="177800" algn="just" eaLnBrk="1" hangingPunct="1">
              <a:lnSpc>
                <a:spcPct val="150000"/>
              </a:lnSpc>
              <a:spcBef>
                <a:spcPct val="50000"/>
              </a:spcBef>
              <a:buClr>
                <a:srgbClr val="336666"/>
              </a:buClr>
              <a:buFont typeface="Wingdings" pitchFamily="2" charset="2"/>
              <a:buChar char="§"/>
              <a:defRPr/>
            </a:pPr>
            <a:r>
              <a:rPr lang="en-US" dirty="0" err="1">
                <a:latin typeface="+mj-lt"/>
              </a:rPr>
              <a:t>Contrairement</a:t>
            </a:r>
            <a:r>
              <a:rPr lang="en-US" dirty="0">
                <a:latin typeface="+mj-lt"/>
              </a:rPr>
              <a:t> aux </a:t>
            </a:r>
            <a:r>
              <a:rPr lang="en-US" dirty="0" err="1">
                <a:latin typeface="+mj-lt"/>
              </a:rPr>
              <a:t>séquences</a:t>
            </a:r>
            <a:r>
              <a:rPr lang="en-US" dirty="0">
                <a:latin typeface="+mj-lt"/>
              </a:rPr>
              <a:t>, </a:t>
            </a:r>
            <a:r>
              <a:rPr lang="en-US" dirty="0" err="1">
                <a:latin typeface="+mj-lt"/>
              </a:rPr>
              <a:t>l</a:t>
            </a:r>
            <a:r>
              <a:rPr lang="en-US" altLang="fr-FR" dirty="0" err="1">
                <a:latin typeface="+mj-lt"/>
              </a:rPr>
              <a:t>’</a:t>
            </a:r>
            <a:r>
              <a:rPr lang="en-US" dirty="0" err="1">
                <a:latin typeface="+mj-lt"/>
              </a:rPr>
              <a:t>accès</a:t>
            </a:r>
            <a:r>
              <a:rPr lang="en-US" dirty="0">
                <a:latin typeface="+mj-lt"/>
              </a:rPr>
              <a:t> à </a:t>
            </a:r>
            <a:r>
              <a:rPr lang="en-US" dirty="0" err="1">
                <a:latin typeface="+mj-lt"/>
              </a:rPr>
              <a:t>une</a:t>
            </a:r>
            <a:r>
              <a:rPr lang="en-US" dirty="0">
                <a:latin typeface="+mj-lt"/>
              </a:rPr>
              <a:t> </a:t>
            </a:r>
            <a:r>
              <a:rPr lang="en-US" dirty="0" err="1">
                <a:latin typeface="+mj-lt"/>
              </a:rPr>
              <a:t>valeur</a:t>
            </a:r>
            <a:r>
              <a:rPr lang="en-US" dirty="0">
                <a:latin typeface="+mj-lt"/>
              </a:rPr>
              <a:t> ne se fait </a:t>
            </a:r>
            <a:r>
              <a:rPr lang="en-US" dirty="0" err="1">
                <a:latin typeface="+mj-lt"/>
              </a:rPr>
              <a:t>donc</a:t>
            </a:r>
            <a:r>
              <a:rPr lang="en-US" dirty="0">
                <a:latin typeface="+mj-lt"/>
              </a:rPr>
              <a:t> pas par </a:t>
            </a:r>
            <a:r>
              <a:rPr lang="en-US" dirty="0" err="1">
                <a:latin typeface="+mj-lt"/>
              </a:rPr>
              <a:t>sa</a:t>
            </a:r>
            <a:r>
              <a:rPr lang="en-US" dirty="0">
                <a:latin typeface="+mj-lt"/>
              </a:rPr>
              <a:t> </a:t>
            </a:r>
            <a:r>
              <a:rPr lang="en-US" b="1" dirty="0">
                <a:solidFill>
                  <a:srgbClr val="0000FF"/>
                </a:solidFill>
                <a:latin typeface="+mj-lt"/>
              </a:rPr>
              <a:t>position </a:t>
            </a:r>
            <a:r>
              <a:rPr lang="en-US" dirty="0" err="1">
                <a:latin typeface="+mj-lt"/>
              </a:rPr>
              <a:t>mais</a:t>
            </a:r>
            <a:r>
              <a:rPr lang="en-US" dirty="0">
                <a:latin typeface="+mj-lt"/>
              </a:rPr>
              <a:t> par </a:t>
            </a:r>
            <a:r>
              <a:rPr lang="en-US" dirty="0" err="1">
                <a:latin typeface="+mj-lt"/>
              </a:rPr>
              <a:t>une</a:t>
            </a:r>
            <a:r>
              <a:rPr lang="en-US" dirty="0">
                <a:latin typeface="+mj-lt"/>
              </a:rPr>
              <a:t> </a:t>
            </a:r>
            <a:r>
              <a:rPr lang="en-US" b="1" dirty="0" err="1">
                <a:solidFill>
                  <a:srgbClr val="0000FF"/>
                </a:solidFill>
                <a:latin typeface="+mj-lt"/>
              </a:rPr>
              <a:t>clé</a:t>
            </a:r>
            <a:r>
              <a:rPr lang="en-US" dirty="0">
                <a:latin typeface="+mj-lt"/>
              </a:rPr>
              <a:t>.</a:t>
            </a:r>
          </a:p>
          <a:p>
            <a:pPr indent="177800" algn="just" eaLnBrk="1" hangingPunct="1">
              <a:lnSpc>
                <a:spcPct val="150000"/>
              </a:lnSpc>
              <a:spcBef>
                <a:spcPct val="50000"/>
              </a:spcBef>
              <a:buClr>
                <a:srgbClr val="336666"/>
              </a:buClr>
              <a:buFont typeface="Wingdings" pitchFamily="2" charset="2"/>
              <a:buChar char="§"/>
              <a:defRPr/>
            </a:pPr>
            <a:r>
              <a:rPr lang="en-US" dirty="0">
                <a:latin typeface="+mj-lt"/>
              </a:rPr>
              <a:t>L</a:t>
            </a:r>
            <a:r>
              <a:rPr lang="en-US" dirty="0" smtClean="0">
                <a:latin typeface="+mj-lt"/>
              </a:rPr>
              <a:t>es </a:t>
            </a:r>
            <a:r>
              <a:rPr lang="en-US" dirty="0" err="1">
                <a:latin typeface="+mj-lt"/>
              </a:rPr>
              <a:t>données</a:t>
            </a:r>
            <a:r>
              <a:rPr lang="en-US" dirty="0">
                <a:latin typeface="+mj-lt"/>
              </a:rPr>
              <a:t> ne </a:t>
            </a:r>
            <a:r>
              <a:rPr lang="en-US" dirty="0" err="1">
                <a:latin typeface="+mj-lt"/>
              </a:rPr>
              <a:t>sont</a:t>
            </a:r>
            <a:r>
              <a:rPr lang="en-US" dirty="0">
                <a:latin typeface="+mj-lt"/>
              </a:rPr>
              <a:t> pas </a:t>
            </a:r>
            <a:r>
              <a:rPr lang="en-US" dirty="0" err="1">
                <a:latin typeface="+mj-lt"/>
              </a:rPr>
              <a:t>stockées</a:t>
            </a:r>
            <a:r>
              <a:rPr lang="en-US" dirty="0">
                <a:latin typeface="+mj-lt"/>
              </a:rPr>
              <a:t> en </a:t>
            </a:r>
            <a:r>
              <a:rPr lang="en-US" dirty="0" err="1">
                <a:latin typeface="+mj-lt"/>
              </a:rPr>
              <a:t>mémoire</a:t>
            </a:r>
            <a:r>
              <a:rPr lang="en-US" dirty="0">
                <a:latin typeface="+mj-lt"/>
              </a:rPr>
              <a:t> les </a:t>
            </a:r>
            <a:r>
              <a:rPr lang="en-US" dirty="0" err="1">
                <a:latin typeface="+mj-lt"/>
              </a:rPr>
              <a:t>unes</a:t>
            </a:r>
            <a:r>
              <a:rPr lang="en-US" dirty="0">
                <a:latin typeface="+mj-lt"/>
              </a:rPr>
              <a:t> à la suite des </a:t>
            </a:r>
            <a:r>
              <a:rPr lang="en-US" dirty="0" err="1" smtClean="0">
                <a:latin typeface="+mj-lt"/>
              </a:rPr>
              <a:t>autres</a:t>
            </a:r>
            <a:r>
              <a:rPr lang="en-US" dirty="0" smtClean="0">
                <a:latin typeface="+mj-lt"/>
              </a:rPr>
              <a:t>. </a:t>
            </a:r>
            <a:r>
              <a:rPr lang="en-US" dirty="0" err="1" smtClean="0">
                <a:latin typeface="+mj-lt"/>
              </a:rPr>
              <a:t>Cette</a:t>
            </a:r>
            <a:r>
              <a:rPr lang="en-US" dirty="0" smtClean="0">
                <a:latin typeface="+mj-lt"/>
              </a:rPr>
              <a:t> </a:t>
            </a:r>
            <a:r>
              <a:rPr lang="en-US" dirty="0">
                <a:latin typeface="+mj-lt"/>
              </a:rPr>
              <a:t>structure de </a:t>
            </a:r>
            <a:r>
              <a:rPr lang="en-US" dirty="0" err="1">
                <a:latin typeface="+mj-lt"/>
              </a:rPr>
              <a:t>données</a:t>
            </a:r>
            <a:r>
              <a:rPr lang="en-US" dirty="0">
                <a:latin typeface="+mj-lt"/>
              </a:rPr>
              <a:t> </a:t>
            </a:r>
            <a:r>
              <a:rPr lang="en-US" dirty="0" err="1">
                <a:latin typeface="+mj-lt"/>
              </a:rPr>
              <a:t>n</a:t>
            </a:r>
            <a:r>
              <a:rPr lang="en-US" altLang="fr-FR" dirty="0" err="1">
                <a:latin typeface="+mj-lt"/>
              </a:rPr>
              <a:t>’</a:t>
            </a:r>
            <a:r>
              <a:rPr lang="en-US" dirty="0" err="1">
                <a:latin typeface="+mj-lt"/>
              </a:rPr>
              <a:t>est</a:t>
            </a:r>
            <a:r>
              <a:rPr lang="en-US" dirty="0">
                <a:latin typeface="+mj-lt"/>
              </a:rPr>
              <a:t> </a:t>
            </a:r>
            <a:r>
              <a:rPr lang="en-US" dirty="0" err="1">
                <a:latin typeface="+mj-lt"/>
              </a:rPr>
              <a:t>donc</a:t>
            </a:r>
            <a:r>
              <a:rPr lang="en-US" dirty="0">
                <a:latin typeface="+mj-lt"/>
              </a:rPr>
              <a:t> pas </a:t>
            </a:r>
            <a:r>
              <a:rPr lang="en-US" b="1" dirty="0" err="1">
                <a:solidFill>
                  <a:srgbClr val="0000FF"/>
                </a:solidFill>
                <a:latin typeface="+mj-lt"/>
              </a:rPr>
              <a:t>séquentielle</a:t>
            </a:r>
            <a:r>
              <a:rPr lang="en-US" dirty="0" smtClean="0">
                <a:latin typeface="+mj-lt"/>
              </a:rPr>
              <a:t>.</a:t>
            </a:r>
            <a:endParaRPr lang="fr-FR" dirty="0"/>
          </a:p>
        </p:txBody>
      </p:sp>
    </p:spTree>
    <p:custDataLst>
      <p:tags r:id="rId1"/>
    </p:custDataLst>
    <p:extLst>
      <p:ext uri="{BB962C8B-B14F-4D97-AF65-F5344CB8AC3E}">
        <p14:creationId xmlns:p14="http://schemas.microsoft.com/office/powerpoint/2010/main" val="357046997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checkerboard(across)">
                                      <p:cBhvr>
                                        <p:cTn id="7" dur="500"/>
                                        <p:tgtEl>
                                          <p:spTgt spid="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9">
                                            <p:txEl>
                                              <p:pRg st="4" end="4"/>
                                            </p:txEl>
                                          </p:spTgt>
                                        </p:tgtEl>
                                        <p:attrNameLst>
                                          <p:attrName>style.visibility</p:attrName>
                                        </p:attrNameLst>
                                      </p:cBhvr>
                                      <p:to>
                                        <p:strVal val="visible"/>
                                      </p:to>
                                    </p:set>
                                    <p:animEffect transition="in" filter="checkerboard(across)">
                                      <p:cBhvr>
                                        <p:cTn id="12" dur="500"/>
                                        <p:tgtEl>
                                          <p:spTgt spid="9">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animEffect transition="in" filter="checkerboard(across)">
                                      <p:cBhvr>
                                        <p:cTn id="17" dur="500"/>
                                        <p:tgtEl>
                                          <p:spTgt spid="9">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checkerboard(across)">
                                      <p:cBhvr>
                                        <p:cTn id="22"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6589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589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graphicFrame>
        <p:nvGraphicFramePr>
          <p:cNvPr id="7" name="Tableau 6"/>
          <p:cNvGraphicFramePr>
            <a:graphicFrameLocks noGrp="1"/>
          </p:cNvGraphicFramePr>
          <p:nvPr/>
        </p:nvGraphicFramePr>
        <p:xfrm>
          <a:off x="1381125" y="2090738"/>
          <a:ext cx="719138" cy="720725"/>
        </p:xfrm>
        <a:graphic>
          <a:graphicData uri="http://schemas.openxmlformats.org/drawingml/2006/table">
            <a:tbl>
              <a:tblPr firstRow="1" bandRow="1">
                <a:tableStyleId>{69012ECD-51FC-41F1-AA8D-1B2483CD663E}</a:tableStyleId>
              </a:tblPr>
              <a:tblGrid>
                <a:gridCol w="719138"/>
              </a:tblGrid>
              <a:tr h="720725">
                <a:tc>
                  <a:txBody>
                    <a:bodyPr/>
                    <a:lstStyle/>
                    <a:p>
                      <a:endParaRPr lang="fr-FR" sz="1800" dirty="0"/>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graphicFrame>
        <p:nvGraphicFramePr>
          <p:cNvPr id="9" name="Tableau 8"/>
          <p:cNvGraphicFramePr>
            <a:graphicFrameLocks noGrp="1"/>
          </p:cNvGraphicFramePr>
          <p:nvPr/>
        </p:nvGraphicFramePr>
        <p:xfrm>
          <a:off x="2557463" y="2108200"/>
          <a:ext cx="719137" cy="720725"/>
        </p:xfrm>
        <a:graphic>
          <a:graphicData uri="http://schemas.openxmlformats.org/drawingml/2006/table">
            <a:tbl>
              <a:tblPr firstRow="1" bandRow="1">
                <a:tableStyleId>{69012ECD-51FC-41F1-AA8D-1B2483CD663E}</a:tableStyleId>
              </a:tblPr>
              <a:tblGrid>
                <a:gridCol w="719137"/>
              </a:tblGrid>
              <a:tr h="720725">
                <a:tc>
                  <a:txBody>
                    <a:bodyPr/>
                    <a:lstStyle/>
                    <a:p>
                      <a:endParaRPr lang="fr-FR" sz="1800" dirty="0"/>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graphicFrame>
        <p:nvGraphicFramePr>
          <p:cNvPr id="10" name="Tableau 9"/>
          <p:cNvGraphicFramePr>
            <a:graphicFrameLocks noGrp="1"/>
          </p:cNvGraphicFramePr>
          <p:nvPr/>
        </p:nvGraphicFramePr>
        <p:xfrm>
          <a:off x="3708400" y="2108200"/>
          <a:ext cx="720725" cy="720725"/>
        </p:xfrm>
        <a:graphic>
          <a:graphicData uri="http://schemas.openxmlformats.org/drawingml/2006/table">
            <a:tbl>
              <a:tblPr firstRow="1" bandRow="1">
                <a:tableStyleId>{69012ECD-51FC-41F1-AA8D-1B2483CD663E}</a:tableStyleId>
              </a:tblPr>
              <a:tblGrid>
                <a:gridCol w="720725"/>
              </a:tblGrid>
              <a:tr h="720725">
                <a:tc>
                  <a:txBody>
                    <a:bodyPr/>
                    <a:lstStyle/>
                    <a:p>
                      <a:endParaRPr lang="fr-FR" sz="1800" dirty="0"/>
                    </a:p>
                  </a:txBody>
                  <a:tcPr marL="91579" marR="91579"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graphicFrame>
        <p:nvGraphicFramePr>
          <p:cNvPr id="11" name="Tableau 10"/>
          <p:cNvGraphicFramePr>
            <a:graphicFrameLocks noGrp="1"/>
          </p:cNvGraphicFramePr>
          <p:nvPr/>
        </p:nvGraphicFramePr>
        <p:xfrm>
          <a:off x="7092950" y="2108200"/>
          <a:ext cx="720725" cy="720725"/>
        </p:xfrm>
        <a:graphic>
          <a:graphicData uri="http://schemas.openxmlformats.org/drawingml/2006/table">
            <a:tbl>
              <a:tblPr firstRow="1" bandRow="1">
                <a:tableStyleId>{69012ECD-51FC-41F1-AA8D-1B2483CD663E}</a:tableStyleId>
              </a:tblPr>
              <a:tblGrid>
                <a:gridCol w="720725"/>
              </a:tblGrid>
              <a:tr h="720725">
                <a:tc>
                  <a:txBody>
                    <a:bodyPr/>
                    <a:lstStyle/>
                    <a:p>
                      <a:endParaRPr lang="fr-FR" sz="1800" dirty="0"/>
                    </a:p>
                  </a:txBody>
                  <a:tcPr marL="91579" marR="91579"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graphicFrame>
        <p:nvGraphicFramePr>
          <p:cNvPr id="12" name="Tableau 11"/>
          <p:cNvGraphicFramePr>
            <a:graphicFrameLocks noGrp="1"/>
          </p:cNvGraphicFramePr>
          <p:nvPr/>
        </p:nvGraphicFramePr>
        <p:xfrm>
          <a:off x="5940425" y="2108200"/>
          <a:ext cx="720725" cy="720725"/>
        </p:xfrm>
        <a:graphic>
          <a:graphicData uri="http://schemas.openxmlformats.org/drawingml/2006/table">
            <a:tbl>
              <a:tblPr firstRow="1" bandRow="1">
                <a:tableStyleId>{69012ECD-51FC-41F1-AA8D-1B2483CD663E}</a:tableStyleId>
              </a:tblPr>
              <a:tblGrid>
                <a:gridCol w="720725"/>
              </a:tblGrid>
              <a:tr h="720725">
                <a:tc>
                  <a:txBody>
                    <a:bodyPr/>
                    <a:lstStyle/>
                    <a:p>
                      <a:endParaRPr lang="fr-FR" sz="1800" dirty="0"/>
                    </a:p>
                  </a:txBody>
                  <a:tcPr marL="91579" marR="91579"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sp>
        <p:nvSpPr>
          <p:cNvPr id="165925" name="ZoneTexte 1"/>
          <p:cNvSpPr txBox="1">
            <a:spLocks noChangeArrowheads="1"/>
          </p:cNvSpPr>
          <p:nvPr/>
        </p:nvSpPr>
        <p:spPr bwMode="auto">
          <a:xfrm>
            <a:off x="1549400" y="1604963"/>
            <a:ext cx="287338"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0</a:t>
            </a:r>
          </a:p>
        </p:txBody>
      </p:sp>
      <p:sp>
        <p:nvSpPr>
          <p:cNvPr id="165926" name="ZoneTexte 11"/>
          <p:cNvSpPr txBox="1">
            <a:spLocks noChangeArrowheads="1"/>
          </p:cNvSpPr>
          <p:nvPr/>
        </p:nvSpPr>
        <p:spPr bwMode="auto">
          <a:xfrm>
            <a:off x="1476375" y="2909888"/>
            <a:ext cx="504825" cy="369887"/>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-n</a:t>
            </a:r>
          </a:p>
        </p:txBody>
      </p:sp>
      <p:sp>
        <p:nvSpPr>
          <p:cNvPr id="165927" name="ZoneTexte 12"/>
          <p:cNvSpPr txBox="1">
            <a:spLocks noChangeArrowheads="1"/>
          </p:cNvSpPr>
          <p:nvPr/>
        </p:nvSpPr>
        <p:spPr bwMode="auto">
          <a:xfrm>
            <a:off x="2773363" y="1604963"/>
            <a:ext cx="287337"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sp>
        <p:nvSpPr>
          <p:cNvPr id="165928" name="ZoneTexte 13"/>
          <p:cNvSpPr txBox="1">
            <a:spLocks noChangeArrowheads="1"/>
          </p:cNvSpPr>
          <p:nvPr/>
        </p:nvSpPr>
        <p:spPr bwMode="auto">
          <a:xfrm>
            <a:off x="2413000" y="2909888"/>
            <a:ext cx="1373188"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-(n – 1)</a:t>
            </a:r>
          </a:p>
        </p:txBody>
      </p:sp>
      <p:sp>
        <p:nvSpPr>
          <p:cNvPr id="165929" name="ZoneTexte 14"/>
          <p:cNvSpPr txBox="1">
            <a:spLocks noChangeArrowheads="1"/>
          </p:cNvSpPr>
          <p:nvPr/>
        </p:nvSpPr>
        <p:spPr bwMode="auto">
          <a:xfrm>
            <a:off x="3924300" y="1604963"/>
            <a:ext cx="288925"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2</a:t>
            </a:r>
          </a:p>
        </p:txBody>
      </p:sp>
      <p:sp>
        <p:nvSpPr>
          <p:cNvPr id="165930" name="ZoneTexte 15"/>
          <p:cNvSpPr txBox="1">
            <a:spLocks noChangeArrowheads="1"/>
          </p:cNvSpPr>
          <p:nvPr/>
        </p:nvSpPr>
        <p:spPr bwMode="auto">
          <a:xfrm>
            <a:off x="3636963" y="2909888"/>
            <a:ext cx="1435100"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-(n – 2)</a:t>
            </a:r>
          </a:p>
        </p:txBody>
      </p:sp>
      <p:sp>
        <p:nvSpPr>
          <p:cNvPr id="165931" name="ZoneTexte 16"/>
          <p:cNvSpPr txBox="1">
            <a:spLocks noChangeArrowheads="1"/>
          </p:cNvSpPr>
          <p:nvPr/>
        </p:nvSpPr>
        <p:spPr bwMode="auto">
          <a:xfrm>
            <a:off x="5940425" y="1604963"/>
            <a:ext cx="865188" cy="36830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n - 2</a:t>
            </a:r>
          </a:p>
        </p:txBody>
      </p:sp>
      <p:sp>
        <p:nvSpPr>
          <p:cNvPr id="165932" name="ZoneTexte 17"/>
          <p:cNvSpPr txBox="1">
            <a:spLocks noChangeArrowheads="1"/>
          </p:cNvSpPr>
          <p:nvPr/>
        </p:nvSpPr>
        <p:spPr bwMode="auto">
          <a:xfrm>
            <a:off x="6084888" y="2909888"/>
            <a:ext cx="504825" cy="369887"/>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-2</a:t>
            </a:r>
          </a:p>
        </p:txBody>
      </p:sp>
      <p:sp>
        <p:nvSpPr>
          <p:cNvPr id="165933" name="ZoneTexte 18"/>
          <p:cNvSpPr txBox="1">
            <a:spLocks noChangeArrowheads="1"/>
          </p:cNvSpPr>
          <p:nvPr/>
        </p:nvSpPr>
        <p:spPr bwMode="auto">
          <a:xfrm>
            <a:off x="7165975" y="1604963"/>
            <a:ext cx="835025"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n - 1</a:t>
            </a:r>
          </a:p>
        </p:txBody>
      </p:sp>
      <p:sp>
        <p:nvSpPr>
          <p:cNvPr id="165934" name="ZoneTexte 19"/>
          <p:cNvSpPr txBox="1">
            <a:spLocks noChangeArrowheads="1"/>
          </p:cNvSpPr>
          <p:nvPr/>
        </p:nvSpPr>
        <p:spPr bwMode="auto">
          <a:xfrm>
            <a:off x="7308850" y="2909888"/>
            <a:ext cx="576263" cy="369887"/>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-1</a:t>
            </a:r>
          </a:p>
        </p:txBody>
      </p:sp>
      <p:cxnSp>
        <p:nvCxnSpPr>
          <p:cNvPr id="241711" name="Connecteur droit 22"/>
          <p:cNvCxnSpPr>
            <a:cxnSpLocks noChangeShapeType="1"/>
          </p:cNvCxnSpPr>
          <p:nvPr/>
        </p:nvCxnSpPr>
        <p:spPr bwMode="auto">
          <a:xfrm>
            <a:off x="4860925" y="2478088"/>
            <a:ext cx="504825"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241712" name="Connecteur droit 23"/>
          <p:cNvCxnSpPr>
            <a:cxnSpLocks noChangeShapeType="1"/>
          </p:cNvCxnSpPr>
          <p:nvPr/>
        </p:nvCxnSpPr>
        <p:spPr bwMode="auto">
          <a:xfrm>
            <a:off x="6661150" y="2478088"/>
            <a:ext cx="431800"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241713" name="Connecteur droit 24"/>
          <p:cNvCxnSpPr>
            <a:cxnSpLocks noChangeShapeType="1"/>
          </p:cNvCxnSpPr>
          <p:nvPr/>
        </p:nvCxnSpPr>
        <p:spPr bwMode="auto">
          <a:xfrm>
            <a:off x="2124075" y="2478088"/>
            <a:ext cx="433388"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cxnSp>
        <p:nvCxnSpPr>
          <p:cNvPr id="241714" name="Connecteur droit 25"/>
          <p:cNvCxnSpPr>
            <a:cxnSpLocks noChangeShapeType="1"/>
          </p:cNvCxnSpPr>
          <p:nvPr/>
        </p:nvCxnSpPr>
        <p:spPr bwMode="auto">
          <a:xfrm>
            <a:off x="3276600" y="2478088"/>
            <a:ext cx="431800" cy="0"/>
          </a:xfrm>
          <a:prstGeom prst="line">
            <a:avLst/>
          </a:prstGeom>
          <a:noFill/>
          <a:ln w="25400">
            <a:solidFill>
              <a:srgbClr val="000000"/>
            </a:solidFill>
            <a:prstDash val="sysDash"/>
            <a:round/>
            <a:headEnd/>
            <a:tailEnd type="arrow" w="med" len="med"/>
          </a:ln>
          <a:effectLst>
            <a:outerShdw dist="20000" dir="5400000" rotWithShape="0">
              <a:srgbClr val="808080">
                <a:alpha val="37999"/>
              </a:srgbClr>
            </a:outerShdw>
          </a:effectLst>
        </p:spPr>
      </p:cxnSp>
      <p:graphicFrame>
        <p:nvGraphicFramePr>
          <p:cNvPr id="27" name="Tableau 26"/>
          <p:cNvGraphicFramePr>
            <a:graphicFrameLocks noGrp="1"/>
          </p:cNvGraphicFramePr>
          <p:nvPr/>
        </p:nvGraphicFramePr>
        <p:xfrm>
          <a:off x="7740650" y="4484688"/>
          <a:ext cx="719138" cy="720725"/>
        </p:xfrm>
        <a:graphic>
          <a:graphicData uri="http://schemas.openxmlformats.org/drawingml/2006/table">
            <a:tbl>
              <a:tblPr firstRow="1" bandRow="1">
                <a:tableStyleId>{69012ECD-51FC-41F1-AA8D-1B2483CD663E}</a:tableStyleId>
              </a:tblPr>
              <a:tblGrid>
                <a:gridCol w="719138"/>
              </a:tblGrid>
              <a:tr h="720725">
                <a:tc>
                  <a:txBody>
                    <a:bodyPr/>
                    <a:lstStyle/>
                    <a:p>
                      <a:endParaRPr lang="fr-FR" sz="1800" dirty="0"/>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graphicFrame>
        <p:nvGraphicFramePr>
          <p:cNvPr id="28" name="Tableau 27"/>
          <p:cNvGraphicFramePr>
            <a:graphicFrameLocks noGrp="1"/>
          </p:cNvGraphicFramePr>
          <p:nvPr/>
        </p:nvGraphicFramePr>
        <p:xfrm>
          <a:off x="5940425" y="5564188"/>
          <a:ext cx="719138" cy="720725"/>
        </p:xfrm>
        <a:graphic>
          <a:graphicData uri="http://schemas.openxmlformats.org/drawingml/2006/table">
            <a:tbl>
              <a:tblPr firstRow="1" bandRow="1">
                <a:tableStyleId>{69012ECD-51FC-41F1-AA8D-1B2483CD663E}</a:tableStyleId>
              </a:tblPr>
              <a:tblGrid>
                <a:gridCol w="719138"/>
              </a:tblGrid>
              <a:tr h="720725">
                <a:tc>
                  <a:txBody>
                    <a:bodyPr/>
                    <a:lstStyle/>
                    <a:p>
                      <a:endParaRPr lang="fr-FR" sz="1800" dirty="0"/>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graphicFrame>
        <p:nvGraphicFramePr>
          <p:cNvPr id="29" name="Tableau 28"/>
          <p:cNvGraphicFramePr>
            <a:graphicFrameLocks noGrp="1"/>
          </p:cNvGraphicFramePr>
          <p:nvPr/>
        </p:nvGraphicFramePr>
        <p:xfrm>
          <a:off x="4140200" y="4845050"/>
          <a:ext cx="719138" cy="720725"/>
        </p:xfrm>
        <a:graphic>
          <a:graphicData uri="http://schemas.openxmlformats.org/drawingml/2006/table">
            <a:tbl>
              <a:tblPr firstRow="1" bandRow="1">
                <a:tableStyleId>{69012ECD-51FC-41F1-AA8D-1B2483CD663E}</a:tableStyleId>
              </a:tblPr>
              <a:tblGrid>
                <a:gridCol w="719138"/>
              </a:tblGrid>
              <a:tr h="720725">
                <a:tc>
                  <a:txBody>
                    <a:bodyPr/>
                    <a:lstStyle/>
                    <a:p>
                      <a:endParaRPr lang="fr-FR" sz="1800" dirty="0"/>
                    </a:p>
                  </a:txBody>
                  <a:tcPr marL="91377" marR="9137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bl>
          </a:graphicData>
        </a:graphic>
      </p:graphicFrame>
      <p:sp>
        <p:nvSpPr>
          <p:cNvPr id="165957" name="ZoneTexte 1"/>
          <p:cNvSpPr txBox="1">
            <a:spLocks noChangeArrowheads="1"/>
          </p:cNvSpPr>
          <p:nvPr/>
        </p:nvSpPr>
        <p:spPr bwMode="auto">
          <a:xfrm>
            <a:off x="3995738" y="4403725"/>
            <a:ext cx="1576387"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Une clé</a:t>
            </a:r>
          </a:p>
        </p:txBody>
      </p:sp>
      <p:sp>
        <p:nvSpPr>
          <p:cNvPr id="165958" name="ZoneTexte 1"/>
          <p:cNvSpPr txBox="1">
            <a:spLocks noChangeArrowheads="1"/>
          </p:cNvSpPr>
          <p:nvPr/>
        </p:nvSpPr>
        <p:spPr bwMode="auto">
          <a:xfrm>
            <a:off x="5580063" y="5132388"/>
            <a:ext cx="2063750"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Une autre clé</a:t>
            </a:r>
          </a:p>
        </p:txBody>
      </p:sp>
      <p:sp>
        <p:nvSpPr>
          <p:cNvPr id="165959" name="ZoneTexte 1"/>
          <p:cNvSpPr txBox="1">
            <a:spLocks noChangeArrowheads="1"/>
          </p:cNvSpPr>
          <p:nvPr/>
        </p:nvSpPr>
        <p:spPr bwMode="auto">
          <a:xfrm>
            <a:off x="6643688" y="4052888"/>
            <a:ext cx="2320925"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Encore une clé</a:t>
            </a:r>
          </a:p>
        </p:txBody>
      </p:sp>
      <p:sp>
        <p:nvSpPr>
          <p:cNvPr id="33" name="Rectangle à coins arrondis 32"/>
          <p:cNvSpPr>
            <a:spLocks noChangeArrowheads="1"/>
          </p:cNvSpPr>
          <p:nvPr/>
        </p:nvSpPr>
        <p:spPr bwMode="auto">
          <a:xfrm>
            <a:off x="827088" y="1460500"/>
            <a:ext cx="7705725" cy="2016125"/>
          </a:xfrm>
          <a:prstGeom prst="roundRect">
            <a:avLst>
              <a:gd name="adj" fmla="val 16667"/>
            </a:avLst>
          </a:prstGeom>
          <a:noFill/>
          <a:ln w="19050">
            <a:solidFill>
              <a:srgbClr val="000000"/>
            </a:solidFill>
            <a:round/>
            <a:headEnd/>
            <a:tailEnd/>
          </a:ln>
          <a:effectLst>
            <a:outerShdw dist="23000" dir="5400000" rotWithShape="0">
              <a:srgbClr val="808080">
                <a:alpha val="34999"/>
              </a:srgbClr>
            </a:outerShdw>
          </a:effectLst>
        </p:spPr>
        <p:txBody>
          <a:bodyPr anchor="ctr"/>
          <a:lstStyle/>
          <a:p>
            <a:pPr algn="ctr" eaLnBrk="1" hangingPunct="1">
              <a:spcBef>
                <a:spcPct val="50000"/>
              </a:spcBef>
              <a:buClr>
                <a:srgbClr val="336666"/>
              </a:buClr>
              <a:buFont typeface="Wingdings" pitchFamily="2" charset="2"/>
              <a:buNone/>
              <a:defRPr/>
            </a:pPr>
            <a:endParaRPr lang="fr-FR">
              <a:solidFill>
                <a:schemeClr val="lt1"/>
              </a:solidFill>
              <a:latin typeface="+mn-lt"/>
            </a:endParaRPr>
          </a:p>
        </p:txBody>
      </p:sp>
      <p:sp>
        <p:nvSpPr>
          <p:cNvPr id="34" name="Rectangle à coins arrondis 33"/>
          <p:cNvSpPr>
            <a:spLocks noChangeArrowheads="1"/>
          </p:cNvSpPr>
          <p:nvPr/>
        </p:nvSpPr>
        <p:spPr bwMode="auto">
          <a:xfrm>
            <a:off x="3635375" y="3836988"/>
            <a:ext cx="5418138" cy="2663825"/>
          </a:xfrm>
          <a:prstGeom prst="roundRect">
            <a:avLst>
              <a:gd name="adj" fmla="val 16667"/>
            </a:avLst>
          </a:prstGeom>
          <a:noFill/>
          <a:ln w="19050">
            <a:solidFill>
              <a:srgbClr val="000000"/>
            </a:solidFill>
            <a:round/>
            <a:headEnd/>
            <a:tailEnd/>
          </a:ln>
          <a:effectLst>
            <a:outerShdw dist="23000" dir="5400000" rotWithShape="0">
              <a:srgbClr val="808080">
                <a:alpha val="34999"/>
              </a:srgbClr>
            </a:outerShdw>
          </a:effectLst>
        </p:spPr>
        <p:txBody>
          <a:bodyPr anchor="ctr"/>
          <a:lstStyle/>
          <a:p>
            <a:pPr algn="ctr" eaLnBrk="1" hangingPunct="1">
              <a:spcBef>
                <a:spcPct val="50000"/>
              </a:spcBef>
              <a:buClr>
                <a:srgbClr val="336666"/>
              </a:buClr>
              <a:buFont typeface="Wingdings" pitchFamily="2" charset="2"/>
              <a:buNone/>
              <a:defRPr/>
            </a:pPr>
            <a:endParaRPr lang="fr-FR">
              <a:solidFill>
                <a:schemeClr val="lt1"/>
              </a:solidFill>
              <a:latin typeface="+mn-lt"/>
            </a:endParaRPr>
          </a:p>
        </p:txBody>
      </p:sp>
      <p:sp>
        <p:nvSpPr>
          <p:cNvPr id="165962" name="ZoneTexte 34"/>
          <p:cNvSpPr txBox="1">
            <a:spLocks noChangeArrowheads="1"/>
          </p:cNvSpPr>
          <p:nvPr/>
        </p:nvSpPr>
        <p:spPr bwMode="auto">
          <a:xfrm>
            <a:off x="323850" y="4430713"/>
            <a:ext cx="2303463" cy="1570037"/>
          </a:xfrm>
          <a:prstGeom prst="rect">
            <a:avLst/>
          </a:prstGeom>
          <a:noFill/>
          <a:ln w="9525">
            <a:noFill/>
            <a:miter lim="800000"/>
            <a:headEnd/>
            <a:tailEnd/>
          </a:ln>
        </p:spPr>
        <p:txBody>
          <a:bodyPr>
            <a:spAutoFit/>
          </a:bodyPr>
          <a:lstStyle/>
          <a:p>
            <a:pPr algn="ctr" eaLnBrk="1" hangingPunct="1">
              <a:spcBef>
                <a:spcPct val="50000"/>
              </a:spcBef>
              <a:buClr>
                <a:srgbClr val="336666"/>
              </a:buClr>
              <a:buFont typeface="Wingdings" pitchFamily="2" charset="2"/>
              <a:buNone/>
            </a:pPr>
            <a:r>
              <a:rPr lang="fr-FR" sz="2400">
                <a:latin typeface="Calibri" pitchFamily="34" charset="0"/>
              </a:rPr>
              <a:t>Une </a:t>
            </a:r>
            <a:r>
              <a:rPr lang="fr-FR" sz="2400" b="1">
                <a:solidFill>
                  <a:srgbClr val="0000FF"/>
                </a:solidFill>
                <a:latin typeface="Calibri" pitchFamily="34" charset="0"/>
              </a:rPr>
              <a:t>séquence</a:t>
            </a:r>
            <a:endParaRPr lang="fr-FR" sz="2400">
              <a:latin typeface="Calibri" pitchFamily="34" charset="0"/>
            </a:endParaRPr>
          </a:p>
          <a:p>
            <a:pPr algn="ctr" eaLnBrk="1" hangingPunct="1">
              <a:spcBef>
                <a:spcPct val="50000"/>
              </a:spcBef>
              <a:buClr>
                <a:srgbClr val="336666"/>
              </a:buClr>
              <a:buFont typeface="Wingdings" pitchFamily="2" charset="2"/>
              <a:buNone/>
            </a:pPr>
            <a:r>
              <a:rPr lang="fr-FR" sz="2400">
                <a:latin typeface="Calibri" pitchFamily="34" charset="0"/>
              </a:rPr>
              <a:t>versus</a:t>
            </a:r>
          </a:p>
          <a:p>
            <a:pPr algn="ctr" eaLnBrk="1" hangingPunct="1">
              <a:spcBef>
                <a:spcPct val="50000"/>
              </a:spcBef>
              <a:buClr>
                <a:srgbClr val="336666"/>
              </a:buClr>
              <a:buFont typeface="Wingdings" pitchFamily="2" charset="2"/>
              <a:buNone/>
            </a:pPr>
            <a:r>
              <a:rPr lang="fr-FR" sz="2400">
                <a:latin typeface="Calibri" pitchFamily="34" charset="0"/>
              </a:rPr>
              <a:t>un </a:t>
            </a:r>
            <a:r>
              <a:rPr lang="fr-FR" sz="2400" b="1">
                <a:solidFill>
                  <a:srgbClr val="0000FF"/>
                </a:solidFill>
                <a:latin typeface="Calibri" pitchFamily="34" charset="0"/>
              </a:rPr>
              <a:t>dictionnaire</a:t>
            </a:r>
          </a:p>
        </p:txBody>
      </p:sp>
      <p:cxnSp>
        <p:nvCxnSpPr>
          <p:cNvPr id="241739" name="Connecteur droit avec flèche 35"/>
          <p:cNvCxnSpPr>
            <a:cxnSpLocks noChangeShapeType="1"/>
          </p:cNvCxnSpPr>
          <p:nvPr/>
        </p:nvCxnSpPr>
        <p:spPr bwMode="auto">
          <a:xfrm rot="5400000" flipH="1" flipV="1">
            <a:off x="1658938" y="3675063"/>
            <a:ext cx="952500" cy="69850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cxnSp>
        <p:nvCxnSpPr>
          <p:cNvPr id="241740" name="Connecteur droit avec flèche 36"/>
          <p:cNvCxnSpPr>
            <a:cxnSpLocks noChangeShapeType="1"/>
          </p:cNvCxnSpPr>
          <p:nvPr/>
        </p:nvCxnSpPr>
        <p:spPr bwMode="auto">
          <a:xfrm>
            <a:off x="2700338" y="5853113"/>
            <a:ext cx="719137"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
        <p:nvSpPr>
          <p:cNvPr id="39" name="Rectangle 38"/>
          <p:cNvSpPr/>
          <p:nvPr/>
        </p:nvSpPr>
        <p:spPr>
          <a:xfrm>
            <a:off x="428625" y="928688"/>
            <a:ext cx="1195388" cy="400050"/>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fr-FR" b="1" dirty="0">
                <a:solidFill>
                  <a:srgbClr val="FF0000"/>
                </a:solidFill>
                <a:latin typeface="+mn-lt"/>
              </a:rPr>
              <a:t>Principe</a:t>
            </a:r>
          </a:p>
        </p:txBody>
      </p:sp>
    </p:spTree>
    <p:custDataLst>
      <p:tags r:id="rId1"/>
    </p:custDataLst>
    <p:extLst>
      <p:ext uri="{BB962C8B-B14F-4D97-AF65-F5344CB8AC3E}">
        <p14:creationId xmlns:p14="http://schemas.microsoft.com/office/powerpoint/2010/main" val="4148808691"/>
      </p:ext>
    </p:extLst>
  </p:cSld>
  <p:clrMapOvr>
    <a:masterClrMapping/>
  </p:clrMapOvr>
  <p:transition>
    <p:wip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6691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sp>
        <p:nvSpPr>
          <p:cNvPr id="7" name="Rectangle 6"/>
          <p:cNvSpPr/>
          <p:nvPr/>
        </p:nvSpPr>
        <p:spPr>
          <a:xfrm>
            <a:off x="571500" y="1000125"/>
            <a:ext cx="6786563" cy="369332"/>
          </a:xfrm>
          <a:prstGeom prst="rect">
            <a:avLst/>
          </a:prstGeom>
        </p:spPr>
        <p:txBody>
          <a:bodyPr>
            <a:spAutoFit/>
          </a:bodyPr>
          <a:lstStyle/>
          <a:p>
            <a:pPr eaLnBrk="1" hangingPunct="1">
              <a:spcBef>
                <a:spcPct val="50000"/>
              </a:spcBef>
              <a:buClr>
                <a:srgbClr val="336666"/>
              </a:buClr>
              <a:buFont typeface="Arial" pitchFamily="34" charset="0"/>
              <a:buNone/>
              <a:defRPr/>
            </a:pPr>
            <a:r>
              <a:rPr lang="en-US" b="1" dirty="0" err="1">
                <a:solidFill>
                  <a:srgbClr val="FF0000"/>
                </a:solidFill>
                <a:latin typeface="+mn-lt"/>
              </a:rPr>
              <a:t>Syntaxe</a:t>
            </a:r>
            <a:r>
              <a:rPr lang="en-US" b="1" dirty="0">
                <a:solidFill>
                  <a:srgbClr val="FF0000"/>
                </a:solidFill>
                <a:latin typeface="+mn-lt"/>
              </a:rPr>
              <a:t> de la </a:t>
            </a:r>
            <a:r>
              <a:rPr lang="en-US" b="1" dirty="0" err="1">
                <a:solidFill>
                  <a:srgbClr val="FF0000"/>
                </a:solidFill>
                <a:latin typeface="+mn-lt"/>
              </a:rPr>
              <a:t>déclaration</a:t>
            </a:r>
            <a:r>
              <a:rPr lang="en-US" b="1" dirty="0">
                <a:solidFill>
                  <a:srgbClr val="FF0000"/>
                </a:solidFill>
                <a:latin typeface="+mn-lt"/>
              </a:rPr>
              <a:t> </a:t>
            </a:r>
            <a:r>
              <a:rPr lang="en-US" b="1" dirty="0" smtClean="0">
                <a:solidFill>
                  <a:srgbClr val="FF0000"/>
                </a:solidFill>
                <a:latin typeface="+mn-lt"/>
              </a:rPr>
              <a:t>d</a:t>
            </a:r>
            <a:r>
              <a:rPr lang="en-US" altLang="fr-FR" b="1" dirty="0" smtClean="0">
                <a:solidFill>
                  <a:srgbClr val="FF0000"/>
                </a:solidFill>
                <a:latin typeface="+mn-lt"/>
              </a:rPr>
              <a:t>’</a:t>
            </a:r>
            <a:r>
              <a:rPr lang="en-US" b="1" dirty="0" smtClean="0">
                <a:solidFill>
                  <a:srgbClr val="FF0000"/>
                </a:solidFill>
                <a:latin typeface="+mn-lt"/>
              </a:rPr>
              <a:t>un </a:t>
            </a:r>
            <a:r>
              <a:rPr lang="en-US" b="1" dirty="0" err="1" smtClean="0">
                <a:solidFill>
                  <a:srgbClr val="FF0000"/>
                </a:solidFill>
                <a:latin typeface="+mn-lt"/>
              </a:rPr>
              <a:t>dictionnaire</a:t>
            </a:r>
            <a:r>
              <a:rPr lang="en-US" b="1" dirty="0" smtClean="0">
                <a:solidFill>
                  <a:srgbClr val="FF0000"/>
                </a:solidFill>
                <a:latin typeface="+mn-lt"/>
              </a:rPr>
              <a:t> </a:t>
            </a:r>
            <a:r>
              <a:rPr lang="en-US" dirty="0">
                <a:solidFill>
                  <a:srgbClr val="FF0000"/>
                </a:solidFill>
                <a:latin typeface="+mn-lt"/>
              </a:rPr>
              <a:t>:</a:t>
            </a:r>
          </a:p>
        </p:txBody>
      </p:sp>
      <p:sp>
        <p:nvSpPr>
          <p:cNvPr id="9" name="Rectangle à coins arrondis 8"/>
          <p:cNvSpPr/>
          <p:nvPr/>
        </p:nvSpPr>
        <p:spPr>
          <a:xfrm>
            <a:off x="500063" y="1428750"/>
            <a:ext cx="7929562" cy="2571750"/>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300"/>
              </a:spcBef>
              <a:buClr>
                <a:srgbClr val="336666"/>
              </a:buClr>
              <a:buFont typeface="Wingdings" pitchFamily="2" charset="2"/>
              <a:buNone/>
              <a:defRPr/>
            </a:pPr>
            <a:r>
              <a:rPr lang="fr-FR" sz="2400" b="1" dirty="0" smtClean="0">
                <a:solidFill>
                  <a:schemeClr val="tx1"/>
                </a:solidFill>
                <a:latin typeface="Courier New" pitchFamily="49" charset="0"/>
                <a:ea typeface="MS PGothic" pitchFamily="34" charset="-128"/>
                <a:cs typeface="Courier New" pitchFamily="49" charset="0"/>
              </a:rPr>
              <a:t> </a:t>
            </a:r>
            <a:endParaRPr lang="fr-FR" sz="2400" b="1" dirty="0">
              <a:solidFill>
                <a:schemeClr val="tx1"/>
              </a:solidFill>
              <a:latin typeface="Courier New" pitchFamily="49" charset="0"/>
              <a:ea typeface="MS PGothic" pitchFamily="34" charset="-128"/>
              <a:cs typeface="Courier New" pitchFamily="49" charset="0"/>
            </a:endParaRPr>
          </a:p>
          <a:p>
            <a:pPr lvl="1" eaLnBrk="1" hangingPunct="1">
              <a:spcBef>
                <a:spcPts val="500"/>
              </a:spcBef>
              <a:buClr>
                <a:srgbClr val="336666"/>
              </a:buClr>
              <a:buFont typeface="Wingdings" pitchFamily="2" charset="2"/>
              <a:buNone/>
              <a:defRPr/>
            </a:pPr>
            <a:r>
              <a:rPr lang="fr-FR" sz="1800" b="1" dirty="0" err="1">
                <a:solidFill>
                  <a:schemeClr val="tx1"/>
                </a:solidFill>
                <a:latin typeface="Courier New" pitchFamily="49" charset="0"/>
                <a:ea typeface="MS PGothic" pitchFamily="34" charset="-128"/>
                <a:cs typeface="Courier New" pitchFamily="49" charset="0"/>
              </a:rPr>
              <a:t>monDicoVide</a:t>
            </a:r>
            <a:r>
              <a:rPr lang="fr-FR" sz="1800" b="1" dirty="0">
                <a:solidFill>
                  <a:schemeClr val="tx1"/>
                </a:solidFill>
                <a:latin typeface="Courier New" pitchFamily="49" charset="0"/>
                <a:ea typeface="MS PGothic" pitchFamily="34" charset="-128"/>
                <a:cs typeface="Courier New" pitchFamily="49" charset="0"/>
              </a:rPr>
              <a:t> = </a:t>
            </a:r>
            <a:r>
              <a:rPr lang="fr-FR" sz="1800" b="1" dirty="0" err="1">
                <a:solidFill>
                  <a:srgbClr val="0000FF"/>
                </a:solidFill>
                <a:latin typeface="Courier New" pitchFamily="49" charset="0"/>
                <a:ea typeface="MS PGothic" pitchFamily="34" charset="-128"/>
                <a:cs typeface="Courier New" pitchFamily="49" charset="0"/>
              </a:rPr>
              <a:t>dict</a:t>
            </a:r>
            <a:r>
              <a:rPr lang="fr-FR" sz="1800" b="1" dirty="0">
                <a:solidFill>
                  <a:schemeClr val="tx1"/>
                </a:solidFill>
                <a:latin typeface="Courier New" pitchFamily="49" charset="0"/>
                <a:ea typeface="MS PGothic" pitchFamily="34" charset="-128"/>
                <a:cs typeface="Courier New" pitchFamily="49" charset="0"/>
              </a:rPr>
              <a:t>()</a:t>
            </a:r>
          </a:p>
          <a:p>
            <a:pPr lvl="1" eaLnBrk="1" hangingPunct="1">
              <a:spcBef>
                <a:spcPts val="500"/>
              </a:spcBef>
              <a:buClr>
                <a:srgbClr val="336666"/>
              </a:buClr>
              <a:buFont typeface="Wingdings" pitchFamily="2" charset="2"/>
              <a:buNone/>
              <a:defRPr/>
            </a:pPr>
            <a:r>
              <a:rPr lang="fr-FR" sz="1800" b="1" dirty="0" err="1">
                <a:solidFill>
                  <a:schemeClr val="tx1"/>
                </a:solidFill>
                <a:latin typeface="Courier New" pitchFamily="49" charset="0"/>
                <a:ea typeface="MS PGothic" pitchFamily="34" charset="-128"/>
                <a:cs typeface="Courier New" pitchFamily="49" charset="0"/>
              </a:rPr>
              <a:t>monDicoVide</a:t>
            </a:r>
            <a:r>
              <a:rPr lang="fr-FR" sz="1800" b="1" dirty="0">
                <a:solidFill>
                  <a:schemeClr val="tx1"/>
                </a:solidFill>
                <a:latin typeface="Courier New" pitchFamily="49" charset="0"/>
                <a:ea typeface="MS PGothic" pitchFamily="34" charset="-128"/>
                <a:cs typeface="Courier New" pitchFamily="49" charset="0"/>
              </a:rPr>
              <a:t> = {}</a:t>
            </a:r>
          </a:p>
          <a:p>
            <a:pPr lvl="1" eaLnBrk="1" hangingPunct="1">
              <a:spcBef>
                <a:spcPts val="500"/>
              </a:spcBef>
              <a:buClr>
                <a:srgbClr val="336666"/>
              </a:buClr>
              <a:buFont typeface="Wingdings" pitchFamily="2" charset="2"/>
              <a:buNone/>
              <a:defRPr/>
            </a:pPr>
            <a:r>
              <a:rPr lang="fr-FR" sz="1800" b="1" dirty="0" err="1">
                <a:solidFill>
                  <a:schemeClr val="tx1"/>
                </a:solidFill>
                <a:latin typeface="Courier New" pitchFamily="49" charset="0"/>
                <a:ea typeface="MS PGothic" pitchFamily="34" charset="-128"/>
                <a:cs typeface="Courier New" pitchFamily="49" charset="0"/>
              </a:rPr>
              <a:t>monDico</a:t>
            </a:r>
            <a:r>
              <a:rPr lang="fr-FR" sz="1800" b="1" dirty="0">
                <a:solidFill>
                  <a:schemeClr val="tx1"/>
                </a:solidFill>
                <a:latin typeface="Courier New" pitchFamily="49" charset="0"/>
                <a:ea typeface="MS PGothic" pitchFamily="34" charset="-128"/>
                <a:cs typeface="Courier New" pitchFamily="49" charset="0"/>
              </a:rPr>
              <a:t> = {</a:t>
            </a:r>
            <a:r>
              <a:rPr lang="fr-FR" sz="1800" b="1" i="1" dirty="0">
                <a:solidFill>
                  <a:srgbClr val="7F7F7F"/>
                </a:solidFill>
                <a:latin typeface="Courier New" pitchFamily="49" charset="0"/>
                <a:ea typeface="MS PGothic" pitchFamily="34" charset="-128"/>
                <a:cs typeface="Courier New" pitchFamily="49" charset="0"/>
              </a:rPr>
              <a:t>clé1:</a:t>
            </a:r>
            <a:r>
              <a:rPr lang="fr-FR" sz="1800" b="1" i="1" dirty="0" err="1">
                <a:solidFill>
                  <a:srgbClr val="7F7F7F"/>
                </a:solidFill>
                <a:latin typeface="Courier New" pitchFamily="49" charset="0"/>
                <a:ea typeface="MS PGothic" pitchFamily="34" charset="-128"/>
                <a:cs typeface="Courier New" pitchFamily="49" charset="0"/>
              </a:rPr>
              <a:t>val</a:t>
            </a:r>
            <a:r>
              <a:rPr lang="fr-FR" sz="1800" b="1" dirty="0" err="1">
                <a:solidFill>
                  <a:schemeClr val="tx1"/>
                </a:solidFill>
                <a:latin typeface="Courier New" pitchFamily="49" charset="0"/>
                <a:ea typeface="MS PGothic" pitchFamily="34" charset="-128"/>
                <a:cs typeface="Courier New" pitchFamily="49" charset="0"/>
              </a:rPr>
              <a:t>,</a:t>
            </a:r>
            <a:r>
              <a:rPr lang="fr-FR" sz="1800" b="1" i="1" dirty="0" err="1">
                <a:solidFill>
                  <a:srgbClr val="7F7F7F"/>
                </a:solidFill>
                <a:latin typeface="Courier New" pitchFamily="49" charset="0"/>
                <a:ea typeface="MS PGothic" pitchFamily="34" charset="-128"/>
                <a:cs typeface="Courier New" pitchFamily="49" charset="0"/>
              </a:rPr>
              <a:t>clé2</a:t>
            </a:r>
            <a:r>
              <a:rPr lang="fr-FR" sz="1800" b="1" i="1" dirty="0">
                <a:solidFill>
                  <a:srgbClr val="7F7F7F"/>
                </a:solidFill>
                <a:latin typeface="Courier New" pitchFamily="49" charset="0"/>
                <a:ea typeface="MS PGothic" pitchFamily="34" charset="-128"/>
                <a:cs typeface="Courier New" pitchFamily="49" charset="0"/>
              </a:rPr>
              <a:t>:val</a:t>
            </a:r>
            <a:r>
              <a:rPr lang="fr-FR" sz="1800" b="1" dirty="0">
                <a:solidFill>
                  <a:srgbClr val="000000"/>
                </a:solidFill>
                <a:latin typeface="Courier New" pitchFamily="49" charset="0"/>
                <a:ea typeface="MS PGothic" pitchFamily="34" charset="-128"/>
                <a:cs typeface="Courier New" pitchFamily="49" charset="0"/>
              </a:rPr>
              <a:t>,...,</a:t>
            </a:r>
            <a:r>
              <a:rPr lang="fr-FR" sz="1800" b="1" i="1" dirty="0" err="1">
                <a:solidFill>
                  <a:srgbClr val="7F7F7F"/>
                </a:solidFill>
                <a:latin typeface="Courier New" pitchFamily="49" charset="0"/>
                <a:ea typeface="MS PGothic" pitchFamily="34" charset="-128"/>
                <a:cs typeface="Courier New" pitchFamily="49" charset="0"/>
              </a:rPr>
              <a:t>cléN,val</a:t>
            </a:r>
            <a:r>
              <a:rPr lang="fr-FR" sz="1800" b="1" dirty="0">
                <a:solidFill>
                  <a:schemeClr val="tx1"/>
                </a:solidFill>
                <a:latin typeface="Courier New" pitchFamily="49" charset="0"/>
                <a:ea typeface="MS PGothic" pitchFamily="34" charset="-128"/>
                <a:cs typeface="Courier New" pitchFamily="49" charset="0"/>
              </a:rPr>
              <a:t>}</a:t>
            </a:r>
          </a:p>
          <a:p>
            <a:pPr lvl="1" eaLnBrk="1" hangingPunct="1">
              <a:spcBef>
                <a:spcPct val="50000"/>
              </a:spcBef>
              <a:buClr>
                <a:srgbClr val="336666"/>
              </a:buClr>
              <a:buFont typeface="Wingdings" pitchFamily="2" charset="2"/>
              <a:buNone/>
              <a:defRPr/>
            </a:pPr>
            <a:r>
              <a:rPr lang="fr-FR" sz="1800" b="1" dirty="0" err="1">
                <a:solidFill>
                  <a:schemeClr val="tx1"/>
                </a:solidFill>
                <a:latin typeface="Courier New" pitchFamily="49" charset="0"/>
                <a:ea typeface="MS PGothic" pitchFamily="34" charset="-128"/>
                <a:cs typeface="Courier New" pitchFamily="49" charset="0"/>
              </a:rPr>
              <a:t>monDico</a:t>
            </a:r>
            <a:r>
              <a:rPr lang="fr-FR" sz="1800" b="1" dirty="0">
                <a:solidFill>
                  <a:schemeClr val="tx1"/>
                </a:solidFill>
                <a:latin typeface="Courier New" pitchFamily="49" charset="0"/>
                <a:ea typeface="MS PGothic" pitchFamily="34" charset="-128"/>
                <a:cs typeface="Courier New" pitchFamily="49" charset="0"/>
              </a:rPr>
              <a:t> = </a:t>
            </a:r>
            <a:r>
              <a:rPr lang="fr-FR" sz="1800" b="1" dirty="0" err="1">
                <a:solidFill>
                  <a:srgbClr val="0000FF"/>
                </a:solidFill>
                <a:latin typeface="Courier New" pitchFamily="49" charset="0"/>
                <a:ea typeface="MS PGothic" pitchFamily="34" charset="-128"/>
                <a:cs typeface="Courier New" pitchFamily="49" charset="0"/>
              </a:rPr>
              <a:t>dict</a:t>
            </a:r>
            <a:r>
              <a:rPr lang="fr-FR" sz="1800" b="1" dirty="0">
                <a:solidFill>
                  <a:schemeClr val="tx1"/>
                </a:solidFill>
                <a:latin typeface="Courier New" pitchFamily="49" charset="0"/>
                <a:ea typeface="MS PGothic" pitchFamily="34" charset="-128"/>
                <a:cs typeface="Courier New" pitchFamily="49" charset="0"/>
              </a:rPr>
              <a:t>([(</a:t>
            </a:r>
            <a:r>
              <a:rPr lang="fr-FR" sz="1800" b="1" i="1" dirty="0">
                <a:solidFill>
                  <a:srgbClr val="7F7F7F"/>
                </a:solidFill>
                <a:latin typeface="Courier New" pitchFamily="49" charset="0"/>
                <a:ea typeface="MS PGothic" pitchFamily="34" charset="-128"/>
                <a:cs typeface="Courier New" pitchFamily="49" charset="0"/>
              </a:rPr>
              <a:t>clé1</a:t>
            </a:r>
            <a:r>
              <a:rPr lang="fr-FR" sz="1800" b="1" dirty="0">
                <a:solidFill>
                  <a:schemeClr val="tx1"/>
                </a:solidFill>
                <a:latin typeface="Courier New" pitchFamily="49" charset="0"/>
                <a:ea typeface="MS PGothic" pitchFamily="34" charset="-128"/>
                <a:cs typeface="Courier New" pitchFamily="49" charset="0"/>
              </a:rPr>
              <a:t>,</a:t>
            </a:r>
            <a:r>
              <a:rPr lang="fr-FR" sz="1800" b="1" i="1" dirty="0">
                <a:solidFill>
                  <a:srgbClr val="7F7F7F"/>
                </a:solidFill>
                <a:latin typeface="Courier New" pitchFamily="49" charset="0"/>
                <a:ea typeface="MS PGothic" pitchFamily="34" charset="-128"/>
                <a:cs typeface="Courier New" pitchFamily="49" charset="0"/>
              </a:rPr>
              <a:t>val</a:t>
            </a:r>
            <a:r>
              <a:rPr lang="fr-FR" sz="1800" b="1" dirty="0">
                <a:solidFill>
                  <a:schemeClr val="tx1"/>
                </a:solidFill>
                <a:latin typeface="Courier New" pitchFamily="49" charset="0"/>
                <a:ea typeface="MS PGothic" pitchFamily="34" charset="-128"/>
                <a:cs typeface="Courier New" pitchFamily="49" charset="0"/>
              </a:rPr>
              <a:t>),...,(</a:t>
            </a:r>
            <a:r>
              <a:rPr lang="fr-FR" sz="1800" b="1" i="1" dirty="0" err="1">
                <a:solidFill>
                  <a:srgbClr val="7F7F7F"/>
                </a:solidFill>
                <a:latin typeface="Courier New" pitchFamily="49" charset="0"/>
                <a:ea typeface="MS PGothic" pitchFamily="34" charset="-128"/>
                <a:cs typeface="Courier New" pitchFamily="49" charset="0"/>
              </a:rPr>
              <a:t>cléN</a:t>
            </a:r>
            <a:r>
              <a:rPr lang="fr-FR" sz="1800" b="1" dirty="0" err="1">
                <a:solidFill>
                  <a:schemeClr val="tx1"/>
                </a:solidFill>
                <a:latin typeface="Courier New" pitchFamily="49" charset="0"/>
                <a:ea typeface="MS PGothic" pitchFamily="34" charset="-128"/>
                <a:cs typeface="Courier New" pitchFamily="49" charset="0"/>
              </a:rPr>
              <a:t>,</a:t>
            </a:r>
            <a:r>
              <a:rPr lang="fr-FR" sz="1800" b="1" i="1" dirty="0" err="1">
                <a:solidFill>
                  <a:srgbClr val="7F7F7F"/>
                </a:solidFill>
                <a:latin typeface="Courier New" pitchFamily="49" charset="0"/>
                <a:ea typeface="MS PGothic" pitchFamily="34" charset="-128"/>
                <a:cs typeface="Courier New" pitchFamily="49" charset="0"/>
              </a:rPr>
              <a:t>val</a:t>
            </a:r>
            <a:r>
              <a:rPr lang="fr-FR" sz="1800" b="1" dirty="0">
                <a:solidFill>
                  <a:schemeClr val="tx1"/>
                </a:solidFill>
                <a:latin typeface="Courier New" pitchFamily="49" charset="0"/>
                <a:ea typeface="MS PGothic" pitchFamily="34" charset="-128"/>
                <a:cs typeface="Courier New" pitchFamily="49" charset="0"/>
              </a:rPr>
              <a:t>)])</a:t>
            </a:r>
          </a:p>
          <a:p>
            <a:pPr lvl="1" eaLnBrk="1" hangingPunct="1">
              <a:spcBef>
                <a:spcPct val="50000"/>
              </a:spcBef>
              <a:buClr>
                <a:srgbClr val="336666"/>
              </a:buClr>
              <a:buFont typeface="Wingdings" pitchFamily="2" charset="2"/>
              <a:buNone/>
              <a:defRPr/>
            </a:pPr>
            <a:endParaRPr lang="fr-FR" b="1" dirty="0">
              <a:solidFill>
                <a:schemeClr val="tx1"/>
              </a:solidFill>
              <a:latin typeface="Courier New" pitchFamily="49" charset="0"/>
              <a:ea typeface="MS PGothic" pitchFamily="34" charset="-128"/>
              <a:cs typeface="Courier New" pitchFamily="49" charset="0"/>
            </a:endParaRPr>
          </a:p>
        </p:txBody>
      </p:sp>
      <p:sp>
        <p:nvSpPr>
          <p:cNvPr id="11" name="Rectangle 10"/>
          <p:cNvSpPr/>
          <p:nvPr/>
        </p:nvSpPr>
        <p:spPr>
          <a:xfrm>
            <a:off x="571500" y="4214813"/>
            <a:ext cx="8215313" cy="400050"/>
          </a:xfrm>
          <a:prstGeom prst="rect">
            <a:avLst/>
          </a:prstGeom>
        </p:spPr>
        <p:txBody>
          <a:bodyPr>
            <a:spAutoFit/>
          </a:bodyPr>
          <a:lstStyle/>
          <a:p>
            <a:pPr eaLnBrk="1" hangingPunct="1">
              <a:spcBef>
                <a:spcPct val="50000"/>
              </a:spcBef>
              <a:buClr>
                <a:srgbClr val="336666"/>
              </a:buClr>
              <a:buFont typeface="Arial" pitchFamily="34" charset="0"/>
              <a:buNone/>
              <a:defRPr/>
            </a:pPr>
            <a:r>
              <a:rPr lang="en-US" b="1" dirty="0" err="1">
                <a:solidFill>
                  <a:srgbClr val="FF0000"/>
                </a:solidFill>
                <a:latin typeface="+mj-lt"/>
              </a:rPr>
              <a:t>Ajout</a:t>
            </a:r>
            <a:r>
              <a:rPr lang="en-US" b="1" dirty="0">
                <a:solidFill>
                  <a:srgbClr val="FF0000"/>
                </a:solidFill>
                <a:latin typeface="+mj-lt"/>
              </a:rPr>
              <a:t> d</a:t>
            </a:r>
            <a:r>
              <a:rPr lang="en-US" altLang="fr-FR" b="1" dirty="0">
                <a:solidFill>
                  <a:srgbClr val="FF0000"/>
                </a:solidFill>
                <a:latin typeface="+mj-lt"/>
              </a:rPr>
              <a:t>’</a:t>
            </a:r>
            <a:r>
              <a:rPr lang="en-US" b="1" dirty="0">
                <a:solidFill>
                  <a:srgbClr val="FF0000"/>
                </a:solidFill>
                <a:latin typeface="+mj-lt"/>
              </a:rPr>
              <a:t>un </a:t>
            </a:r>
            <a:r>
              <a:rPr lang="en-US" b="1" dirty="0" err="1">
                <a:solidFill>
                  <a:srgbClr val="FF0000"/>
                </a:solidFill>
                <a:latin typeface="+mj-lt"/>
              </a:rPr>
              <a:t>élément</a:t>
            </a:r>
            <a:r>
              <a:rPr lang="en-US" b="1" dirty="0">
                <a:solidFill>
                  <a:srgbClr val="FF0000"/>
                </a:solidFill>
                <a:latin typeface="+mj-lt"/>
              </a:rPr>
              <a:t> </a:t>
            </a:r>
            <a:r>
              <a:rPr lang="en-US" b="1" dirty="0" err="1">
                <a:solidFill>
                  <a:srgbClr val="FF0000"/>
                </a:solidFill>
                <a:latin typeface="+mj-lt"/>
              </a:rPr>
              <a:t>ou</a:t>
            </a:r>
            <a:r>
              <a:rPr lang="en-US" b="1" dirty="0">
                <a:solidFill>
                  <a:srgbClr val="FF0000"/>
                </a:solidFill>
                <a:latin typeface="+mj-lt"/>
              </a:rPr>
              <a:t> modification </a:t>
            </a:r>
            <a:r>
              <a:rPr lang="en-US" b="1" dirty="0" err="1">
                <a:solidFill>
                  <a:srgbClr val="FF0000"/>
                </a:solidFill>
                <a:latin typeface="+mj-lt"/>
              </a:rPr>
              <a:t>d</a:t>
            </a:r>
            <a:r>
              <a:rPr lang="en-US" altLang="fr-FR" b="1" dirty="0" err="1">
                <a:solidFill>
                  <a:srgbClr val="FF0000"/>
                </a:solidFill>
                <a:latin typeface="+mj-lt"/>
              </a:rPr>
              <a:t>’</a:t>
            </a:r>
            <a:r>
              <a:rPr lang="en-US" b="1" dirty="0" err="1">
                <a:solidFill>
                  <a:srgbClr val="FF0000"/>
                </a:solidFill>
                <a:latin typeface="+mj-lt"/>
              </a:rPr>
              <a:t>une</a:t>
            </a:r>
            <a:r>
              <a:rPr lang="en-US" b="1" dirty="0">
                <a:solidFill>
                  <a:srgbClr val="FF0000"/>
                </a:solidFill>
                <a:latin typeface="+mj-lt"/>
              </a:rPr>
              <a:t> </a:t>
            </a:r>
            <a:r>
              <a:rPr lang="en-US" b="1" dirty="0" err="1">
                <a:solidFill>
                  <a:srgbClr val="FF0000"/>
                </a:solidFill>
                <a:latin typeface="+mj-lt"/>
              </a:rPr>
              <a:t>valeur</a:t>
            </a:r>
            <a:r>
              <a:rPr lang="en-US" b="1" dirty="0">
                <a:solidFill>
                  <a:srgbClr val="FF0000"/>
                </a:solidFill>
                <a:latin typeface="+mj-lt"/>
              </a:rPr>
              <a:t> </a:t>
            </a:r>
            <a:r>
              <a:rPr lang="en-US" dirty="0">
                <a:latin typeface="+mj-lt"/>
              </a:rPr>
              <a:t>:</a:t>
            </a:r>
          </a:p>
        </p:txBody>
      </p:sp>
      <p:sp>
        <p:nvSpPr>
          <p:cNvPr id="12" name="Rectangle à coins arrondis 11"/>
          <p:cNvSpPr/>
          <p:nvPr/>
        </p:nvSpPr>
        <p:spPr>
          <a:xfrm>
            <a:off x="1377950" y="4572000"/>
            <a:ext cx="6194425" cy="642938"/>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anchor="ctr"/>
          <a:lstStyle/>
          <a:p>
            <a:pPr lvl="1" algn="ctr" eaLnBrk="1" hangingPunct="1">
              <a:spcBef>
                <a:spcPct val="50000"/>
              </a:spcBef>
              <a:buClr>
                <a:srgbClr val="336666"/>
              </a:buClr>
              <a:buFont typeface="Wingdings" pitchFamily="2" charset="2"/>
              <a:buNone/>
              <a:defRPr/>
            </a:pPr>
            <a:r>
              <a:rPr lang="fr-FR" b="1" dirty="0" err="1">
                <a:solidFill>
                  <a:schemeClr val="tx1"/>
                </a:solidFill>
                <a:latin typeface="Courier New" pitchFamily="49" charset="0"/>
                <a:ea typeface="MS PGothic" pitchFamily="34" charset="-128"/>
                <a:cs typeface="Courier New" pitchFamily="49" charset="0"/>
              </a:rPr>
              <a:t>monDico</a:t>
            </a:r>
            <a:r>
              <a:rPr lang="fr-FR" b="1" dirty="0">
                <a:solidFill>
                  <a:schemeClr val="tx1"/>
                </a:solidFill>
                <a:latin typeface="Courier New" pitchFamily="49" charset="0"/>
                <a:ea typeface="MS PGothic" pitchFamily="34" charset="-128"/>
                <a:cs typeface="Courier New" pitchFamily="49" charset="0"/>
              </a:rPr>
              <a:t>[</a:t>
            </a:r>
            <a:r>
              <a:rPr lang="fr-FR" b="1" i="1" dirty="0" err="1">
                <a:solidFill>
                  <a:srgbClr val="7F7F7F"/>
                </a:solidFill>
                <a:latin typeface="Courier New" pitchFamily="49" charset="0"/>
                <a:ea typeface="MS PGothic" pitchFamily="34" charset="-128"/>
                <a:cs typeface="Courier New" pitchFamily="49" charset="0"/>
              </a:rPr>
              <a:t>maClé</a:t>
            </a:r>
            <a:r>
              <a:rPr lang="fr-FR" b="1" dirty="0">
                <a:solidFill>
                  <a:schemeClr val="tx1"/>
                </a:solidFill>
                <a:latin typeface="Courier New" pitchFamily="49" charset="0"/>
                <a:ea typeface="MS PGothic" pitchFamily="34" charset="-128"/>
                <a:cs typeface="Courier New" pitchFamily="49" charset="0"/>
              </a:rPr>
              <a:t>] = </a:t>
            </a:r>
            <a:r>
              <a:rPr lang="fr-FR" b="1" dirty="0" err="1">
                <a:solidFill>
                  <a:schemeClr val="tx1"/>
                </a:solidFill>
                <a:latin typeface="Courier New" pitchFamily="49" charset="0"/>
                <a:ea typeface="MS PGothic" pitchFamily="34" charset="-128"/>
                <a:cs typeface="Courier New" pitchFamily="49" charset="0"/>
              </a:rPr>
              <a:t>maValeur</a:t>
            </a:r>
            <a:endParaRPr lang="fr-FR" b="1" dirty="0">
              <a:solidFill>
                <a:schemeClr val="tx1"/>
              </a:solidFill>
              <a:latin typeface="Courier New" pitchFamily="49" charset="0"/>
              <a:ea typeface="MS PGothic" pitchFamily="34" charset="-128"/>
              <a:cs typeface="Courier New" pitchFamily="49" charset="0"/>
            </a:endParaRPr>
          </a:p>
        </p:txBody>
      </p:sp>
      <p:sp>
        <p:nvSpPr>
          <p:cNvPr id="13" name="Rectangle 12"/>
          <p:cNvSpPr/>
          <p:nvPr/>
        </p:nvSpPr>
        <p:spPr>
          <a:xfrm>
            <a:off x="714375" y="5308600"/>
            <a:ext cx="7715250" cy="1477963"/>
          </a:xfrm>
          <a:prstGeom prst="rect">
            <a:avLst/>
          </a:prstGeom>
        </p:spPr>
        <p:txBody>
          <a:bodyPr>
            <a:spAutoFit/>
          </a:bodyPr>
          <a:lstStyle/>
          <a:p>
            <a:pPr algn="just" eaLnBrk="1" hangingPunct="1">
              <a:spcBef>
                <a:spcPct val="50000"/>
              </a:spcBef>
              <a:buClr>
                <a:srgbClr val="336666"/>
              </a:buClr>
              <a:buFont typeface="Wingdings" pitchFamily="2" charset="2"/>
              <a:buChar char="§"/>
              <a:defRPr/>
            </a:pPr>
            <a:r>
              <a:rPr lang="en-US" dirty="0">
                <a:latin typeface="+mn-lt"/>
              </a:rPr>
              <a:t>Si la </a:t>
            </a:r>
            <a:r>
              <a:rPr lang="en-US" dirty="0" err="1">
                <a:latin typeface="+mn-lt"/>
              </a:rPr>
              <a:t>clé</a:t>
            </a:r>
            <a:r>
              <a:rPr lang="en-US" dirty="0">
                <a:latin typeface="+mn-lt"/>
              </a:rPr>
              <a:t> </a:t>
            </a:r>
            <a:r>
              <a:rPr lang="en-US" b="1" dirty="0" err="1">
                <a:solidFill>
                  <a:srgbClr val="0000FF"/>
                </a:solidFill>
                <a:latin typeface="+mn-lt"/>
              </a:rPr>
              <a:t>maClé</a:t>
            </a:r>
            <a:r>
              <a:rPr lang="en-US" dirty="0">
                <a:latin typeface="+mn-lt"/>
              </a:rPr>
              <a:t> ne fait pas </a:t>
            </a:r>
            <a:r>
              <a:rPr lang="en-US" dirty="0" err="1">
                <a:latin typeface="+mn-lt"/>
              </a:rPr>
              <a:t>partie</a:t>
            </a:r>
            <a:r>
              <a:rPr lang="en-US" dirty="0">
                <a:latin typeface="+mn-lt"/>
              </a:rPr>
              <a:t> du </a:t>
            </a:r>
            <a:r>
              <a:rPr lang="en-US" dirty="0" err="1">
                <a:latin typeface="+mn-lt"/>
              </a:rPr>
              <a:t>dictionnaire</a:t>
            </a:r>
            <a:r>
              <a:rPr lang="en-US" dirty="0">
                <a:latin typeface="+mn-lt"/>
              </a:rPr>
              <a:t>, </a:t>
            </a:r>
            <a:r>
              <a:rPr lang="en-US" dirty="0" err="1">
                <a:latin typeface="+mn-lt"/>
              </a:rPr>
              <a:t>il</a:t>
            </a:r>
            <a:r>
              <a:rPr lang="en-US" dirty="0">
                <a:latin typeface="+mn-lt"/>
              </a:rPr>
              <a:t> y a </a:t>
            </a:r>
            <a:r>
              <a:rPr lang="en-US" dirty="0" err="1">
                <a:latin typeface="+mn-lt"/>
              </a:rPr>
              <a:t>création</a:t>
            </a:r>
            <a:r>
              <a:rPr lang="en-US" dirty="0">
                <a:latin typeface="+mn-lt"/>
              </a:rPr>
              <a:t> d</a:t>
            </a:r>
            <a:r>
              <a:rPr lang="en-US" altLang="fr-FR" dirty="0">
                <a:latin typeface="+mn-lt"/>
              </a:rPr>
              <a:t>’</a:t>
            </a:r>
            <a:r>
              <a:rPr lang="en-US" dirty="0">
                <a:latin typeface="+mn-lt"/>
              </a:rPr>
              <a:t>un couple </a:t>
            </a:r>
            <a:r>
              <a:rPr lang="en-US" b="1" dirty="0" err="1">
                <a:solidFill>
                  <a:srgbClr val="0000FF"/>
                </a:solidFill>
                <a:latin typeface="+mn-lt"/>
              </a:rPr>
              <a:t>maClé</a:t>
            </a:r>
            <a:r>
              <a:rPr lang="en-US" b="1" dirty="0">
                <a:solidFill>
                  <a:srgbClr val="0000FF"/>
                </a:solidFill>
                <a:latin typeface="+mn-lt"/>
              </a:rPr>
              <a:t> : </a:t>
            </a:r>
            <a:r>
              <a:rPr lang="en-US" b="1" dirty="0" err="1">
                <a:solidFill>
                  <a:srgbClr val="0000FF"/>
                </a:solidFill>
                <a:latin typeface="+mn-lt"/>
              </a:rPr>
              <a:t>maValeur</a:t>
            </a:r>
            <a:r>
              <a:rPr lang="en-US" dirty="0">
                <a:latin typeface="+mn-lt"/>
              </a:rPr>
              <a:t>.</a:t>
            </a:r>
          </a:p>
          <a:p>
            <a:pPr algn="just" eaLnBrk="1" hangingPunct="1">
              <a:spcBef>
                <a:spcPct val="50000"/>
              </a:spcBef>
              <a:buClr>
                <a:srgbClr val="336666"/>
              </a:buClr>
              <a:buFont typeface="Wingdings" pitchFamily="2" charset="2"/>
              <a:buChar char="§"/>
              <a:defRPr/>
            </a:pPr>
            <a:r>
              <a:rPr lang="en-US" dirty="0">
                <a:latin typeface="+mn-lt"/>
              </a:rPr>
              <a:t>Si </a:t>
            </a:r>
            <a:r>
              <a:rPr lang="en-US" dirty="0" err="1">
                <a:latin typeface="+mn-lt"/>
              </a:rPr>
              <a:t>elle</a:t>
            </a:r>
            <a:r>
              <a:rPr lang="en-US" dirty="0">
                <a:latin typeface="+mn-lt"/>
              </a:rPr>
              <a:t> en </a:t>
            </a:r>
            <a:r>
              <a:rPr lang="en-US" dirty="0" err="1">
                <a:latin typeface="+mn-lt"/>
              </a:rPr>
              <a:t>faisait</a:t>
            </a:r>
            <a:r>
              <a:rPr lang="en-US" dirty="0">
                <a:latin typeface="+mn-lt"/>
              </a:rPr>
              <a:t> </a:t>
            </a:r>
            <a:r>
              <a:rPr lang="en-US" dirty="0" err="1">
                <a:latin typeface="+mn-lt"/>
              </a:rPr>
              <a:t>partie</a:t>
            </a:r>
            <a:r>
              <a:rPr lang="en-US" dirty="0">
                <a:latin typeface="+mn-lt"/>
              </a:rPr>
              <a:t>, </a:t>
            </a:r>
            <a:r>
              <a:rPr lang="en-US" dirty="0" err="1">
                <a:latin typeface="+mn-lt"/>
              </a:rPr>
              <a:t>sa</a:t>
            </a:r>
            <a:r>
              <a:rPr lang="en-US" dirty="0">
                <a:latin typeface="+mn-lt"/>
              </a:rPr>
              <a:t> </a:t>
            </a:r>
            <a:r>
              <a:rPr lang="en-US" dirty="0" err="1">
                <a:latin typeface="+mn-lt"/>
              </a:rPr>
              <a:t>valeur</a:t>
            </a:r>
            <a:r>
              <a:rPr lang="en-US" dirty="0">
                <a:latin typeface="+mn-lt"/>
              </a:rPr>
              <a:t> </a:t>
            </a:r>
            <a:r>
              <a:rPr lang="en-US" dirty="0" err="1">
                <a:latin typeface="+mn-lt"/>
              </a:rPr>
              <a:t>associée</a:t>
            </a:r>
            <a:r>
              <a:rPr lang="en-US" dirty="0">
                <a:latin typeface="+mn-lt"/>
              </a:rPr>
              <a:t> </a:t>
            </a:r>
            <a:r>
              <a:rPr lang="en-US" dirty="0" err="1">
                <a:latin typeface="+mn-lt"/>
              </a:rPr>
              <a:t>est</a:t>
            </a:r>
            <a:r>
              <a:rPr lang="en-US" dirty="0">
                <a:latin typeface="+mn-lt"/>
              </a:rPr>
              <a:t> </a:t>
            </a:r>
            <a:r>
              <a:rPr lang="en-US" dirty="0" err="1">
                <a:latin typeface="+mn-lt"/>
              </a:rPr>
              <a:t>mise</a:t>
            </a:r>
            <a:r>
              <a:rPr lang="en-US" dirty="0">
                <a:latin typeface="+mn-lt"/>
              </a:rPr>
              <a:t> à jour </a:t>
            </a:r>
            <a:r>
              <a:rPr lang="en-US" dirty="0" err="1">
                <a:latin typeface="+mn-lt"/>
              </a:rPr>
              <a:t>vers</a:t>
            </a:r>
            <a:r>
              <a:rPr lang="en-US" dirty="0">
                <a:latin typeface="+mn-lt"/>
              </a:rPr>
              <a:t> </a:t>
            </a:r>
            <a:r>
              <a:rPr lang="en-US" b="1" dirty="0" err="1">
                <a:solidFill>
                  <a:srgbClr val="0000FF"/>
                </a:solidFill>
                <a:latin typeface="+mn-lt"/>
              </a:rPr>
              <a:t>maValeur</a:t>
            </a:r>
            <a:r>
              <a:rPr lang="en-US" dirty="0">
                <a:latin typeface="+mn-lt"/>
              </a:rPr>
              <a:t>.</a:t>
            </a:r>
          </a:p>
        </p:txBody>
      </p:sp>
    </p:spTree>
    <p:custDataLst>
      <p:tags r:id="rId1"/>
    </p:custDataLst>
    <p:extLst>
      <p:ext uri="{BB962C8B-B14F-4D97-AF65-F5344CB8AC3E}">
        <p14:creationId xmlns:p14="http://schemas.microsoft.com/office/powerpoint/2010/main" val="318342262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heckerboard(across)">
                                      <p:cBhvr>
                                        <p:cTn id="10" dur="500"/>
                                        <p:tgtEl>
                                          <p:spTgt spid="1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heckerboard(across)">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1059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1059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9" name="Content Placeholder 2"/>
          <p:cNvSpPr txBox="1">
            <a:spLocks/>
          </p:cNvSpPr>
          <p:nvPr/>
        </p:nvSpPr>
        <p:spPr>
          <a:xfrm>
            <a:off x="493713" y="1000125"/>
            <a:ext cx="8435975" cy="571500"/>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err="1">
                <a:solidFill>
                  <a:srgbClr val="FF0000"/>
                </a:solidFill>
                <a:latin typeface="+mn-lt"/>
                <a:cs typeface="+mn-cs"/>
              </a:rPr>
              <a:t>Exemple</a:t>
            </a:r>
            <a:r>
              <a:rPr lang="en-US" kern="0" dirty="0">
                <a:latin typeface="+mn-lt"/>
                <a:cs typeface="+mn-cs"/>
              </a:rPr>
              <a:t> : à </a:t>
            </a:r>
            <a:r>
              <a:rPr lang="en-US" kern="0" dirty="0" err="1">
                <a:latin typeface="+mn-lt"/>
                <a:cs typeface="+mn-cs"/>
              </a:rPr>
              <a:t>partir</a:t>
            </a:r>
            <a:r>
              <a:rPr lang="en-US" kern="0" dirty="0">
                <a:latin typeface="+mn-lt"/>
                <a:cs typeface="+mn-cs"/>
              </a:rPr>
              <a:t> d</a:t>
            </a:r>
            <a:r>
              <a:rPr lang="en-US" altLang="fr-FR" kern="0" dirty="0">
                <a:latin typeface="+mn-lt"/>
                <a:cs typeface="+mn-cs"/>
              </a:rPr>
              <a:t>’</a:t>
            </a:r>
            <a:r>
              <a:rPr lang="en-US" kern="0" dirty="0">
                <a:latin typeface="+mn-lt"/>
                <a:cs typeface="+mn-cs"/>
              </a:rPr>
              <a:t>un </a:t>
            </a:r>
            <a:r>
              <a:rPr lang="en-US" kern="0" dirty="0" err="1">
                <a:latin typeface="+mn-lt"/>
                <a:cs typeface="+mn-cs"/>
              </a:rPr>
              <a:t>dictionnaire</a:t>
            </a:r>
            <a:r>
              <a:rPr lang="en-US" kern="0" dirty="0">
                <a:latin typeface="+mn-lt"/>
                <a:cs typeface="+mn-cs"/>
              </a:rPr>
              <a:t> vide</a:t>
            </a:r>
          </a:p>
        </p:txBody>
      </p:sp>
      <p:sp>
        <p:nvSpPr>
          <p:cNvPr id="11" name="Rectangle à coins arrondis 10"/>
          <p:cNvSpPr/>
          <p:nvPr/>
        </p:nvSpPr>
        <p:spPr>
          <a:xfrm>
            <a:off x="714375" y="1428750"/>
            <a:ext cx="7858125" cy="3286125"/>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5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rgbClr val="0000FF"/>
                </a:solidFill>
                <a:latin typeface="Courier New"/>
                <a:cs typeface="Courier New"/>
              </a:rPr>
              <a:t> </a:t>
            </a:r>
            <a:r>
              <a:rPr lang="en-US" b="1" dirty="0">
                <a:solidFill>
                  <a:schemeClr val="tx1"/>
                </a:solidFill>
                <a:latin typeface="Courier New"/>
                <a:cs typeface="Courier New"/>
              </a:rPr>
              <a:t>rs = {}</a:t>
            </a:r>
          </a:p>
          <a:p>
            <a:pPr lvl="1" eaLnBrk="1" hangingPunct="1">
              <a:spcBef>
                <a:spcPts val="5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a:t>
            </a:r>
            <a:r>
              <a:rPr lang="en-US" b="1" dirty="0" err="1">
                <a:solidFill>
                  <a:schemeClr val="tx1"/>
                </a:solidFill>
                <a:latin typeface="Courier New"/>
                <a:cs typeface="Courier New"/>
              </a:rPr>
              <a:t>rs</a:t>
            </a:r>
            <a:r>
              <a:rPr lang="en-US" b="1" dirty="0">
                <a:solidFill>
                  <a:schemeClr val="tx1"/>
                </a:solidFill>
                <a:latin typeface="Courier New"/>
                <a:cs typeface="Courier New"/>
              </a:rPr>
              <a:t>[</a:t>
            </a:r>
            <a:r>
              <a:rPr lang="en-US" b="1" dirty="0">
                <a:solidFill>
                  <a:srgbClr val="008000"/>
                </a:solidFill>
                <a:latin typeface="Courier New"/>
                <a:cs typeface="Courier New"/>
              </a:rPr>
              <a:t>‘Ahmed'</a:t>
            </a:r>
            <a:r>
              <a:rPr lang="en-US" b="1" dirty="0">
                <a:solidFill>
                  <a:schemeClr val="tx1"/>
                </a:solidFill>
                <a:latin typeface="Courier New"/>
                <a:cs typeface="Courier New"/>
              </a:rPr>
              <a:t>] = </a:t>
            </a:r>
            <a:r>
              <a:rPr lang="en-US" b="1" dirty="0">
                <a:solidFill>
                  <a:srgbClr val="3366FF"/>
                </a:solidFill>
                <a:latin typeface="Courier New"/>
                <a:cs typeface="Courier New"/>
              </a:rPr>
              <a:t>71</a:t>
            </a:r>
          </a:p>
          <a:p>
            <a:pPr lvl="1" eaLnBrk="1" hangingPunct="1">
              <a:spcBef>
                <a:spcPts val="5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a:t>
            </a:r>
            <a:r>
              <a:rPr lang="en-US" b="1" dirty="0" err="1">
                <a:solidFill>
                  <a:schemeClr val="tx1"/>
                </a:solidFill>
                <a:latin typeface="Courier New"/>
                <a:cs typeface="Courier New"/>
              </a:rPr>
              <a:t>rs</a:t>
            </a:r>
            <a:r>
              <a:rPr lang="en-US" b="1" dirty="0">
                <a:solidFill>
                  <a:schemeClr val="tx1"/>
                </a:solidFill>
                <a:latin typeface="Courier New"/>
                <a:cs typeface="Courier New"/>
              </a:rPr>
              <a:t>[</a:t>
            </a:r>
            <a:r>
              <a:rPr lang="en-US" b="1" dirty="0">
                <a:solidFill>
                  <a:srgbClr val="008000"/>
                </a:solidFill>
                <a:latin typeface="Courier New"/>
                <a:cs typeface="Courier New"/>
              </a:rPr>
              <a:t>‘Mohamed'</a:t>
            </a:r>
            <a:r>
              <a:rPr lang="en-US" b="1" dirty="0">
                <a:solidFill>
                  <a:schemeClr val="tx1"/>
                </a:solidFill>
                <a:latin typeface="Courier New"/>
                <a:cs typeface="Courier New"/>
              </a:rPr>
              <a:t>] = </a:t>
            </a:r>
            <a:r>
              <a:rPr lang="en-US" b="1" dirty="0">
                <a:solidFill>
                  <a:srgbClr val="3366FF"/>
                </a:solidFill>
                <a:latin typeface="Courier New"/>
                <a:cs typeface="Courier New"/>
              </a:rPr>
              <a:t>71</a:t>
            </a:r>
          </a:p>
          <a:p>
            <a:pPr lvl="1" eaLnBrk="1" hangingPunct="1">
              <a:spcBef>
                <a:spcPts val="5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a:t>
            </a:r>
            <a:r>
              <a:rPr lang="en-US" b="1" dirty="0" err="1">
                <a:solidFill>
                  <a:schemeClr val="tx1"/>
                </a:solidFill>
                <a:latin typeface="Courier New"/>
                <a:cs typeface="Courier New"/>
              </a:rPr>
              <a:t>rs</a:t>
            </a:r>
            <a:r>
              <a:rPr lang="en-US" b="1" dirty="0">
                <a:solidFill>
                  <a:schemeClr val="tx1"/>
                </a:solidFill>
                <a:latin typeface="Courier New"/>
                <a:cs typeface="Courier New"/>
              </a:rPr>
              <a:t>[</a:t>
            </a:r>
            <a:r>
              <a:rPr lang="en-US" b="1" dirty="0">
                <a:solidFill>
                  <a:srgbClr val="008000"/>
                </a:solidFill>
                <a:latin typeface="Courier New"/>
                <a:cs typeface="Courier New"/>
              </a:rPr>
              <a:t>‘Ali'</a:t>
            </a:r>
            <a:r>
              <a:rPr lang="en-US" b="1" dirty="0">
                <a:solidFill>
                  <a:schemeClr val="tx1"/>
                </a:solidFill>
                <a:latin typeface="Courier New"/>
                <a:cs typeface="Courier New"/>
              </a:rPr>
              <a:t>] = </a:t>
            </a:r>
            <a:r>
              <a:rPr lang="en-US" b="1" dirty="0">
                <a:solidFill>
                  <a:srgbClr val="3366FF"/>
                </a:solidFill>
                <a:latin typeface="Courier New"/>
                <a:cs typeface="Courier New"/>
              </a:rPr>
              <a:t>83</a:t>
            </a:r>
          </a:p>
          <a:p>
            <a:pPr lvl="1" eaLnBrk="1" hangingPunct="1">
              <a:spcBef>
                <a:spcPts val="5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rs</a:t>
            </a:r>
          </a:p>
          <a:p>
            <a:pPr lvl="1" eaLnBrk="1" hangingPunct="1">
              <a:spcBef>
                <a:spcPts val="500"/>
              </a:spcBef>
              <a:buClr>
                <a:srgbClr val="336666"/>
              </a:buClr>
              <a:buFont typeface="Wingdings" pitchFamily="2" charset="2"/>
              <a:buNone/>
              <a:defRPr/>
            </a:pPr>
            <a:r>
              <a:rPr lang="en-US" b="1" dirty="0">
                <a:solidFill>
                  <a:schemeClr val="tx1"/>
                </a:solidFill>
                <a:latin typeface="Courier New"/>
                <a:cs typeface="Courier New"/>
              </a:rPr>
              <a:t>{‘Ahmed': 71, ‘Ali': 83, ‘Mohamed': 71}</a:t>
            </a:r>
          </a:p>
          <a:p>
            <a:pPr lvl="1" eaLnBrk="1" hangingPunct="1">
              <a:spcBef>
                <a:spcPts val="5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a:t>
            </a:r>
            <a:r>
              <a:rPr lang="en-US" b="1" dirty="0" err="1">
                <a:solidFill>
                  <a:schemeClr val="tx1"/>
                </a:solidFill>
                <a:latin typeface="Courier New"/>
                <a:cs typeface="Courier New"/>
              </a:rPr>
              <a:t>rs</a:t>
            </a:r>
            <a:r>
              <a:rPr lang="en-US" b="1" dirty="0">
                <a:solidFill>
                  <a:schemeClr val="tx1"/>
                </a:solidFill>
                <a:latin typeface="Courier New"/>
                <a:cs typeface="Courier New"/>
              </a:rPr>
              <a:t>[</a:t>
            </a:r>
            <a:r>
              <a:rPr lang="en-US" b="1" dirty="0">
                <a:solidFill>
                  <a:srgbClr val="008000"/>
                </a:solidFill>
                <a:latin typeface="Courier New"/>
                <a:cs typeface="Courier New"/>
              </a:rPr>
              <a:t>‘Ali'</a:t>
            </a:r>
            <a:r>
              <a:rPr lang="en-US" b="1" dirty="0">
                <a:solidFill>
                  <a:schemeClr val="tx1"/>
                </a:solidFill>
                <a:latin typeface="Courier New"/>
                <a:cs typeface="Courier New"/>
              </a:rPr>
              <a:t>] = </a:t>
            </a:r>
            <a:r>
              <a:rPr lang="en-US" b="1" dirty="0">
                <a:solidFill>
                  <a:srgbClr val="3366FF"/>
                </a:solidFill>
                <a:latin typeface="Courier New"/>
                <a:cs typeface="Courier New"/>
              </a:rPr>
              <a:t>73</a:t>
            </a:r>
          </a:p>
          <a:p>
            <a:pPr lvl="1" eaLnBrk="1" hangingPunct="1">
              <a:spcBef>
                <a:spcPts val="5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rs</a:t>
            </a:r>
          </a:p>
          <a:p>
            <a:pPr lvl="1" eaLnBrk="1" hangingPunct="1">
              <a:spcBef>
                <a:spcPts val="500"/>
              </a:spcBef>
              <a:buClr>
                <a:srgbClr val="336666"/>
              </a:buClr>
              <a:buFont typeface="Wingdings" pitchFamily="2" charset="2"/>
              <a:buNone/>
              <a:defRPr/>
            </a:pPr>
            <a:r>
              <a:rPr lang="en-US" b="1" dirty="0">
                <a:solidFill>
                  <a:schemeClr val="tx1"/>
                </a:solidFill>
                <a:latin typeface="Courier New"/>
                <a:cs typeface="Courier New"/>
              </a:rPr>
              <a:t>{‘Ahmed': 71, ‘Ali': 73, ‘Mohamed': 71}</a:t>
            </a:r>
            <a:endParaRPr lang="fr-FR" b="1" dirty="0">
              <a:solidFill>
                <a:schemeClr val="tx1"/>
              </a:solidFill>
              <a:latin typeface="Courier New"/>
              <a:cs typeface="Courier New"/>
            </a:endParaRPr>
          </a:p>
        </p:txBody>
      </p:sp>
      <p:sp>
        <p:nvSpPr>
          <p:cNvPr id="12" name="Rectangle à coins arrondis 11"/>
          <p:cNvSpPr>
            <a:spLocks noChangeArrowheads="1"/>
          </p:cNvSpPr>
          <p:nvPr/>
        </p:nvSpPr>
        <p:spPr bwMode="auto">
          <a:xfrm>
            <a:off x="2357438" y="4857750"/>
            <a:ext cx="4857750" cy="1785938"/>
          </a:xfrm>
          <a:prstGeom prst="roundRect">
            <a:avLst>
              <a:gd name="adj" fmla="val 16667"/>
            </a:avLst>
          </a:prstGeom>
          <a:noFill/>
          <a:ln w="28575">
            <a:solidFill>
              <a:schemeClr val="accent2">
                <a:lumMod val="75000"/>
              </a:schemeClr>
            </a:solidFill>
            <a:round/>
            <a:headEnd/>
            <a:tailEnd/>
          </a:ln>
          <a:effectLst>
            <a:outerShdw dist="23000" dir="5400000" rotWithShape="0">
              <a:srgbClr val="808080">
                <a:alpha val="34999"/>
              </a:srgbClr>
            </a:outerShdw>
          </a:effectLst>
        </p:spPr>
        <p:txBody>
          <a:bodyPr anchor="ctr"/>
          <a:lstStyle/>
          <a:p>
            <a:pPr algn="ctr" eaLnBrk="1" hangingPunct="1">
              <a:spcBef>
                <a:spcPct val="50000"/>
              </a:spcBef>
              <a:buClr>
                <a:srgbClr val="336666"/>
              </a:buClr>
              <a:buFont typeface="Wingdings" pitchFamily="2" charset="2"/>
              <a:buNone/>
              <a:defRPr/>
            </a:pPr>
            <a:endParaRPr lang="fr-FR">
              <a:solidFill>
                <a:schemeClr val="lt1"/>
              </a:solidFill>
              <a:latin typeface="+mn-lt"/>
            </a:endParaRPr>
          </a:p>
        </p:txBody>
      </p:sp>
      <p:graphicFrame>
        <p:nvGraphicFramePr>
          <p:cNvPr id="13" name="Tableau 12"/>
          <p:cNvGraphicFramePr>
            <a:graphicFrameLocks noGrp="1"/>
          </p:cNvGraphicFramePr>
          <p:nvPr/>
        </p:nvGraphicFramePr>
        <p:xfrm>
          <a:off x="6205538" y="5494338"/>
          <a:ext cx="509587" cy="506412"/>
        </p:xfrm>
        <a:graphic>
          <a:graphicData uri="http://schemas.openxmlformats.org/drawingml/2006/table">
            <a:tbl>
              <a:tblPr firstRow="1" bandRow="1">
                <a:tableStyleId>{69012ECD-51FC-41F1-AA8D-1B2483CD663E}</a:tableStyleId>
              </a:tblPr>
              <a:tblGrid>
                <a:gridCol w="509587"/>
              </a:tblGrid>
              <a:tr h="506412">
                <a:tc>
                  <a:txBody>
                    <a:bodyPr/>
                    <a:lstStyle/>
                    <a:p>
                      <a:pPr algn="ctr">
                        <a:lnSpc>
                          <a:spcPct val="150000"/>
                        </a:lnSpc>
                      </a:pPr>
                      <a:r>
                        <a:rPr lang="fr-FR" sz="1800" dirty="0"/>
                        <a:t>71</a:t>
                      </a:r>
                    </a:p>
                  </a:txBody>
                  <a:tcPr marL="91385" marR="91385"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50000"/>
                      </a:schemeClr>
                    </a:solidFill>
                  </a:tcPr>
                </a:tc>
              </a:tr>
            </a:tbl>
          </a:graphicData>
        </a:graphic>
      </p:graphicFrame>
      <p:graphicFrame>
        <p:nvGraphicFramePr>
          <p:cNvPr id="14" name="Tableau 13"/>
          <p:cNvGraphicFramePr>
            <a:graphicFrameLocks noGrp="1"/>
          </p:cNvGraphicFramePr>
          <p:nvPr/>
        </p:nvGraphicFramePr>
        <p:xfrm>
          <a:off x="4633913" y="6075363"/>
          <a:ext cx="509587" cy="506412"/>
        </p:xfrm>
        <a:graphic>
          <a:graphicData uri="http://schemas.openxmlformats.org/drawingml/2006/table">
            <a:tbl>
              <a:tblPr firstRow="1" bandRow="1">
                <a:tableStyleId>{69012ECD-51FC-41F1-AA8D-1B2483CD663E}</a:tableStyleId>
              </a:tblPr>
              <a:tblGrid>
                <a:gridCol w="509587"/>
              </a:tblGrid>
              <a:tr h="506412">
                <a:tc>
                  <a:txBody>
                    <a:bodyPr/>
                    <a:lstStyle/>
                    <a:p>
                      <a:pPr algn="ctr">
                        <a:lnSpc>
                          <a:spcPct val="150000"/>
                        </a:lnSpc>
                      </a:pPr>
                      <a:r>
                        <a:rPr lang="fr-FR" sz="1800" dirty="0"/>
                        <a:t>71</a:t>
                      </a:r>
                    </a:p>
                  </a:txBody>
                  <a:tcPr marL="91385" marR="91385"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50000"/>
                      </a:schemeClr>
                    </a:solidFill>
                  </a:tcPr>
                </a:tc>
              </a:tr>
            </a:tbl>
          </a:graphicData>
        </a:graphic>
      </p:graphicFrame>
      <p:graphicFrame>
        <p:nvGraphicFramePr>
          <p:cNvPr id="15" name="Tableau 14"/>
          <p:cNvGraphicFramePr>
            <a:graphicFrameLocks noGrp="1"/>
          </p:cNvGraphicFramePr>
          <p:nvPr/>
        </p:nvGraphicFramePr>
        <p:xfrm>
          <a:off x="2776538" y="5561013"/>
          <a:ext cx="509587" cy="506412"/>
        </p:xfrm>
        <a:graphic>
          <a:graphicData uri="http://schemas.openxmlformats.org/drawingml/2006/table">
            <a:tbl>
              <a:tblPr firstRow="1" bandRow="1">
                <a:tableStyleId>{69012ECD-51FC-41F1-AA8D-1B2483CD663E}</a:tableStyleId>
              </a:tblPr>
              <a:tblGrid>
                <a:gridCol w="509587"/>
              </a:tblGrid>
              <a:tr h="506412">
                <a:tc>
                  <a:txBody>
                    <a:bodyPr/>
                    <a:lstStyle/>
                    <a:p>
                      <a:pPr algn="ctr">
                        <a:lnSpc>
                          <a:spcPct val="150000"/>
                        </a:lnSpc>
                      </a:pPr>
                      <a:r>
                        <a:rPr lang="fr-FR" sz="1800" dirty="0"/>
                        <a:t>73</a:t>
                      </a:r>
                    </a:p>
                  </a:txBody>
                  <a:tcPr marL="91385" marR="91385"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2">
                        <a:lumMod val="50000"/>
                      </a:schemeClr>
                    </a:solidFill>
                  </a:tcPr>
                </a:tc>
              </a:tr>
            </a:tbl>
          </a:graphicData>
        </a:graphic>
      </p:graphicFrame>
      <p:sp>
        <p:nvSpPr>
          <p:cNvPr id="16" name="ZoneTexte 1"/>
          <p:cNvSpPr txBox="1">
            <a:spLocks noChangeArrowheads="1"/>
          </p:cNvSpPr>
          <p:nvPr/>
        </p:nvSpPr>
        <p:spPr bwMode="auto">
          <a:xfrm>
            <a:off x="2714625" y="5119688"/>
            <a:ext cx="1182688"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fr-FR"/>
              <a:t>Ali</a:t>
            </a:r>
          </a:p>
        </p:txBody>
      </p:sp>
      <p:sp>
        <p:nvSpPr>
          <p:cNvPr id="17" name="ZoneTexte 1"/>
          <p:cNvSpPr txBox="1">
            <a:spLocks noChangeArrowheads="1"/>
          </p:cNvSpPr>
          <p:nvPr/>
        </p:nvSpPr>
        <p:spPr bwMode="auto">
          <a:xfrm>
            <a:off x="4214813" y="5643563"/>
            <a:ext cx="1643062"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en-US" b="1">
                <a:latin typeface="Courier New" pitchFamily="49" charset="0"/>
                <a:cs typeface="Courier New" pitchFamily="49" charset="0"/>
              </a:rPr>
              <a:t>Mohamed</a:t>
            </a:r>
            <a:endParaRPr lang="fr-FR"/>
          </a:p>
        </p:txBody>
      </p:sp>
      <p:sp>
        <p:nvSpPr>
          <p:cNvPr id="18" name="ZoneTexte 1"/>
          <p:cNvSpPr txBox="1">
            <a:spLocks noChangeArrowheads="1"/>
          </p:cNvSpPr>
          <p:nvPr/>
        </p:nvSpPr>
        <p:spPr bwMode="auto">
          <a:xfrm>
            <a:off x="5918200" y="5062538"/>
            <a:ext cx="1154113" cy="400050"/>
          </a:xfrm>
          <a:prstGeom prst="rect">
            <a:avLst/>
          </a:prstGeom>
          <a:noFill/>
          <a:ln w="9525">
            <a:noFill/>
            <a:miter lim="800000"/>
            <a:headEnd/>
            <a:tailEnd/>
          </a:ln>
        </p:spPr>
        <p:txBody>
          <a:bodyPr>
            <a:spAutoFit/>
          </a:bodyPr>
          <a:lstStyle/>
          <a:p>
            <a:pPr eaLnBrk="1" hangingPunct="1">
              <a:spcBef>
                <a:spcPct val="50000"/>
              </a:spcBef>
              <a:buClr>
                <a:srgbClr val="336666"/>
              </a:buClr>
              <a:buFont typeface="Wingdings" pitchFamily="2" charset="2"/>
              <a:buNone/>
            </a:pPr>
            <a:r>
              <a:rPr lang="en-US" b="1">
                <a:latin typeface="Courier New" pitchFamily="49" charset="0"/>
                <a:cs typeface="Courier New" pitchFamily="49" charset="0"/>
              </a:rPr>
              <a:t>Ahmed</a:t>
            </a:r>
            <a:endParaRPr lang="fr-FR"/>
          </a:p>
        </p:txBody>
      </p:sp>
    </p:spTree>
    <p:custDataLst>
      <p:tags r:id="rId1"/>
    </p:custDataLst>
    <p:extLst>
      <p:ext uri="{BB962C8B-B14F-4D97-AF65-F5344CB8AC3E}">
        <p14:creationId xmlns:p14="http://schemas.microsoft.com/office/powerpoint/2010/main" val="166202592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0597"/>
                                        </p:tgtEl>
                                        <p:attrNameLst>
                                          <p:attrName>style.visibility</p:attrName>
                                        </p:attrNameLst>
                                      </p:cBhvr>
                                      <p:to>
                                        <p:strVal val="visible"/>
                                      </p:to>
                                    </p:set>
                                    <p:animEffect transition="in" filter="checkerboard(across)">
                                      <p:cBhvr>
                                        <p:cTn id="7" dur="500"/>
                                        <p:tgtEl>
                                          <p:spTgt spid="110597"/>
                                        </p:tgtEl>
                                      </p:cBhvr>
                                    </p:animEffect>
                                  </p:childTnLst>
                                </p:cTn>
                              </p:par>
                              <p:par>
                                <p:cTn id="8" presetID="5" presetClass="entr" presetSubtype="10" fill="hold" nodeType="withEffect">
                                  <p:stCondLst>
                                    <p:cond delay="0"/>
                                  </p:stCondLst>
                                  <p:childTnLst>
                                    <p:set>
                                      <p:cBhvr>
                                        <p:cTn id="9" dur="1" fill="hold">
                                          <p:stCondLst>
                                            <p:cond delay="0"/>
                                          </p:stCondLst>
                                        </p:cTn>
                                        <p:tgtEl>
                                          <p:spTgt spid="110598"/>
                                        </p:tgtEl>
                                        <p:attrNameLst>
                                          <p:attrName>style.visibility</p:attrName>
                                        </p:attrNameLst>
                                      </p:cBhvr>
                                      <p:to>
                                        <p:strVal val="visible"/>
                                      </p:to>
                                    </p:set>
                                    <p:animEffect transition="in" filter="checkerboard(across)">
                                      <p:cBhvr>
                                        <p:cTn id="10" dur="500"/>
                                        <p:tgtEl>
                                          <p:spTgt spid="110598"/>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heckerboard(across)">
                                      <p:cBhvr>
                                        <p:cTn id="13" dur="500"/>
                                        <p:tgtEl>
                                          <p:spTgt spid="12"/>
                                        </p:tgtEl>
                                      </p:cBhvr>
                                    </p:animEffect>
                                  </p:childTnLst>
                                </p:cTn>
                              </p:par>
                              <p:par>
                                <p:cTn id="14" presetID="5" presetClass="entr" presetSubtype="1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checkerboard(across)">
                                      <p:cBhvr>
                                        <p:cTn id="16" dur="500"/>
                                        <p:tgtEl>
                                          <p:spTgt spid="13"/>
                                        </p:tgtEl>
                                      </p:cBhvr>
                                    </p:animEffect>
                                  </p:childTnLst>
                                </p:cTn>
                              </p:par>
                              <p:par>
                                <p:cTn id="17" presetID="5" presetClass="entr" presetSubtype="1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checkerboard(across)">
                                      <p:cBhvr>
                                        <p:cTn id="19" dur="500"/>
                                        <p:tgtEl>
                                          <p:spTgt spid="14"/>
                                        </p:tgtEl>
                                      </p:cBhvr>
                                    </p:animEffect>
                                  </p:childTnLst>
                                </p:cTn>
                              </p:par>
                              <p:par>
                                <p:cTn id="20" presetID="5" presetClass="entr" presetSubtype="1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checkerboard(across)">
                                      <p:cBhvr>
                                        <p:cTn id="22" dur="500"/>
                                        <p:tgtEl>
                                          <p:spTgt spid="15"/>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checkerboard(across)">
                                      <p:cBhvr>
                                        <p:cTn id="25" dur="500"/>
                                        <p:tgtEl>
                                          <p:spTgt spid="16"/>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heckerboard(across)">
                                      <p:cBhvr>
                                        <p:cTn id="28" dur="500"/>
                                        <p:tgtEl>
                                          <p:spTgt spid="17"/>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checkerboard(across)">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p:bldP spid="17" grpId="0"/>
      <p:bldP spid="1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6896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896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Content Placeholder 2"/>
          <p:cNvSpPr txBox="1">
            <a:spLocks/>
          </p:cNvSpPr>
          <p:nvPr/>
        </p:nvSpPr>
        <p:spPr>
          <a:xfrm>
            <a:off x="1039813" y="1354138"/>
            <a:ext cx="7853362" cy="5076825"/>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a:solidFill>
                  <a:srgbClr val="FF0000"/>
                </a:solidFill>
                <a:latin typeface="+mn-lt"/>
                <a:cs typeface="+mn-cs"/>
              </a:rPr>
              <a:t>E</a:t>
            </a:r>
            <a:r>
              <a:rPr lang="en-US" b="1" kern="0" dirty="0" err="1">
                <a:solidFill>
                  <a:srgbClr val="FF0000"/>
                </a:solidFill>
                <a:latin typeface="+mn-lt"/>
                <a:cs typeface="+mn-cs"/>
              </a:rPr>
              <a:t>xemple</a:t>
            </a:r>
            <a:r>
              <a:rPr lang="en-US" b="1" kern="0" dirty="0">
                <a:solidFill>
                  <a:srgbClr val="FF0000"/>
                </a:solidFill>
                <a:latin typeface="+mn-lt"/>
                <a:cs typeface="+mn-cs"/>
              </a:rPr>
              <a:t> 2 </a:t>
            </a:r>
            <a:r>
              <a:rPr lang="en-US" kern="0" dirty="0">
                <a:solidFill>
                  <a:srgbClr val="FF0000"/>
                </a:solidFill>
                <a:latin typeface="+mn-lt"/>
                <a:cs typeface="+mn-cs"/>
              </a:rPr>
              <a:t>: </a:t>
            </a:r>
          </a:p>
        </p:txBody>
      </p:sp>
      <p:sp>
        <p:nvSpPr>
          <p:cNvPr id="9" name="Rectangle à coins arrondis 8"/>
          <p:cNvSpPr/>
          <p:nvPr/>
        </p:nvSpPr>
        <p:spPr>
          <a:xfrm>
            <a:off x="428593" y="2000250"/>
            <a:ext cx="8536017" cy="3168650"/>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tr-TR" sz="1900" b="1" dirty="0">
                <a:solidFill>
                  <a:srgbClr val="008000"/>
                </a:solidFill>
                <a:latin typeface="Courier New"/>
                <a:cs typeface="Courier New"/>
              </a:rPr>
              <a:t>&gt;&gt;&gt;</a:t>
            </a:r>
            <a:r>
              <a:rPr lang="tr-TR" sz="1900" b="1" dirty="0">
                <a:solidFill>
                  <a:srgbClr val="0000FF"/>
                </a:solidFill>
                <a:latin typeface="Courier New"/>
                <a:cs typeface="Courier New"/>
              </a:rPr>
              <a:t> </a:t>
            </a:r>
            <a:r>
              <a:rPr lang="tr-TR" sz="1900" b="1" dirty="0">
                <a:solidFill>
                  <a:schemeClr val="tx1"/>
                </a:solidFill>
                <a:latin typeface="Courier New"/>
                <a:cs typeface="Courier New"/>
              </a:rPr>
              <a:t>rs = </a:t>
            </a:r>
            <a:r>
              <a:rPr lang="tr-TR" sz="1900" b="1" dirty="0">
                <a:solidFill>
                  <a:srgbClr val="0000FF"/>
                </a:solidFill>
                <a:latin typeface="Courier New"/>
                <a:cs typeface="Courier New"/>
              </a:rPr>
              <a:t>dict</a:t>
            </a:r>
            <a:r>
              <a:rPr lang="tr-TR" sz="1900" b="1" dirty="0">
                <a:solidFill>
                  <a:schemeClr val="tx1"/>
                </a:solidFill>
                <a:latin typeface="Courier New"/>
                <a:cs typeface="Courier New"/>
              </a:rPr>
              <a:t>([(</a:t>
            </a:r>
            <a:r>
              <a:rPr lang="tr-TR" sz="1900" b="1" dirty="0">
                <a:solidFill>
                  <a:srgbClr val="008000"/>
                </a:solidFill>
                <a:latin typeface="Courier New"/>
                <a:cs typeface="Courier New"/>
              </a:rPr>
              <a:t>'Mick'</a:t>
            </a:r>
            <a:r>
              <a:rPr lang="tr-TR" sz="1900" b="1" dirty="0">
                <a:solidFill>
                  <a:schemeClr val="tx1"/>
                </a:solidFill>
                <a:latin typeface="Courier New"/>
                <a:cs typeface="Courier New"/>
              </a:rPr>
              <a:t>,</a:t>
            </a:r>
            <a:r>
              <a:rPr lang="tr-TR" sz="1900" b="1" dirty="0">
                <a:solidFill>
                  <a:srgbClr val="3366FF"/>
                </a:solidFill>
                <a:latin typeface="Courier New"/>
                <a:cs typeface="Courier New"/>
              </a:rPr>
              <a:t>71</a:t>
            </a:r>
            <a:r>
              <a:rPr lang="tr-TR" sz="1900" b="1" dirty="0">
                <a:solidFill>
                  <a:schemeClr val="tx1"/>
                </a:solidFill>
                <a:latin typeface="Courier New"/>
                <a:cs typeface="Courier New"/>
              </a:rPr>
              <a:t>),(</a:t>
            </a:r>
            <a:r>
              <a:rPr lang="tr-TR" sz="1900" b="1" dirty="0">
                <a:solidFill>
                  <a:srgbClr val="008000"/>
                </a:solidFill>
                <a:latin typeface="Courier New"/>
                <a:cs typeface="Courier New"/>
              </a:rPr>
              <a:t>'Keith'</a:t>
            </a:r>
            <a:r>
              <a:rPr lang="tr-TR" sz="1900" b="1" dirty="0">
                <a:solidFill>
                  <a:schemeClr val="tx1"/>
                </a:solidFill>
                <a:latin typeface="Courier New"/>
                <a:cs typeface="Courier New"/>
              </a:rPr>
              <a:t>,</a:t>
            </a:r>
            <a:r>
              <a:rPr lang="tr-TR" sz="1900" b="1" dirty="0">
                <a:solidFill>
                  <a:srgbClr val="3366FF"/>
                </a:solidFill>
                <a:latin typeface="Courier New"/>
                <a:cs typeface="Courier New"/>
              </a:rPr>
              <a:t>71</a:t>
            </a:r>
            <a:r>
              <a:rPr lang="tr-TR" sz="1900" b="1" dirty="0">
                <a:solidFill>
                  <a:schemeClr val="tx1"/>
                </a:solidFill>
                <a:latin typeface="Courier New"/>
                <a:cs typeface="Courier New"/>
              </a:rPr>
              <a:t>),(</a:t>
            </a:r>
            <a:r>
              <a:rPr lang="tr-TR" sz="1900" b="1" dirty="0">
                <a:solidFill>
                  <a:srgbClr val="008000"/>
                </a:solidFill>
                <a:latin typeface="Courier New"/>
                <a:cs typeface="Courier New"/>
              </a:rPr>
              <a:t>'Charlie'</a:t>
            </a:r>
            <a:r>
              <a:rPr lang="tr-TR" sz="1900" b="1" dirty="0">
                <a:solidFill>
                  <a:schemeClr val="tx1"/>
                </a:solidFill>
                <a:latin typeface="Courier New"/>
                <a:cs typeface="Courier New"/>
              </a:rPr>
              <a:t>,</a:t>
            </a:r>
            <a:r>
              <a:rPr lang="tr-TR" sz="1900" b="1" dirty="0">
                <a:solidFill>
                  <a:srgbClr val="3366FF"/>
                </a:solidFill>
                <a:latin typeface="Courier New"/>
                <a:cs typeface="Courier New"/>
              </a:rPr>
              <a:t>73</a:t>
            </a:r>
            <a:r>
              <a:rPr lang="tr-TR" sz="1900" b="1" dirty="0">
                <a:solidFill>
                  <a:schemeClr val="tx1"/>
                </a:solidFill>
                <a:latin typeface="Courier New"/>
                <a:cs typeface="Courier New"/>
              </a:rPr>
              <a:t>)])</a:t>
            </a:r>
          </a:p>
          <a:p>
            <a:pPr lvl="1" eaLnBrk="1" hangingPunct="1">
              <a:spcBef>
                <a:spcPct val="50000"/>
              </a:spcBef>
              <a:buClr>
                <a:srgbClr val="336666"/>
              </a:buClr>
              <a:buFont typeface="Wingdings" pitchFamily="2" charset="2"/>
              <a:buNone/>
              <a:defRPr/>
            </a:pPr>
            <a:r>
              <a:rPr lang="tr-TR" sz="1900" b="1" dirty="0">
                <a:solidFill>
                  <a:srgbClr val="008000"/>
                </a:solidFill>
                <a:latin typeface="Courier New"/>
                <a:cs typeface="Courier New"/>
              </a:rPr>
              <a:t>&gt;&gt;&gt;</a:t>
            </a:r>
            <a:r>
              <a:rPr lang="tr-TR" sz="1900" b="1" dirty="0">
                <a:solidFill>
                  <a:schemeClr val="tx1"/>
                </a:solidFill>
                <a:latin typeface="Courier New"/>
                <a:cs typeface="Courier New"/>
              </a:rPr>
              <a:t> rs</a:t>
            </a:r>
          </a:p>
          <a:p>
            <a:pPr lvl="1" eaLnBrk="1" hangingPunct="1">
              <a:spcBef>
                <a:spcPct val="50000"/>
              </a:spcBef>
              <a:buClr>
                <a:srgbClr val="336666"/>
              </a:buClr>
              <a:buFont typeface="Wingdings" pitchFamily="2" charset="2"/>
              <a:buNone/>
              <a:defRPr/>
            </a:pPr>
            <a:r>
              <a:rPr lang="tr-TR" sz="1900" b="1" dirty="0">
                <a:solidFill>
                  <a:schemeClr val="tx1"/>
                </a:solidFill>
                <a:latin typeface="Courier New"/>
                <a:cs typeface="Courier New"/>
              </a:rPr>
              <a:t>{'Mick': 71, 'Keith': 71, 'Charlie': 73</a:t>
            </a:r>
            <a:r>
              <a:rPr lang="tr-TR" sz="1900" b="1" dirty="0" smtClean="0">
                <a:solidFill>
                  <a:schemeClr val="tx1"/>
                </a:solidFill>
                <a:latin typeface="Courier New"/>
                <a:cs typeface="Courier New"/>
              </a:rPr>
              <a:t>}</a:t>
            </a:r>
            <a:endParaRPr lang="tr-TR" sz="1900"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2286760531"/>
      </p:ext>
    </p:extLst>
  </p:cSld>
  <p:clrMapOvr>
    <a:masterClrMapping/>
  </p:clrMapOvr>
  <p:transition>
    <p:wip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6998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6999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71500" y="1000125"/>
            <a:ext cx="4567238" cy="400050"/>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en-US" b="1" dirty="0" err="1">
                <a:solidFill>
                  <a:srgbClr val="FF0000"/>
                </a:solidFill>
                <a:latin typeface="+mn-lt"/>
              </a:rPr>
              <a:t>Opérations</a:t>
            </a:r>
            <a:r>
              <a:rPr lang="en-US" b="1" dirty="0">
                <a:solidFill>
                  <a:srgbClr val="FF0000"/>
                </a:solidFill>
                <a:latin typeface="+mn-lt"/>
              </a:rPr>
              <a:t> </a:t>
            </a:r>
            <a:r>
              <a:rPr lang="en-US" b="1" dirty="0" err="1">
                <a:solidFill>
                  <a:srgbClr val="FF0000"/>
                </a:solidFill>
                <a:latin typeface="+mn-lt"/>
              </a:rPr>
              <a:t>sur</a:t>
            </a:r>
            <a:r>
              <a:rPr lang="en-US" b="1" dirty="0">
                <a:solidFill>
                  <a:srgbClr val="FF0000"/>
                </a:solidFill>
                <a:latin typeface="+mn-lt"/>
              </a:rPr>
              <a:t> les </a:t>
            </a:r>
            <a:r>
              <a:rPr lang="en-US" b="1" dirty="0" err="1">
                <a:solidFill>
                  <a:srgbClr val="FF0000"/>
                </a:solidFill>
                <a:latin typeface="+mn-lt"/>
              </a:rPr>
              <a:t>dictionnaires</a:t>
            </a:r>
            <a:r>
              <a:rPr lang="en-US" b="1" dirty="0">
                <a:solidFill>
                  <a:srgbClr val="FF0000"/>
                </a:solidFill>
                <a:latin typeface="+mn-lt"/>
              </a:rPr>
              <a:t> (1):</a:t>
            </a:r>
            <a:endParaRPr lang="fr-FR" b="1" dirty="0">
              <a:solidFill>
                <a:srgbClr val="FF0000"/>
              </a:solidFill>
              <a:latin typeface="+mn-lt"/>
            </a:endParaRPr>
          </a:p>
        </p:txBody>
      </p:sp>
      <p:graphicFrame>
        <p:nvGraphicFramePr>
          <p:cNvPr id="9" name="Tableau 8"/>
          <p:cNvGraphicFramePr>
            <a:graphicFrameLocks noGrp="1"/>
          </p:cNvGraphicFramePr>
          <p:nvPr/>
        </p:nvGraphicFramePr>
        <p:xfrm>
          <a:off x="642938" y="1571625"/>
          <a:ext cx="8248650" cy="4052890"/>
        </p:xfrm>
        <a:graphic>
          <a:graphicData uri="http://schemas.openxmlformats.org/drawingml/2006/table">
            <a:tbl>
              <a:tblPr/>
              <a:tblGrid>
                <a:gridCol w="2828152"/>
                <a:gridCol w="5420498"/>
              </a:tblGrid>
              <a:tr h="4249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rgbClr val="FFFFFF"/>
                          </a:solidFill>
                          <a:effectLst/>
                          <a:latin typeface="+mn-lt"/>
                          <a:ea typeface="MS PGothic" pitchFamily="34" charset="-128"/>
                        </a:rPr>
                        <a:t>Opération</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rgbClr val="FFFFFF"/>
                          </a:solidFill>
                          <a:effectLst/>
                          <a:latin typeface="+mn-lt"/>
                          <a:ea typeface="MS PGothic" pitchFamily="34" charset="-128"/>
                        </a:rPr>
                        <a:t>Résultat</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4249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x in d</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Teste si la clé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appartient à </a:t>
                      </a:r>
                      <a:r>
                        <a:rPr kumimoji="0" lang="fr-FR" sz="2000" b="1" i="0" u="none" strike="noStrike" cap="none" normalizeH="0" baseline="0" smtClean="0">
                          <a:ln>
                            <a:noFill/>
                          </a:ln>
                          <a:solidFill>
                            <a:srgbClr val="000000"/>
                          </a:solidFill>
                          <a:effectLst/>
                          <a:latin typeface="+mn-lt"/>
                          <a:ea typeface="MS PGothic" pitchFamily="34" charset="-128"/>
                        </a:rPr>
                        <a:t>d</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249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x not in d</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Teste si la clé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n</a:t>
                      </a:r>
                      <a:r>
                        <a:rPr kumimoji="0" lang="fr-FR" altLang="fr-FR" sz="2000" b="0" i="0" u="none" strike="noStrike" cap="none" normalizeH="0" baseline="0" smtClean="0">
                          <a:ln>
                            <a:noFill/>
                          </a:ln>
                          <a:solidFill>
                            <a:srgbClr val="000000"/>
                          </a:solidFill>
                          <a:effectLst/>
                          <a:latin typeface="+mn-lt"/>
                          <a:ea typeface="MS PGothic" pitchFamily="34" charset="-128"/>
                        </a:rPr>
                        <a:t>’</a:t>
                      </a:r>
                      <a:r>
                        <a:rPr kumimoji="0" lang="fr-FR" sz="2000" b="0" i="0" u="none" strike="noStrike" cap="none" normalizeH="0" baseline="0" smtClean="0">
                          <a:ln>
                            <a:noFill/>
                          </a:ln>
                          <a:solidFill>
                            <a:srgbClr val="000000"/>
                          </a:solidFill>
                          <a:effectLst/>
                          <a:latin typeface="+mn-lt"/>
                          <a:ea typeface="MS PGothic" pitchFamily="34" charset="-128"/>
                        </a:rPr>
                        <a:t>appartient pas à </a:t>
                      </a:r>
                      <a:r>
                        <a:rPr kumimoji="0" lang="fr-FR" sz="2000" b="1" i="0" u="none" strike="noStrike" cap="none" normalizeH="0" baseline="0" smtClean="0">
                          <a:ln>
                            <a:noFill/>
                          </a:ln>
                          <a:solidFill>
                            <a:srgbClr val="000000"/>
                          </a:solidFill>
                          <a:effectLst/>
                          <a:latin typeface="+mn-lt"/>
                          <a:ea typeface="MS PGothic" pitchFamily="34" charset="-128"/>
                        </a:rPr>
                        <a:t>d</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249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len(d)</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Nombre d</a:t>
                      </a:r>
                      <a:r>
                        <a:rPr kumimoji="0" lang="fr-FR" altLang="fr-FR" sz="2000" b="0" i="0" u="none" strike="noStrike" cap="none" normalizeH="0" baseline="0" smtClean="0">
                          <a:ln>
                            <a:noFill/>
                          </a:ln>
                          <a:solidFill>
                            <a:srgbClr val="000000"/>
                          </a:solidFill>
                          <a:effectLst/>
                          <a:latin typeface="+mn-lt"/>
                          <a:ea typeface="MS PGothic" pitchFamily="34" charset="-128"/>
                        </a:rPr>
                        <a:t>’</a:t>
                      </a:r>
                      <a:r>
                        <a:rPr kumimoji="0" lang="fr-FR" sz="2000" b="0" i="0" u="none" strike="noStrike" cap="none" normalizeH="0" baseline="0" smtClean="0">
                          <a:ln>
                            <a:noFill/>
                          </a:ln>
                          <a:solidFill>
                            <a:srgbClr val="000000"/>
                          </a:solidFill>
                          <a:effectLst/>
                          <a:latin typeface="+mn-lt"/>
                          <a:ea typeface="MS PGothic" pitchFamily="34" charset="-128"/>
                        </a:rPr>
                        <a:t>éléments de </a:t>
                      </a:r>
                      <a:r>
                        <a:rPr kumimoji="0" lang="fr-FR" sz="2000" b="1" i="0" u="none" strike="noStrike" cap="none" normalizeH="0" baseline="0" smtClean="0">
                          <a:ln>
                            <a:noFill/>
                          </a:ln>
                          <a:solidFill>
                            <a:srgbClr val="000000"/>
                          </a:solidFill>
                          <a:effectLst/>
                          <a:latin typeface="+mn-lt"/>
                          <a:ea typeface="MS PGothic" pitchFamily="34" charset="-128"/>
                        </a:rPr>
                        <a:t>d</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75174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d[x]</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Si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est une clé, retourne </a:t>
                      </a:r>
                      <a:r>
                        <a:rPr kumimoji="0" lang="fr-FR" sz="2000" b="1" i="0" u="none" strike="noStrike" cap="none" normalizeH="0" baseline="0" smtClean="0">
                          <a:ln>
                            <a:noFill/>
                          </a:ln>
                          <a:solidFill>
                            <a:srgbClr val="000000"/>
                          </a:solidFill>
                          <a:effectLst/>
                          <a:latin typeface="+mn-lt"/>
                          <a:ea typeface="MS PGothic" pitchFamily="34" charset="-128"/>
                        </a:rPr>
                        <a:t>d[x]</a:t>
                      </a:r>
                      <a:r>
                        <a:rPr kumimoji="0" lang="fr-FR" sz="2000" b="0" i="0" u="none" strike="noStrike" cap="none" normalizeH="0" baseline="0" smtClean="0">
                          <a:ln>
                            <a:noFill/>
                          </a:ln>
                          <a:solidFill>
                            <a:srgbClr val="000000"/>
                          </a:solidFill>
                          <a:effectLst/>
                          <a:latin typeface="+mn-lt"/>
                          <a:ea typeface="MS PGothic" pitchFamily="34" charset="-128"/>
                        </a:rPr>
                        <a:t> sinon renvoie une erreur</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75174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del d[x]</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Si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est une clé, supprime </a:t>
                      </a:r>
                      <a:r>
                        <a:rPr kumimoji="0" lang="fr-FR" sz="2000" b="1" i="0" u="none" strike="noStrike" cap="none" normalizeH="0" baseline="0" smtClean="0">
                          <a:ln>
                            <a:noFill/>
                          </a:ln>
                          <a:solidFill>
                            <a:srgbClr val="000000"/>
                          </a:solidFill>
                          <a:effectLst/>
                          <a:latin typeface="+mn-lt"/>
                          <a:ea typeface="MS PGothic" pitchFamily="34" charset="-128"/>
                        </a:rPr>
                        <a:t>d[x]</a:t>
                      </a:r>
                      <a:r>
                        <a:rPr kumimoji="0" lang="fr-FR" sz="2000" b="0" i="0" u="none" strike="noStrike" cap="none" normalizeH="0" baseline="0" smtClean="0">
                          <a:ln>
                            <a:noFill/>
                          </a:ln>
                          <a:solidFill>
                            <a:srgbClr val="000000"/>
                          </a:solidFill>
                          <a:effectLst/>
                          <a:latin typeface="+mn-lt"/>
                          <a:ea typeface="MS PGothic" pitchFamily="34" charset="-128"/>
                        </a:rPr>
                        <a:t> sinon renvoie une erreur</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249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d.clear()</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Supprime tous les éléments de </a:t>
                      </a:r>
                      <a:r>
                        <a:rPr kumimoji="0" lang="fr-FR" sz="2000" b="1" i="0" u="none" strike="noStrike" cap="none" normalizeH="0" baseline="0" smtClean="0">
                          <a:ln>
                            <a:noFill/>
                          </a:ln>
                          <a:solidFill>
                            <a:srgbClr val="000000"/>
                          </a:solidFill>
                          <a:effectLst/>
                          <a:latin typeface="+mn-lt"/>
                          <a:ea typeface="MS PGothic" pitchFamily="34" charset="-128"/>
                        </a:rPr>
                        <a:t>d</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249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err="1" smtClean="0">
                          <a:ln>
                            <a:noFill/>
                          </a:ln>
                          <a:solidFill>
                            <a:srgbClr val="000000"/>
                          </a:solidFill>
                          <a:effectLst/>
                          <a:latin typeface="+mn-lt"/>
                          <a:ea typeface="MS PGothic" pitchFamily="34" charset="-128"/>
                        </a:rPr>
                        <a:t>d.update</a:t>
                      </a:r>
                      <a:r>
                        <a:rPr kumimoji="0" lang="fr-FR" sz="2000" b="1" i="0" u="none" strike="noStrike" cap="none" normalizeH="0" baseline="0" dirty="0" smtClean="0">
                          <a:ln>
                            <a:noFill/>
                          </a:ln>
                          <a:solidFill>
                            <a:srgbClr val="000000"/>
                          </a:solidFill>
                          <a:effectLst/>
                          <a:latin typeface="+mn-lt"/>
                          <a:ea typeface="MS PGothic" pitchFamily="34" charset="-128"/>
                        </a:rPr>
                        <a:t>(e)</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smtClean="0">
                          <a:ln>
                            <a:noFill/>
                          </a:ln>
                          <a:solidFill>
                            <a:srgbClr val="000000"/>
                          </a:solidFill>
                          <a:effectLst/>
                          <a:latin typeface="+mn-lt"/>
                          <a:ea typeface="MS PGothic" pitchFamily="34" charset="-128"/>
                        </a:rPr>
                        <a:t>Met à jour </a:t>
                      </a:r>
                      <a:r>
                        <a:rPr kumimoji="0" lang="fr-FR" sz="2000" b="1" i="0" u="none" strike="noStrike" cap="none" normalizeH="0" baseline="0" dirty="0" smtClean="0">
                          <a:ln>
                            <a:noFill/>
                          </a:ln>
                          <a:solidFill>
                            <a:srgbClr val="000000"/>
                          </a:solidFill>
                          <a:effectLst/>
                          <a:latin typeface="+mn-lt"/>
                          <a:ea typeface="MS PGothic" pitchFamily="34" charset="-128"/>
                        </a:rPr>
                        <a:t>d</a:t>
                      </a:r>
                      <a:r>
                        <a:rPr kumimoji="0" lang="fr-FR" sz="2000" b="0" i="0" u="none" strike="noStrike" cap="none" normalizeH="0" baseline="0" dirty="0" smtClean="0">
                          <a:ln>
                            <a:noFill/>
                          </a:ln>
                          <a:solidFill>
                            <a:srgbClr val="000000"/>
                          </a:solidFill>
                          <a:effectLst/>
                          <a:latin typeface="+mn-lt"/>
                          <a:ea typeface="MS PGothic" pitchFamily="34" charset="-128"/>
                        </a:rPr>
                        <a:t> avec </a:t>
                      </a:r>
                      <a:r>
                        <a:rPr kumimoji="0" lang="fr-FR" sz="2000" b="1" i="0" u="none" strike="noStrike" cap="none" normalizeH="0" baseline="0" dirty="0" smtClean="0">
                          <a:ln>
                            <a:noFill/>
                          </a:ln>
                          <a:solidFill>
                            <a:srgbClr val="000000"/>
                          </a:solidFill>
                          <a:effectLst/>
                          <a:latin typeface="+mn-lt"/>
                          <a:ea typeface="MS PGothic" pitchFamily="34" charset="-128"/>
                        </a:rPr>
                        <a:t>e</a:t>
                      </a:r>
                    </a:p>
                  </a:txBody>
                  <a:tcPr marL="91445" marR="91445"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Tree>
    <p:custDataLst>
      <p:tags r:id="rId1"/>
    </p:custDataLst>
    <p:extLst>
      <p:ext uri="{BB962C8B-B14F-4D97-AF65-F5344CB8AC3E}">
        <p14:creationId xmlns:p14="http://schemas.microsoft.com/office/powerpoint/2010/main" val="2082257044"/>
      </p:ext>
    </p:extLst>
  </p:cSld>
  <p:clrMapOvr>
    <a:masterClrMapping/>
  </p:clrMapOvr>
  <p:transition>
    <p:wip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101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101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Content Placeholder 2"/>
          <p:cNvSpPr txBox="1">
            <a:spLocks/>
          </p:cNvSpPr>
          <p:nvPr/>
        </p:nvSpPr>
        <p:spPr>
          <a:xfrm>
            <a:off x="850900" y="1211263"/>
            <a:ext cx="7292975" cy="717550"/>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err="1">
                <a:solidFill>
                  <a:srgbClr val="FF0000"/>
                </a:solidFill>
                <a:latin typeface="+mn-lt"/>
                <a:cs typeface="+mn-cs"/>
              </a:rPr>
              <a:t>Exemples</a:t>
            </a:r>
            <a:r>
              <a:rPr lang="en-US" b="1" kern="0" dirty="0">
                <a:solidFill>
                  <a:srgbClr val="FF0000"/>
                </a:solidFill>
                <a:latin typeface="+mn-lt"/>
                <a:cs typeface="+mn-cs"/>
              </a:rPr>
              <a:t> :</a:t>
            </a:r>
          </a:p>
        </p:txBody>
      </p:sp>
      <p:sp>
        <p:nvSpPr>
          <p:cNvPr id="10" name="Rectangle à coins arrondis 9"/>
          <p:cNvSpPr/>
          <p:nvPr/>
        </p:nvSpPr>
        <p:spPr>
          <a:xfrm>
            <a:off x="642938" y="1900238"/>
            <a:ext cx="8501062" cy="3671887"/>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indent="-361950" eaLnBrk="1" hangingPunct="1">
              <a:spcBef>
                <a:spcPts val="6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rgbClr val="0000FF"/>
                </a:solidFill>
                <a:latin typeface="Courier New"/>
                <a:cs typeface="Courier New"/>
              </a:rPr>
              <a:t> </a:t>
            </a:r>
            <a:r>
              <a:rPr lang="en-US" b="1" dirty="0">
                <a:solidFill>
                  <a:schemeClr val="tx1"/>
                </a:solidFill>
                <a:latin typeface="Courier New"/>
                <a:cs typeface="Courier New"/>
              </a:rPr>
              <a:t>rs = </a:t>
            </a:r>
            <a:r>
              <a:rPr lang="en-US" b="1" dirty="0">
                <a:solidFill>
                  <a:srgbClr val="0000FF"/>
                </a:solidFill>
                <a:latin typeface="Courier New"/>
                <a:cs typeface="Courier New"/>
              </a:rPr>
              <a:t>dict</a:t>
            </a:r>
            <a:r>
              <a:rPr lang="en-US" b="1" dirty="0">
                <a:solidFill>
                  <a:schemeClr val="tx1"/>
                </a:solidFill>
                <a:latin typeface="Courier New"/>
                <a:cs typeface="Courier New"/>
              </a:rPr>
              <a:t>([(</a:t>
            </a:r>
            <a:r>
              <a:rPr lang="en-US" b="1" dirty="0">
                <a:solidFill>
                  <a:srgbClr val="008000"/>
                </a:solidFill>
                <a:latin typeface="Courier New"/>
                <a:cs typeface="Courier New"/>
              </a:rPr>
              <a:t>'Mick'</a:t>
            </a:r>
            <a:r>
              <a:rPr lang="en-US" b="1" dirty="0">
                <a:solidFill>
                  <a:schemeClr val="tx1"/>
                </a:solidFill>
                <a:latin typeface="Courier New"/>
                <a:cs typeface="Courier New"/>
              </a:rPr>
              <a:t>,</a:t>
            </a:r>
            <a:r>
              <a:rPr lang="en-US" b="1" dirty="0">
                <a:solidFill>
                  <a:srgbClr val="3366FF"/>
                </a:solidFill>
                <a:latin typeface="Courier New"/>
                <a:cs typeface="Courier New"/>
              </a:rPr>
              <a:t>71</a:t>
            </a:r>
            <a:r>
              <a:rPr lang="en-US" b="1" dirty="0">
                <a:solidFill>
                  <a:schemeClr val="tx1"/>
                </a:solidFill>
                <a:latin typeface="Courier New"/>
                <a:cs typeface="Courier New"/>
              </a:rPr>
              <a:t>),(</a:t>
            </a:r>
            <a:r>
              <a:rPr lang="en-US" b="1" dirty="0">
                <a:solidFill>
                  <a:srgbClr val="008000"/>
                </a:solidFill>
                <a:latin typeface="Courier New"/>
                <a:cs typeface="Courier New"/>
              </a:rPr>
              <a:t>'Keith'</a:t>
            </a:r>
            <a:r>
              <a:rPr lang="en-US" b="1" dirty="0">
                <a:solidFill>
                  <a:schemeClr val="tx1"/>
                </a:solidFill>
                <a:latin typeface="Courier New"/>
                <a:cs typeface="Courier New"/>
              </a:rPr>
              <a:t>,</a:t>
            </a:r>
            <a:r>
              <a:rPr lang="en-US" b="1" dirty="0">
                <a:solidFill>
                  <a:srgbClr val="3366FF"/>
                </a:solidFill>
                <a:latin typeface="Courier New"/>
                <a:cs typeface="Courier New"/>
              </a:rPr>
              <a:t>71</a:t>
            </a:r>
            <a:r>
              <a:rPr lang="en-US" b="1" dirty="0">
                <a:solidFill>
                  <a:schemeClr val="tx1"/>
                </a:solidFill>
                <a:latin typeface="Courier New"/>
                <a:cs typeface="Courier New"/>
              </a:rPr>
              <a:t>)])</a:t>
            </a:r>
          </a:p>
          <a:p>
            <a:pPr lvl="1" indent="-361950" eaLnBrk="1" hangingPunct="1">
              <a:spcBef>
                <a:spcPts val="6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rs.update({</a:t>
            </a:r>
            <a:r>
              <a:rPr lang="en-US" b="1" dirty="0">
                <a:solidFill>
                  <a:srgbClr val="008000"/>
                </a:solidFill>
                <a:latin typeface="Courier New"/>
                <a:cs typeface="Courier New"/>
              </a:rPr>
              <a:t>'Charlie'</a:t>
            </a:r>
            <a:r>
              <a:rPr lang="en-US" b="1" dirty="0">
                <a:solidFill>
                  <a:schemeClr val="tx1"/>
                </a:solidFill>
                <a:latin typeface="Courier New"/>
                <a:cs typeface="Courier New"/>
              </a:rPr>
              <a:t>:</a:t>
            </a:r>
            <a:r>
              <a:rPr lang="en-US" b="1" dirty="0">
                <a:solidFill>
                  <a:srgbClr val="3366FF"/>
                </a:solidFill>
                <a:latin typeface="Courier New"/>
                <a:cs typeface="Courier New"/>
              </a:rPr>
              <a:t>73</a:t>
            </a:r>
            <a:r>
              <a:rPr lang="en-US" b="1" dirty="0">
                <a:solidFill>
                  <a:schemeClr val="tx1"/>
                </a:solidFill>
                <a:latin typeface="Courier New"/>
                <a:cs typeface="Courier New"/>
              </a:rPr>
              <a:t>,</a:t>
            </a:r>
            <a:r>
              <a:rPr lang="en-US" b="1" dirty="0">
                <a:solidFill>
                  <a:srgbClr val="008000"/>
                </a:solidFill>
                <a:latin typeface="Courier New"/>
                <a:cs typeface="Courier New"/>
              </a:rPr>
              <a:t>'Ron'</a:t>
            </a:r>
            <a:r>
              <a:rPr lang="en-US" b="1" dirty="0">
                <a:solidFill>
                  <a:schemeClr val="tx1"/>
                </a:solidFill>
                <a:latin typeface="Courier New"/>
                <a:cs typeface="Courier New"/>
              </a:rPr>
              <a:t>:</a:t>
            </a:r>
            <a:r>
              <a:rPr lang="en-US" b="1" dirty="0">
                <a:solidFill>
                  <a:srgbClr val="3366FF"/>
                </a:solidFill>
                <a:latin typeface="Courier New"/>
                <a:cs typeface="Courier New"/>
              </a:rPr>
              <a:t>67</a:t>
            </a:r>
            <a:r>
              <a:rPr lang="en-US" b="1" dirty="0">
                <a:solidFill>
                  <a:schemeClr val="tx1"/>
                </a:solidFill>
                <a:latin typeface="Courier New"/>
                <a:cs typeface="Courier New"/>
              </a:rPr>
              <a:t>})</a:t>
            </a:r>
          </a:p>
          <a:p>
            <a:pPr lvl="1" indent="-361950" eaLnBrk="1" hangingPunct="1">
              <a:spcBef>
                <a:spcPts val="6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rs</a:t>
            </a:r>
          </a:p>
          <a:p>
            <a:pPr lvl="1" indent="-361950" eaLnBrk="1" hangingPunct="1">
              <a:spcBef>
                <a:spcPts val="600"/>
              </a:spcBef>
              <a:buClr>
                <a:srgbClr val="336666"/>
              </a:buClr>
              <a:buFont typeface="Wingdings" pitchFamily="2" charset="2"/>
              <a:buNone/>
              <a:defRPr/>
            </a:pPr>
            <a:r>
              <a:rPr lang="en-US" b="1" dirty="0">
                <a:solidFill>
                  <a:schemeClr val="tx1"/>
                </a:solidFill>
                <a:latin typeface="Courier New"/>
                <a:cs typeface="Courier New"/>
              </a:rPr>
              <a:t>{'Ron': 67, 'Mick': 71, 'Keith': 71, 'Charlie': 73}</a:t>
            </a:r>
          </a:p>
          <a:p>
            <a:pPr lvl="1" indent="-361950" eaLnBrk="1" hangingPunct="1">
              <a:spcBef>
                <a:spcPts val="6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rs[</a:t>
            </a:r>
            <a:r>
              <a:rPr lang="en-US" b="1" dirty="0">
                <a:solidFill>
                  <a:srgbClr val="008000"/>
                </a:solidFill>
                <a:latin typeface="Courier New"/>
                <a:cs typeface="Courier New"/>
              </a:rPr>
              <a:t>'Keith'</a:t>
            </a:r>
            <a:r>
              <a:rPr lang="en-US" b="1" dirty="0">
                <a:solidFill>
                  <a:schemeClr val="tx1"/>
                </a:solidFill>
                <a:latin typeface="Courier New"/>
                <a:cs typeface="Courier New"/>
              </a:rPr>
              <a:t>]</a:t>
            </a:r>
          </a:p>
          <a:p>
            <a:pPr lvl="1" indent="-361950" eaLnBrk="1" hangingPunct="1">
              <a:spcBef>
                <a:spcPts val="600"/>
              </a:spcBef>
              <a:buClr>
                <a:srgbClr val="336666"/>
              </a:buClr>
              <a:buFont typeface="Wingdings" pitchFamily="2" charset="2"/>
              <a:buNone/>
              <a:defRPr/>
            </a:pPr>
            <a:r>
              <a:rPr lang="en-US" b="1" dirty="0">
                <a:solidFill>
                  <a:schemeClr val="tx1"/>
                </a:solidFill>
                <a:latin typeface="Courier New"/>
                <a:cs typeface="Courier New"/>
              </a:rPr>
              <a:t>71</a:t>
            </a:r>
          </a:p>
          <a:p>
            <a:pPr lvl="1" indent="-361950" eaLnBrk="1" hangingPunct="1">
              <a:spcBef>
                <a:spcPts val="6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a:t>
            </a:r>
            <a:r>
              <a:rPr lang="en-US" b="1" dirty="0">
                <a:solidFill>
                  <a:srgbClr val="0000FF"/>
                </a:solidFill>
                <a:latin typeface="Courier New"/>
                <a:cs typeface="Courier New"/>
              </a:rPr>
              <a:t>del </a:t>
            </a:r>
            <a:r>
              <a:rPr lang="en-US" b="1" dirty="0">
                <a:solidFill>
                  <a:schemeClr val="tx1"/>
                </a:solidFill>
                <a:latin typeface="Courier New"/>
                <a:cs typeface="Courier New"/>
              </a:rPr>
              <a:t>rs[</a:t>
            </a:r>
            <a:r>
              <a:rPr lang="en-US" b="1" dirty="0">
                <a:solidFill>
                  <a:srgbClr val="008000"/>
                </a:solidFill>
                <a:latin typeface="Courier New"/>
                <a:cs typeface="Courier New"/>
              </a:rPr>
              <a:t>'Ron'</a:t>
            </a:r>
            <a:r>
              <a:rPr lang="en-US" b="1" dirty="0">
                <a:solidFill>
                  <a:schemeClr val="tx1"/>
                </a:solidFill>
                <a:latin typeface="Courier New"/>
                <a:cs typeface="Courier New"/>
              </a:rPr>
              <a:t>]</a:t>
            </a:r>
          </a:p>
          <a:p>
            <a:pPr lvl="1" indent="-361950" eaLnBrk="1" hangingPunct="1">
              <a:spcBef>
                <a:spcPts val="600"/>
              </a:spcBef>
              <a:buClr>
                <a:srgbClr val="336666"/>
              </a:buClr>
              <a:buFont typeface="Wingdings" pitchFamily="2" charset="2"/>
              <a:buNone/>
              <a:defRPr/>
            </a:pPr>
            <a:r>
              <a:rPr lang="en-US" b="1" dirty="0">
                <a:solidFill>
                  <a:srgbClr val="008000"/>
                </a:solidFill>
                <a:latin typeface="Courier New"/>
                <a:cs typeface="Courier New"/>
              </a:rPr>
              <a:t>&gt;&gt;&gt;</a:t>
            </a:r>
            <a:r>
              <a:rPr lang="en-US" b="1" dirty="0">
                <a:solidFill>
                  <a:schemeClr val="tx1"/>
                </a:solidFill>
                <a:latin typeface="Courier New"/>
                <a:cs typeface="Courier New"/>
              </a:rPr>
              <a:t> rs</a:t>
            </a:r>
          </a:p>
          <a:p>
            <a:pPr lvl="1" indent="-361950" eaLnBrk="1" hangingPunct="1">
              <a:spcBef>
                <a:spcPts val="600"/>
              </a:spcBef>
              <a:buClr>
                <a:srgbClr val="336666"/>
              </a:buClr>
              <a:buFont typeface="Wingdings" pitchFamily="2" charset="2"/>
              <a:buNone/>
              <a:defRPr/>
            </a:pPr>
            <a:r>
              <a:rPr lang="en-US" b="1" dirty="0">
                <a:solidFill>
                  <a:schemeClr val="tx1"/>
                </a:solidFill>
                <a:latin typeface="Courier New"/>
                <a:cs typeface="Courier New"/>
              </a:rPr>
              <a:t>{'Mick': 71, 'Keith': 71, 'Charlie': 73}</a:t>
            </a:r>
            <a:endParaRPr lang="fr-FR" b="1" dirty="0">
              <a:solidFill>
                <a:schemeClr val="tx1"/>
              </a:solidFill>
              <a:latin typeface="Courier New"/>
              <a:cs typeface="Courier New"/>
            </a:endParaRPr>
          </a:p>
        </p:txBody>
      </p:sp>
    </p:spTree>
    <p:custDataLst>
      <p:tags r:id="rId1"/>
    </p:custDataLst>
    <p:extLst>
      <p:ext uri="{BB962C8B-B14F-4D97-AF65-F5344CB8AC3E}">
        <p14:creationId xmlns:p14="http://schemas.microsoft.com/office/powerpoint/2010/main" val="2927492450"/>
      </p:ext>
    </p:extLst>
  </p:cSld>
  <p:clrMapOvr>
    <a:masterClrMapping/>
  </p:clrMapOvr>
  <p:transition>
    <p:wip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203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203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71500" y="1000125"/>
            <a:ext cx="4567238" cy="400050"/>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en-US" b="1" dirty="0" err="1">
                <a:solidFill>
                  <a:srgbClr val="FF0000"/>
                </a:solidFill>
                <a:latin typeface="+mn-lt"/>
              </a:rPr>
              <a:t>Opérations</a:t>
            </a:r>
            <a:r>
              <a:rPr lang="en-US" b="1" dirty="0">
                <a:solidFill>
                  <a:srgbClr val="FF0000"/>
                </a:solidFill>
                <a:latin typeface="+mn-lt"/>
              </a:rPr>
              <a:t> </a:t>
            </a:r>
            <a:r>
              <a:rPr lang="en-US" b="1" dirty="0" err="1">
                <a:solidFill>
                  <a:srgbClr val="FF0000"/>
                </a:solidFill>
                <a:latin typeface="+mn-lt"/>
              </a:rPr>
              <a:t>sur</a:t>
            </a:r>
            <a:r>
              <a:rPr lang="en-US" b="1" dirty="0">
                <a:solidFill>
                  <a:srgbClr val="FF0000"/>
                </a:solidFill>
                <a:latin typeface="+mn-lt"/>
              </a:rPr>
              <a:t> les </a:t>
            </a:r>
            <a:r>
              <a:rPr lang="en-US" b="1" dirty="0" err="1">
                <a:solidFill>
                  <a:srgbClr val="FF0000"/>
                </a:solidFill>
                <a:latin typeface="+mn-lt"/>
              </a:rPr>
              <a:t>dictionnaires</a:t>
            </a:r>
            <a:r>
              <a:rPr lang="en-US" b="1" dirty="0">
                <a:solidFill>
                  <a:srgbClr val="FF0000"/>
                </a:solidFill>
                <a:latin typeface="+mn-lt"/>
              </a:rPr>
              <a:t> (2):</a:t>
            </a:r>
            <a:endParaRPr lang="fr-FR" b="1" dirty="0">
              <a:solidFill>
                <a:srgbClr val="FF0000"/>
              </a:solidFill>
              <a:latin typeface="+mn-lt"/>
            </a:endParaRPr>
          </a:p>
        </p:txBody>
      </p:sp>
      <p:graphicFrame>
        <p:nvGraphicFramePr>
          <p:cNvPr id="10" name="Tableau 9"/>
          <p:cNvGraphicFramePr>
            <a:graphicFrameLocks noGrp="1"/>
          </p:cNvGraphicFramePr>
          <p:nvPr/>
        </p:nvGraphicFramePr>
        <p:xfrm>
          <a:off x="504825" y="1468438"/>
          <a:ext cx="8496300" cy="5032377"/>
        </p:xfrm>
        <a:graphic>
          <a:graphicData uri="http://schemas.openxmlformats.org/drawingml/2006/table">
            <a:tbl>
              <a:tblPr/>
              <a:tblGrid>
                <a:gridCol w="2808287"/>
                <a:gridCol w="5688013"/>
              </a:tblGrid>
              <a:tr h="4572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rgbClr val="FFFFFF"/>
                          </a:solidFill>
                          <a:effectLst/>
                          <a:latin typeface="+mn-lt"/>
                          <a:ea typeface="MS PGothic" pitchFamily="34" charset="-128"/>
                        </a:rPr>
                        <a:t>Opération</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rgbClr val="FFFFFF"/>
                          </a:solidFill>
                          <a:effectLst/>
                          <a:latin typeface="+mn-lt"/>
                          <a:ea typeface="MS PGothic" pitchFamily="34" charset="-128"/>
                        </a:rPr>
                        <a:t>Résultat</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lumMod val="75000"/>
                      </a:schemeClr>
                    </a:solidFill>
                  </a:tcPr>
                </a:tc>
              </a:tr>
              <a:tr h="4572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d.get(x)</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si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est une clé retourne </a:t>
                      </a:r>
                      <a:r>
                        <a:rPr kumimoji="0" lang="fr-FR" sz="2000" b="1" i="0" u="none" strike="noStrike" cap="none" normalizeH="0" baseline="0" smtClean="0">
                          <a:ln>
                            <a:noFill/>
                          </a:ln>
                          <a:solidFill>
                            <a:srgbClr val="000000"/>
                          </a:solidFill>
                          <a:effectLst/>
                          <a:latin typeface="+mn-lt"/>
                          <a:ea typeface="MS PGothic" pitchFamily="34" charset="-128"/>
                        </a:rPr>
                        <a:t>d[x] </a:t>
                      </a:r>
                      <a:r>
                        <a:rPr kumimoji="0" lang="fr-FR" sz="2000" b="0" i="0" u="none" strike="noStrike" cap="none" normalizeH="0" baseline="0" smtClean="0">
                          <a:ln>
                            <a:noFill/>
                          </a:ln>
                          <a:solidFill>
                            <a:srgbClr val="000000"/>
                          </a:solidFill>
                          <a:effectLst/>
                          <a:latin typeface="+mn-lt"/>
                          <a:ea typeface="MS PGothic" pitchFamily="34" charset="-128"/>
                        </a:rPr>
                        <a:t>sinon </a:t>
                      </a:r>
                      <a:r>
                        <a:rPr kumimoji="0" lang="fr-FR" sz="2000" b="1" i="0" u="none" strike="noStrike" cap="none" normalizeH="0" baseline="0" smtClean="0">
                          <a:ln>
                            <a:noFill/>
                          </a:ln>
                          <a:solidFill>
                            <a:srgbClr val="000000"/>
                          </a:solidFill>
                          <a:effectLst/>
                          <a:latin typeface="+mn-lt"/>
                          <a:ea typeface="MS PGothic" pitchFamily="34" charset="-128"/>
                        </a:rPr>
                        <a:t>None</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572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d.get(x,y)</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si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est une clé retourne </a:t>
                      </a:r>
                      <a:r>
                        <a:rPr kumimoji="0" lang="fr-FR" sz="2000" b="1" i="0" u="none" strike="noStrike" cap="none" normalizeH="0" baseline="0" smtClean="0">
                          <a:ln>
                            <a:noFill/>
                          </a:ln>
                          <a:solidFill>
                            <a:srgbClr val="000000"/>
                          </a:solidFill>
                          <a:effectLst/>
                          <a:latin typeface="+mn-lt"/>
                          <a:ea typeface="MS PGothic" pitchFamily="34" charset="-128"/>
                        </a:rPr>
                        <a:t>d[x] </a:t>
                      </a:r>
                      <a:r>
                        <a:rPr kumimoji="0" lang="fr-FR" sz="2000" b="0" i="0" u="none" strike="noStrike" cap="none" normalizeH="0" baseline="0" smtClean="0">
                          <a:ln>
                            <a:noFill/>
                          </a:ln>
                          <a:solidFill>
                            <a:srgbClr val="000000"/>
                          </a:solidFill>
                          <a:effectLst/>
                          <a:latin typeface="+mn-lt"/>
                          <a:ea typeface="MS PGothic" pitchFamily="34" charset="-128"/>
                        </a:rPr>
                        <a:t>sinon </a:t>
                      </a:r>
                      <a:r>
                        <a:rPr kumimoji="0" lang="fr-FR" sz="2000" b="1" i="0" u="none" strike="noStrike" cap="none" normalizeH="0" baseline="0" smtClean="0">
                          <a:ln>
                            <a:noFill/>
                          </a:ln>
                          <a:solidFill>
                            <a:srgbClr val="000000"/>
                          </a:solidFill>
                          <a:effectLst/>
                          <a:latin typeface="+mn-lt"/>
                          <a:ea typeface="MS PGothic" pitchFamily="34" charset="-128"/>
                        </a:rPr>
                        <a:t>y</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823913">
                <a:tc>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d.pop(x)</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si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est une clé retourne </a:t>
                      </a:r>
                      <a:r>
                        <a:rPr kumimoji="0" lang="fr-FR" sz="2000" b="1" i="0" u="none" strike="noStrike" cap="none" normalizeH="0" baseline="0" smtClean="0">
                          <a:ln>
                            <a:noFill/>
                          </a:ln>
                          <a:solidFill>
                            <a:srgbClr val="000000"/>
                          </a:solidFill>
                          <a:effectLst/>
                          <a:latin typeface="+mn-lt"/>
                          <a:ea typeface="MS PGothic" pitchFamily="34" charset="-128"/>
                        </a:rPr>
                        <a:t>d[x] </a:t>
                      </a:r>
                      <a:r>
                        <a:rPr kumimoji="0" lang="fr-FR" sz="2000" b="0" i="0" u="none" strike="noStrike" cap="none" normalizeH="0" baseline="0" smtClean="0">
                          <a:ln>
                            <a:noFill/>
                          </a:ln>
                          <a:solidFill>
                            <a:srgbClr val="000000"/>
                          </a:solidFill>
                          <a:effectLst/>
                          <a:latin typeface="+mn-lt"/>
                          <a:ea typeface="MS PGothic" pitchFamily="34" charset="-128"/>
                        </a:rPr>
                        <a:t>et supprime le couple </a:t>
                      </a:r>
                      <a:r>
                        <a:rPr kumimoji="0" lang="fr-FR" sz="2000" b="1" i="0" u="none" strike="noStrike" cap="none" normalizeH="0" baseline="0" smtClean="0">
                          <a:ln>
                            <a:noFill/>
                          </a:ln>
                          <a:solidFill>
                            <a:srgbClr val="000000"/>
                          </a:solidFill>
                          <a:effectLst/>
                          <a:latin typeface="+mn-lt"/>
                          <a:ea typeface="MS PGothic" pitchFamily="34" charset="-128"/>
                        </a:rPr>
                        <a:t>x : d[x]</a:t>
                      </a:r>
                      <a:r>
                        <a:rPr kumimoji="0" lang="fr-FR" sz="2000" b="0" i="0" u="none" strike="noStrike" cap="none" normalizeH="0" baseline="0" smtClean="0">
                          <a:ln>
                            <a:noFill/>
                          </a:ln>
                          <a:solidFill>
                            <a:srgbClr val="000000"/>
                          </a:solidFill>
                          <a:effectLst/>
                          <a:latin typeface="+mn-lt"/>
                          <a:ea typeface="MS PGothic" pitchFamily="34" charset="-128"/>
                        </a:rPr>
                        <a:t>, sinon renvoie une erreur</a:t>
                      </a:r>
                      <a:endParaRPr kumimoji="0" lang="fr-FR" sz="2000" b="1" i="0" u="none" strike="noStrike" cap="none" normalizeH="0" baseline="0" smtClean="0">
                        <a:ln>
                          <a:noFill/>
                        </a:ln>
                        <a:solidFill>
                          <a:srgbClr val="000000"/>
                        </a:solidFill>
                        <a:effectLst/>
                        <a:latin typeface="+mn-lt"/>
                        <a:ea typeface="MS PGothic" pitchFamily="34" charset="-128"/>
                      </a:endParaRP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23913">
                <a:tc>
                  <a:txBody>
                    <a:bodyPr/>
                    <a:lstStyle/>
                    <a:p>
                      <a:pPr marL="0" marR="0" lvl="0" indent="0" algn="ctr" defTabSz="457200" rtl="0" eaLnBrk="1" fontAlgn="base" latinLnBrk="0" hangingPunct="1">
                        <a:lnSpc>
                          <a:spcPct val="15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d.pop(x,y)</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si </a:t>
                      </a:r>
                      <a:r>
                        <a:rPr kumimoji="0" lang="fr-FR" sz="2000" b="1" i="0" u="none" strike="noStrike" cap="none" normalizeH="0" baseline="0" smtClean="0">
                          <a:ln>
                            <a:noFill/>
                          </a:ln>
                          <a:solidFill>
                            <a:srgbClr val="000000"/>
                          </a:solidFill>
                          <a:effectLst/>
                          <a:latin typeface="+mn-lt"/>
                          <a:ea typeface="MS PGothic" pitchFamily="34" charset="-128"/>
                        </a:rPr>
                        <a:t>x</a:t>
                      </a:r>
                      <a:r>
                        <a:rPr kumimoji="0" lang="fr-FR" sz="2000" b="0" i="0" u="none" strike="noStrike" cap="none" normalizeH="0" baseline="0" smtClean="0">
                          <a:ln>
                            <a:noFill/>
                          </a:ln>
                          <a:solidFill>
                            <a:srgbClr val="000000"/>
                          </a:solidFill>
                          <a:effectLst/>
                          <a:latin typeface="+mn-lt"/>
                          <a:ea typeface="MS PGothic" pitchFamily="34" charset="-128"/>
                        </a:rPr>
                        <a:t> est une clé retourne </a:t>
                      </a:r>
                      <a:r>
                        <a:rPr kumimoji="0" lang="fr-FR" sz="2000" b="1" i="0" u="none" strike="noStrike" cap="none" normalizeH="0" baseline="0" smtClean="0">
                          <a:ln>
                            <a:noFill/>
                          </a:ln>
                          <a:solidFill>
                            <a:srgbClr val="000000"/>
                          </a:solidFill>
                          <a:effectLst/>
                          <a:latin typeface="+mn-lt"/>
                          <a:ea typeface="MS PGothic" pitchFamily="34" charset="-128"/>
                        </a:rPr>
                        <a:t>d[x] </a:t>
                      </a:r>
                      <a:r>
                        <a:rPr kumimoji="0" lang="fr-FR" sz="2000" b="0" i="0" u="none" strike="noStrike" cap="none" normalizeH="0" baseline="0" smtClean="0">
                          <a:ln>
                            <a:noFill/>
                          </a:ln>
                          <a:solidFill>
                            <a:srgbClr val="000000"/>
                          </a:solidFill>
                          <a:effectLst/>
                          <a:latin typeface="+mn-lt"/>
                          <a:ea typeface="MS PGothic" pitchFamily="34" charset="-128"/>
                        </a:rPr>
                        <a:t>et supprime le couple </a:t>
                      </a:r>
                      <a:r>
                        <a:rPr kumimoji="0" lang="fr-FR" sz="2000" b="1" i="0" u="none" strike="noStrike" cap="none" normalizeH="0" baseline="0" smtClean="0">
                          <a:ln>
                            <a:noFill/>
                          </a:ln>
                          <a:solidFill>
                            <a:srgbClr val="000000"/>
                          </a:solidFill>
                          <a:effectLst/>
                          <a:latin typeface="+mn-lt"/>
                          <a:ea typeface="MS PGothic" pitchFamily="34" charset="-128"/>
                        </a:rPr>
                        <a:t>x : d[x]</a:t>
                      </a:r>
                      <a:r>
                        <a:rPr kumimoji="0" lang="fr-FR" sz="2000" b="0" i="0" u="none" strike="noStrike" cap="none" normalizeH="0" baseline="0" smtClean="0">
                          <a:ln>
                            <a:noFill/>
                          </a:ln>
                          <a:solidFill>
                            <a:srgbClr val="000000"/>
                          </a:solidFill>
                          <a:effectLst/>
                          <a:latin typeface="+mn-lt"/>
                          <a:ea typeface="MS PGothic" pitchFamily="34" charset="-128"/>
                        </a:rPr>
                        <a:t>, sinon retourne y</a:t>
                      </a:r>
                      <a:endParaRPr kumimoji="0" lang="fr-FR" sz="2000" b="1" i="0" u="none" strike="noStrike" cap="none" normalizeH="0" baseline="0" smtClean="0">
                        <a:ln>
                          <a:noFill/>
                        </a:ln>
                        <a:solidFill>
                          <a:srgbClr val="000000"/>
                        </a:solidFill>
                        <a:effectLst/>
                        <a:latin typeface="+mn-lt"/>
                        <a:ea typeface="MS PGothic" pitchFamily="34" charset="-128"/>
                      </a:endParaRP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18903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smtClean="0">
                          <a:ln>
                            <a:noFill/>
                          </a:ln>
                          <a:solidFill>
                            <a:srgbClr val="000000"/>
                          </a:solidFill>
                          <a:effectLst/>
                          <a:latin typeface="+mn-lt"/>
                          <a:ea typeface="MS PGothic" pitchFamily="34" charset="-128"/>
                        </a:rPr>
                        <a:t>d.popitem()</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smtClean="0">
                          <a:ln>
                            <a:noFill/>
                          </a:ln>
                          <a:solidFill>
                            <a:srgbClr val="000000"/>
                          </a:solidFill>
                          <a:effectLst/>
                          <a:latin typeface="+mn-lt"/>
                          <a:ea typeface="MS PGothic" pitchFamily="34" charset="-128"/>
                        </a:rPr>
                        <a:t>Si le dictionnaire est vide retourne une erreur, sinon retourne un couple arbitraire de </a:t>
                      </a:r>
                      <a:r>
                        <a:rPr kumimoji="0" lang="fr-FR" sz="2000" b="1" i="0" u="none" strike="noStrike" cap="none" normalizeH="0" baseline="0" smtClean="0">
                          <a:ln>
                            <a:noFill/>
                          </a:ln>
                          <a:solidFill>
                            <a:srgbClr val="000000"/>
                          </a:solidFill>
                          <a:effectLst/>
                          <a:latin typeface="+mn-lt"/>
                          <a:ea typeface="MS PGothic" pitchFamily="34" charset="-128"/>
                        </a:rPr>
                        <a:t>d </a:t>
                      </a:r>
                      <a:r>
                        <a:rPr kumimoji="0" lang="fr-FR" sz="2000" b="0" i="0" u="none" strike="noStrike" cap="none" normalizeH="0" baseline="0" smtClean="0">
                          <a:ln>
                            <a:noFill/>
                          </a:ln>
                          <a:solidFill>
                            <a:srgbClr val="000000"/>
                          </a:solidFill>
                          <a:effectLst/>
                          <a:latin typeface="+mn-lt"/>
                          <a:ea typeface="MS PGothic" pitchFamily="34" charset="-128"/>
                        </a:rPr>
                        <a:t>et le supprime</a:t>
                      </a:r>
                      <a:endParaRPr kumimoji="0" lang="fr-FR" sz="2000" b="1" i="0" u="none" strike="noStrike" cap="none" normalizeH="0" baseline="0" smtClean="0">
                        <a:ln>
                          <a:noFill/>
                        </a:ln>
                        <a:solidFill>
                          <a:srgbClr val="000000"/>
                        </a:solidFill>
                        <a:effectLst/>
                        <a:latin typeface="+mn-lt"/>
                        <a:ea typeface="MS PGothic" pitchFamily="34" charset="-128"/>
                      </a:endParaRP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2391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err="1" smtClean="0">
                          <a:ln>
                            <a:noFill/>
                          </a:ln>
                          <a:solidFill>
                            <a:srgbClr val="000000"/>
                          </a:solidFill>
                          <a:effectLst/>
                          <a:latin typeface="+mn-lt"/>
                          <a:ea typeface="MS PGothic" pitchFamily="34" charset="-128"/>
                        </a:rPr>
                        <a:t>d.setdefault</a:t>
                      </a:r>
                      <a:r>
                        <a:rPr kumimoji="0" lang="fr-FR" sz="2000" b="1" i="0" u="none" strike="noStrike" cap="none" normalizeH="0" baseline="0" dirty="0" smtClean="0">
                          <a:ln>
                            <a:noFill/>
                          </a:ln>
                          <a:solidFill>
                            <a:srgbClr val="000000"/>
                          </a:solidFill>
                          <a:effectLst/>
                          <a:latin typeface="+mn-lt"/>
                          <a:ea typeface="MS PGothic" pitchFamily="34" charset="-128"/>
                        </a:rPr>
                        <a:t>(</a:t>
                      </a:r>
                      <a:r>
                        <a:rPr kumimoji="0" lang="fr-FR" sz="2000" b="1" i="0" u="none" strike="noStrike" cap="none" normalizeH="0" baseline="0" dirty="0" err="1" smtClean="0">
                          <a:ln>
                            <a:noFill/>
                          </a:ln>
                          <a:solidFill>
                            <a:srgbClr val="000000"/>
                          </a:solidFill>
                          <a:effectLst/>
                          <a:latin typeface="+mn-lt"/>
                          <a:ea typeface="MS PGothic" pitchFamily="34" charset="-128"/>
                        </a:rPr>
                        <a:t>x,y</a:t>
                      </a:r>
                      <a:r>
                        <a:rPr kumimoji="0" lang="fr-FR" sz="2000" b="1" i="0" u="none" strike="noStrike" cap="none" normalizeH="0" baseline="0" dirty="0" smtClean="0">
                          <a:ln>
                            <a:noFill/>
                          </a:ln>
                          <a:solidFill>
                            <a:srgbClr val="000000"/>
                          </a:solidFill>
                          <a:effectLst/>
                          <a:latin typeface="+mn-lt"/>
                          <a:ea typeface="MS PGothic" pitchFamily="34" charset="-128"/>
                        </a:rPr>
                        <a:t>)</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smtClean="0">
                          <a:ln>
                            <a:noFill/>
                          </a:ln>
                          <a:solidFill>
                            <a:srgbClr val="000000"/>
                          </a:solidFill>
                          <a:effectLst/>
                          <a:latin typeface="+mn-lt"/>
                          <a:ea typeface="MS PGothic" pitchFamily="34" charset="-128"/>
                        </a:rPr>
                        <a:t>si </a:t>
                      </a:r>
                      <a:r>
                        <a:rPr kumimoji="0" lang="fr-FR" sz="2000" b="1" i="0" u="none" strike="noStrike" cap="none" normalizeH="0" baseline="0" dirty="0" smtClean="0">
                          <a:ln>
                            <a:noFill/>
                          </a:ln>
                          <a:solidFill>
                            <a:srgbClr val="000000"/>
                          </a:solidFill>
                          <a:effectLst/>
                          <a:latin typeface="+mn-lt"/>
                          <a:ea typeface="MS PGothic" pitchFamily="34" charset="-128"/>
                        </a:rPr>
                        <a:t>x</a:t>
                      </a:r>
                      <a:r>
                        <a:rPr kumimoji="0" lang="fr-FR" sz="2000" b="0" i="0" u="none" strike="noStrike" cap="none" normalizeH="0" baseline="0" dirty="0" smtClean="0">
                          <a:ln>
                            <a:noFill/>
                          </a:ln>
                          <a:solidFill>
                            <a:srgbClr val="000000"/>
                          </a:solidFill>
                          <a:effectLst/>
                          <a:latin typeface="+mn-lt"/>
                          <a:ea typeface="MS PGothic" pitchFamily="34" charset="-128"/>
                        </a:rPr>
                        <a:t> est une clé retourne </a:t>
                      </a:r>
                      <a:r>
                        <a:rPr kumimoji="0" lang="fr-FR" sz="2000" b="1" i="0" u="none" strike="noStrike" cap="none" normalizeH="0" baseline="0" dirty="0" smtClean="0">
                          <a:ln>
                            <a:noFill/>
                          </a:ln>
                          <a:solidFill>
                            <a:srgbClr val="000000"/>
                          </a:solidFill>
                          <a:effectLst/>
                          <a:latin typeface="+mn-lt"/>
                          <a:ea typeface="MS PGothic" pitchFamily="34" charset="-128"/>
                        </a:rPr>
                        <a:t>d[x] </a:t>
                      </a:r>
                      <a:r>
                        <a:rPr kumimoji="0" lang="fr-FR" sz="2000" b="0" i="0" u="none" strike="noStrike" cap="none" normalizeH="0" baseline="0" dirty="0" smtClean="0">
                          <a:ln>
                            <a:noFill/>
                          </a:ln>
                          <a:solidFill>
                            <a:srgbClr val="000000"/>
                          </a:solidFill>
                          <a:effectLst/>
                          <a:latin typeface="+mn-lt"/>
                          <a:ea typeface="MS PGothic" pitchFamily="34" charset="-128"/>
                        </a:rPr>
                        <a:t>sinon retourne </a:t>
                      </a:r>
                      <a:r>
                        <a:rPr kumimoji="0" lang="fr-FR" sz="2000" b="1" i="0" u="none" strike="noStrike" cap="none" normalizeH="0" baseline="0" dirty="0" smtClean="0">
                          <a:ln>
                            <a:noFill/>
                          </a:ln>
                          <a:solidFill>
                            <a:srgbClr val="000000"/>
                          </a:solidFill>
                          <a:effectLst/>
                          <a:latin typeface="+mn-lt"/>
                          <a:ea typeface="MS PGothic" pitchFamily="34" charset="-128"/>
                        </a:rPr>
                        <a:t>y</a:t>
                      </a:r>
                      <a:r>
                        <a:rPr kumimoji="0" lang="fr-FR" sz="2000" b="0" i="0" u="none" strike="noStrike" cap="none" normalizeH="0" baseline="0" dirty="0" smtClean="0">
                          <a:ln>
                            <a:noFill/>
                          </a:ln>
                          <a:solidFill>
                            <a:srgbClr val="000000"/>
                          </a:solidFill>
                          <a:effectLst/>
                          <a:latin typeface="+mn-lt"/>
                          <a:ea typeface="MS PGothic" pitchFamily="34" charset="-128"/>
                        </a:rPr>
                        <a:t> et insère le couple </a:t>
                      </a:r>
                      <a:r>
                        <a:rPr kumimoji="0" lang="fr-FR" sz="2000" b="1" i="0" u="none" strike="noStrike" cap="none" normalizeH="0" baseline="0" dirty="0" smtClean="0">
                          <a:ln>
                            <a:noFill/>
                          </a:ln>
                          <a:solidFill>
                            <a:srgbClr val="000000"/>
                          </a:solidFill>
                          <a:effectLst/>
                          <a:latin typeface="+mn-lt"/>
                          <a:ea typeface="MS PGothic" pitchFamily="34" charset="-128"/>
                        </a:rPr>
                        <a:t>x : y</a:t>
                      </a:r>
                    </a:p>
                  </a:txBody>
                  <a:tcPr marL="91445" marR="91445" marT="45735" marB="457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Tree>
    <p:custDataLst>
      <p:tags r:id="rId1"/>
    </p:custDataLst>
    <p:extLst>
      <p:ext uri="{BB962C8B-B14F-4D97-AF65-F5344CB8AC3E}">
        <p14:creationId xmlns:p14="http://schemas.microsoft.com/office/powerpoint/2010/main" val="499262076"/>
      </p:ext>
    </p:extLst>
  </p:cSld>
  <p:clrMapOvr>
    <a:masterClrMapping/>
  </p:clrMapOvr>
  <p:transition>
    <p:wip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306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306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Content Placeholder 2"/>
          <p:cNvSpPr txBox="1">
            <a:spLocks/>
          </p:cNvSpPr>
          <p:nvPr/>
        </p:nvSpPr>
        <p:spPr>
          <a:xfrm>
            <a:off x="457200" y="1268413"/>
            <a:ext cx="8435975" cy="517525"/>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err="1">
                <a:solidFill>
                  <a:srgbClr val="FF0000"/>
                </a:solidFill>
                <a:latin typeface="+mn-lt"/>
                <a:cs typeface="+mn-cs"/>
              </a:rPr>
              <a:t>Exemples</a:t>
            </a:r>
            <a:r>
              <a:rPr lang="en-US" kern="0" dirty="0">
                <a:latin typeface="+mn-lt"/>
                <a:cs typeface="+mn-cs"/>
              </a:rPr>
              <a:t> :</a:t>
            </a:r>
          </a:p>
        </p:txBody>
      </p:sp>
      <p:sp>
        <p:nvSpPr>
          <p:cNvPr id="10" name="Rectangle à coins arrondis 9"/>
          <p:cNvSpPr/>
          <p:nvPr/>
        </p:nvSpPr>
        <p:spPr>
          <a:xfrm>
            <a:off x="500063" y="1785938"/>
            <a:ext cx="8643937" cy="4032250"/>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6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rgbClr val="0000FF"/>
                </a:solidFill>
                <a:latin typeface="Courier New" pitchFamily="49" charset="0"/>
                <a:ea typeface="MS PGothic" pitchFamily="34" charset="-128"/>
                <a:cs typeface="Courier New" pitchFamily="49" charset="0"/>
              </a:rPr>
              <a:t> </a:t>
            </a:r>
            <a:r>
              <a:rPr lang="en-US" b="1" dirty="0" err="1">
                <a:solidFill>
                  <a:schemeClr val="tx1"/>
                </a:solidFill>
                <a:latin typeface="Courier New" pitchFamily="49" charset="0"/>
                <a:ea typeface="MS PGothic" pitchFamily="34" charset="-128"/>
                <a:cs typeface="Courier New" pitchFamily="49" charset="0"/>
              </a:rPr>
              <a:t>rs</a:t>
            </a:r>
            <a:r>
              <a:rPr lang="en-US" b="1" dirty="0">
                <a:solidFill>
                  <a:schemeClr val="tx1"/>
                </a:solidFill>
                <a:latin typeface="Courier New" pitchFamily="49" charset="0"/>
                <a:ea typeface="MS PGothic" pitchFamily="34" charset="-128"/>
                <a:cs typeface="Courier New" pitchFamily="49" charset="0"/>
              </a:rPr>
              <a:t> = {</a:t>
            </a:r>
            <a:r>
              <a:rPr lang="en-US" b="1" dirty="0">
                <a:solidFill>
                  <a:srgbClr val="008000"/>
                </a:solidFill>
                <a:latin typeface="Courier New" pitchFamily="49" charset="0"/>
                <a:ea typeface="MS PGothic" pitchFamily="34" charset="-128"/>
                <a:cs typeface="Courier New" pitchFamily="49" charset="0"/>
              </a:rPr>
              <a:t>'Mick'</a:t>
            </a:r>
            <a:r>
              <a:rPr lang="en-US" b="1" dirty="0">
                <a:solidFill>
                  <a:schemeClr val="tx1"/>
                </a:solidFill>
                <a:latin typeface="Courier New" pitchFamily="49" charset="0"/>
                <a:ea typeface="MS PGothic" pitchFamily="34" charset="-128"/>
                <a:cs typeface="Courier New" pitchFamily="49" charset="0"/>
              </a:rPr>
              <a:t>: </a:t>
            </a:r>
            <a:r>
              <a:rPr lang="en-US" b="1" dirty="0">
                <a:solidFill>
                  <a:srgbClr val="3366FF"/>
                </a:solidFill>
                <a:latin typeface="Courier New" pitchFamily="49" charset="0"/>
                <a:ea typeface="MS PGothic" pitchFamily="34" charset="-128"/>
                <a:cs typeface="Courier New" pitchFamily="49" charset="0"/>
              </a:rPr>
              <a:t>71</a:t>
            </a:r>
            <a:r>
              <a:rPr lang="en-US" b="1" dirty="0">
                <a:solidFill>
                  <a:schemeClr val="tx1"/>
                </a:solidFill>
                <a:latin typeface="Courier New" pitchFamily="49" charset="0"/>
                <a:ea typeface="MS PGothic" pitchFamily="34" charset="-128"/>
                <a:cs typeface="Courier New" pitchFamily="49" charset="0"/>
              </a:rPr>
              <a:t>, </a:t>
            </a:r>
            <a:r>
              <a:rPr lang="en-US" b="1" dirty="0">
                <a:solidFill>
                  <a:srgbClr val="008000"/>
                </a:solidFill>
                <a:latin typeface="Courier New" pitchFamily="49" charset="0"/>
                <a:ea typeface="MS PGothic" pitchFamily="34" charset="-128"/>
                <a:cs typeface="Courier New" pitchFamily="49" charset="0"/>
              </a:rPr>
              <a:t>'Keith'</a:t>
            </a:r>
            <a:r>
              <a:rPr lang="en-US" b="1" dirty="0">
                <a:solidFill>
                  <a:schemeClr val="tx1"/>
                </a:solidFill>
                <a:latin typeface="Courier New" pitchFamily="49" charset="0"/>
                <a:ea typeface="MS PGothic" pitchFamily="34" charset="-128"/>
                <a:cs typeface="Courier New" pitchFamily="49" charset="0"/>
              </a:rPr>
              <a:t>: </a:t>
            </a:r>
            <a:r>
              <a:rPr lang="en-US" b="1" dirty="0">
                <a:solidFill>
                  <a:srgbClr val="3366FF"/>
                </a:solidFill>
                <a:latin typeface="Courier New" pitchFamily="49" charset="0"/>
                <a:ea typeface="MS PGothic" pitchFamily="34" charset="-128"/>
                <a:cs typeface="Courier New" pitchFamily="49" charset="0"/>
              </a:rPr>
              <a:t>71</a:t>
            </a:r>
            <a:r>
              <a:rPr lang="en-US" b="1" dirty="0">
                <a:solidFill>
                  <a:schemeClr val="tx1"/>
                </a:solidFill>
                <a:latin typeface="Courier New" pitchFamily="49" charset="0"/>
                <a:ea typeface="MS PGothic" pitchFamily="34" charset="-128"/>
                <a:cs typeface="Courier New" pitchFamily="49" charset="0"/>
              </a:rPr>
              <a:t>, </a:t>
            </a:r>
            <a:r>
              <a:rPr lang="en-US" b="1" dirty="0">
                <a:solidFill>
                  <a:srgbClr val="008000"/>
                </a:solidFill>
                <a:latin typeface="Courier New" pitchFamily="49" charset="0"/>
                <a:ea typeface="MS PGothic" pitchFamily="34" charset="-128"/>
                <a:cs typeface="Courier New" pitchFamily="49" charset="0"/>
              </a:rPr>
              <a:t>'Charlie'</a:t>
            </a:r>
            <a:r>
              <a:rPr lang="en-US" b="1" dirty="0">
                <a:solidFill>
                  <a:schemeClr val="tx1"/>
                </a:solidFill>
                <a:latin typeface="Courier New" pitchFamily="49" charset="0"/>
                <a:ea typeface="MS PGothic" pitchFamily="34" charset="-128"/>
                <a:cs typeface="Courier New" pitchFamily="49" charset="0"/>
              </a:rPr>
              <a:t>: </a:t>
            </a:r>
            <a:r>
              <a:rPr lang="en-US" b="1" dirty="0">
                <a:solidFill>
                  <a:srgbClr val="3366FF"/>
                </a:solidFill>
                <a:latin typeface="Courier New" pitchFamily="49" charset="0"/>
                <a:ea typeface="MS PGothic" pitchFamily="34" charset="-128"/>
                <a:cs typeface="Courier New" pitchFamily="49" charset="0"/>
              </a:rPr>
              <a:t>73</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a:t>
            </a:r>
            <a:r>
              <a:rPr lang="en-US" b="1" dirty="0" err="1">
                <a:solidFill>
                  <a:schemeClr val="tx1"/>
                </a:solidFill>
                <a:latin typeface="Courier New" pitchFamily="49" charset="0"/>
                <a:ea typeface="MS PGothic" pitchFamily="34" charset="-128"/>
                <a:cs typeface="Courier New" pitchFamily="49" charset="0"/>
              </a:rPr>
              <a:t>rs.get</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008000"/>
                </a:solidFill>
                <a:latin typeface="Courier New" pitchFamily="49" charset="0"/>
                <a:ea typeface="MS PGothic" pitchFamily="34" charset="-128"/>
                <a:cs typeface="Courier New" pitchFamily="49" charset="0"/>
              </a:rPr>
              <a:t>'Mick'</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71</a:t>
            </a:r>
          </a:p>
          <a:p>
            <a:pPr lvl="1" eaLnBrk="1" hangingPunct="1">
              <a:spcBef>
                <a:spcPts val="6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a:t>
            </a:r>
            <a:r>
              <a:rPr lang="en-US" b="1" dirty="0" err="1">
                <a:solidFill>
                  <a:schemeClr val="tx1"/>
                </a:solidFill>
                <a:latin typeface="Courier New" pitchFamily="49" charset="0"/>
                <a:ea typeface="MS PGothic" pitchFamily="34" charset="-128"/>
                <a:cs typeface="Courier New" pitchFamily="49" charset="0"/>
              </a:rPr>
              <a:t>rs.get</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008000"/>
                </a:solidFill>
                <a:latin typeface="Courier New" pitchFamily="49" charset="0"/>
                <a:ea typeface="MS PGothic" pitchFamily="34" charset="-128"/>
                <a:cs typeface="Courier New" pitchFamily="49" charset="0"/>
              </a:rPr>
              <a:t>'</a:t>
            </a:r>
            <a:r>
              <a:rPr lang="en-US" b="1" dirty="0" err="1">
                <a:solidFill>
                  <a:srgbClr val="008000"/>
                </a:solidFill>
                <a:latin typeface="Courier New" pitchFamily="49" charset="0"/>
                <a:ea typeface="MS PGothic" pitchFamily="34" charset="-128"/>
                <a:cs typeface="Courier New" pitchFamily="49" charset="0"/>
              </a:rPr>
              <a:t>Ron'</a:t>
            </a:r>
            <a:r>
              <a:rPr lang="en-US" b="1" dirty="0" err="1">
                <a:solidFill>
                  <a:schemeClr val="tx1"/>
                </a:solidFill>
                <a:latin typeface="Courier New" pitchFamily="49" charset="0"/>
                <a:ea typeface="MS PGothic" pitchFamily="34" charset="-128"/>
                <a:cs typeface="Courier New" pitchFamily="49" charset="0"/>
              </a:rPr>
              <a:t>,</a:t>
            </a:r>
            <a:r>
              <a:rPr lang="en-US" b="1" dirty="0" err="1">
                <a:solidFill>
                  <a:srgbClr val="008000"/>
                </a:solidFill>
                <a:latin typeface="Courier New" pitchFamily="49" charset="0"/>
                <a:ea typeface="MS PGothic" pitchFamily="34" charset="-128"/>
                <a:cs typeface="Courier New" pitchFamily="49" charset="0"/>
              </a:rPr>
              <a:t>"Pas</a:t>
            </a:r>
            <a:r>
              <a:rPr lang="en-US" b="1" dirty="0">
                <a:solidFill>
                  <a:srgbClr val="008000"/>
                </a:solidFill>
                <a:latin typeface="Courier New" pitchFamily="49" charset="0"/>
                <a:ea typeface="MS PGothic" pitchFamily="34" charset="-128"/>
                <a:cs typeface="Courier New" pitchFamily="49" charset="0"/>
              </a:rPr>
              <a:t> </a:t>
            </a:r>
            <a:r>
              <a:rPr lang="en-US" b="1" dirty="0" err="1">
                <a:solidFill>
                  <a:srgbClr val="008000"/>
                </a:solidFill>
                <a:latin typeface="Courier New" pitchFamily="49" charset="0"/>
                <a:ea typeface="MS PGothic" pitchFamily="34" charset="-128"/>
                <a:cs typeface="Courier New" pitchFamily="49" charset="0"/>
              </a:rPr>
              <a:t>là</a:t>
            </a:r>
            <a:r>
              <a:rPr lang="en-US" b="1" dirty="0">
                <a:solidFill>
                  <a:srgbClr val="008000"/>
                </a:solidFill>
                <a:latin typeface="Courier New" pitchFamily="49" charset="0"/>
                <a:ea typeface="MS PGothic" pitchFamily="34" charset="-128"/>
                <a:cs typeface="Courier New" pitchFamily="49" charset="0"/>
              </a:rPr>
              <a:t>"</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'Pas </a:t>
            </a:r>
            <a:r>
              <a:rPr lang="en-US" b="1" dirty="0" err="1">
                <a:solidFill>
                  <a:schemeClr val="tx1"/>
                </a:solidFill>
                <a:latin typeface="Courier New" pitchFamily="49" charset="0"/>
                <a:ea typeface="MS PGothic" pitchFamily="34" charset="-128"/>
                <a:cs typeface="Courier New" pitchFamily="49" charset="0"/>
              </a:rPr>
              <a:t>là</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rs.pop(</a:t>
            </a:r>
            <a:r>
              <a:rPr lang="en-US" b="1" dirty="0">
                <a:solidFill>
                  <a:srgbClr val="008000"/>
                </a:solidFill>
                <a:latin typeface="Courier New" pitchFamily="49" charset="0"/>
                <a:ea typeface="MS PGothic" pitchFamily="34" charset="-128"/>
                <a:cs typeface="Courier New" pitchFamily="49" charset="0"/>
              </a:rPr>
              <a:t>'Keith'</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71</a:t>
            </a:r>
          </a:p>
          <a:p>
            <a:pPr lvl="1" eaLnBrk="1" hangingPunct="1">
              <a:spcBef>
                <a:spcPts val="6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a:t>
            </a:r>
            <a:r>
              <a:rPr lang="en-US" b="1" dirty="0" err="1">
                <a:solidFill>
                  <a:schemeClr val="tx1"/>
                </a:solidFill>
                <a:latin typeface="Courier New" pitchFamily="49" charset="0"/>
                <a:ea typeface="MS PGothic" pitchFamily="34" charset="-128"/>
                <a:cs typeface="Courier New" pitchFamily="49" charset="0"/>
              </a:rPr>
              <a:t>rs.setdefault</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008000"/>
                </a:solidFill>
                <a:latin typeface="Courier New" pitchFamily="49" charset="0"/>
                <a:ea typeface="MS PGothic" pitchFamily="34" charset="-128"/>
                <a:cs typeface="Courier New" pitchFamily="49" charset="0"/>
              </a:rPr>
              <a:t>'Ron'</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3366FF"/>
                </a:solidFill>
                <a:latin typeface="Courier New" pitchFamily="49" charset="0"/>
                <a:ea typeface="MS PGothic" pitchFamily="34" charset="-128"/>
                <a:cs typeface="Courier New" pitchFamily="49" charset="0"/>
              </a:rPr>
              <a:t>67</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6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67</a:t>
            </a:r>
          </a:p>
          <a:p>
            <a:pPr lvl="1" eaLnBrk="1" hangingPunct="1">
              <a:spcBef>
                <a:spcPts val="6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 </a:t>
            </a:r>
            <a:r>
              <a:rPr lang="en-US" b="1" dirty="0" err="1">
                <a:solidFill>
                  <a:schemeClr val="tx1"/>
                </a:solidFill>
                <a:latin typeface="Courier New" pitchFamily="49" charset="0"/>
                <a:ea typeface="MS PGothic" pitchFamily="34" charset="-128"/>
                <a:cs typeface="Courier New" pitchFamily="49" charset="0"/>
              </a:rPr>
              <a:t>rs</a:t>
            </a:r>
            <a:endParaRPr lang="en-US" b="1" dirty="0">
              <a:solidFill>
                <a:schemeClr val="tx1"/>
              </a:solidFill>
              <a:latin typeface="Courier New" pitchFamily="49" charset="0"/>
              <a:ea typeface="MS PGothic" pitchFamily="34" charset="-128"/>
              <a:cs typeface="Courier New" pitchFamily="49" charset="0"/>
            </a:endParaRPr>
          </a:p>
          <a:p>
            <a:pPr lvl="1" eaLnBrk="1" hangingPunct="1">
              <a:spcBef>
                <a:spcPts val="6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{'Ron': 67, 'Mick': 71, 'Charlie': 73}</a:t>
            </a:r>
            <a:endParaRPr lang="fr-FR" b="1" dirty="0">
              <a:solidFill>
                <a:schemeClr val="tx1"/>
              </a:solidFill>
              <a:latin typeface="Courier New" pitchFamily="49" charset="0"/>
              <a:ea typeface="MS PGothic" pitchFamily="34" charset="-128"/>
              <a:cs typeface="Courier New" pitchFamily="49" charset="0"/>
            </a:endParaRPr>
          </a:p>
        </p:txBody>
      </p:sp>
    </p:spTree>
    <p:custDataLst>
      <p:tags r:id="rId1"/>
    </p:custDataLst>
    <p:extLst>
      <p:ext uri="{BB962C8B-B14F-4D97-AF65-F5344CB8AC3E}">
        <p14:creationId xmlns:p14="http://schemas.microsoft.com/office/powerpoint/2010/main" val="2691064404"/>
      </p:ext>
    </p:extLst>
  </p:cSld>
  <p:clrMapOvr>
    <a:masterClrMapping/>
  </p:clrMapOvr>
  <p:transition>
    <p:wip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408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408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Title 1"/>
          <p:cNvSpPr txBox="1">
            <a:spLocks/>
          </p:cNvSpPr>
          <p:nvPr/>
        </p:nvSpPr>
        <p:spPr>
          <a:xfrm>
            <a:off x="642938" y="1036638"/>
            <a:ext cx="7777162" cy="606425"/>
          </a:xfrm>
          <a:prstGeom prst="rect">
            <a:avLst/>
          </a:prstGeom>
        </p:spPr>
        <p:txBody>
          <a:bodyPr/>
          <a:lstStyle/>
          <a:p>
            <a:pPr>
              <a:defRPr/>
            </a:pPr>
            <a:r>
              <a:rPr lang="en-US" b="1" kern="0" dirty="0" err="1">
                <a:solidFill>
                  <a:srgbClr val="FF0000"/>
                </a:solidFill>
                <a:latin typeface="+mj-lt"/>
                <a:ea typeface="+mj-ea"/>
                <a:cs typeface="+mj-cs"/>
              </a:rPr>
              <a:t>Itération</a:t>
            </a:r>
            <a:r>
              <a:rPr lang="en-US" b="1" kern="0" dirty="0">
                <a:solidFill>
                  <a:srgbClr val="FF0000"/>
                </a:solidFill>
                <a:latin typeface="+mj-lt"/>
                <a:ea typeface="+mj-ea"/>
                <a:cs typeface="+mj-cs"/>
              </a:rPr>
              <a:t> </a:t>
            </a:r>
            <a:r>
              <a:rPr lang="en-US" b="1" kern="0" dirty="0" err="1">
                <a:solidFill>
                  <a:srgbClr val="FF0000"/>
                </a:solidFill>
                <a:latin typeface="+mj-lt"/>
                <a:ea typeface="+mj-ea"/>
                <a:cs typeface="+mj-cs"/>
              </a:rPr>
              <a:t>sur</a:t>
            </a:r>
            <a:r>
              <a:rPr lang="en-US" b="1" kern="0" dirty="0">
                <a:solidFill>
                  <a:srgbClr val="FF0000"/>
                </a:solidFill>
                <a:latin typeface="+mj-lt"/>
                <a:ea typeface="+mj-ea"/>
                <a:cs typeface="+mj-cs"/>
              </a:rPr>
              <a:t> les </a:t>
            </a:r>
            <a:r>
              <a:rPr lang="en-US" b="1" kern="0" dirty="0" err="1">
                <a:solidFill>
                  <a:srgbClr val="FF0000"/>
                </a:solidFill>
                <a:latin typeface="+mj-lt"/>
                <a:ea typeface="+mj-ea"/>
                <a:cs typeface="+mj-cs"/>
              </a:rPr>
              <a:t>éléments</a:t>
            </a:r>
            <a:r>
              <a:rPr lang="en-US" b="1" kern="0" dirty="0">
                <a:solidFill>
                  <a:srgbClr val="FF0000"/>
                </a:solidFill>
                <a:latin typeface="+mj-lt"/>
                <a:ea typeface="+mj-ea"/>
                <a:cs typeface="+mj-cs"/>
              </a:rPr>
              <a:t>.</a:t>
            </a:r>
          </a:p>
        </p:txBody>
      </p:sp>
      <p:sp>
        <p:nvSpPr>
          <p:cNvPr id="9" name="Content Placeholder 2"/>
          <p:cNvSpPr txBox="1">
            <a:spLocks/>
          </p:cNvSpPr>
          <p:nvPr/>
        </p:nvSpPr>
        <p:spPr>
          <a:xfrm>
            <a:off x="457200" y="2066925"/>
            <a:ext cx="8435975" cy="3648075"/>
          </a:xfrm>
          <a:prstGeom prst="rect">
            <a:avLst/>
          </a:prstGeom>
        </p:spPr>
        <p:txBody>
          <a:bodyPr/>
          <a:lstStyle/>
          <a:p>
            <a:pPr marL="342900" indent="-342900" algn="just">
              <a:spcBef>
                <a:spcPct val="20000"/>
              </a:spcBef>
              <a:spcAft>
                <a:spcPct val="30000"/>
              </a:spcAft>
              <a:buClr>
                <a:schemeClr val="hlink"/>
              </a:buClr>
              <a:buFont typeface="Wingdings" pitchFamily="2" charset="2"/>
              <a:buChar char="§"/>
              <a:defRPr/>
            </a:pPr>
            <a:r>
              <a:rPr lang="en-US" sz="2400" kern="0" dirty="0">
                <a:latin typeface="+mn-lt"/>
                <a:cs typeface="+mn-cs"/>
              </a:rPr>
              <a:t>Il </a:t>
            </a:r>
            <a:r>
              <a:rPr lang="en-US" sz="2400" kern="0" dirty="0" err="1">
                <a:latin typeface="+mn-lt"/>
                <a:cs typeface="+mn-cs"/>
              </a:rPr>
              <a:t>est</a:t>
            </a:r>
            <a:r>
              <a:rPr lang="en-US" sz="2400" kern="0" dirty="0">
                <a:latin typeface="+mn-lt"/>
                <a:cs typeface="+mn-cs"/>
              </a:rPr>
              <a:t> tout à fait possible </a:t>
            </a:r>
            <a:r>
              <a:rPr lang="en-US" sz="2400" kern="0" dirty="0" err="1">
                <a:latin typeface="+mn-lt"/>
                <a:cs typeface="+mn-cs"/>
              </a:rPr>
              <a:t>d</a:t>
            </a:r>
            <a:r>
              <a:rPr lang="en-US" altLang="fr-FR" sz="2400" kern="0" dirty="0" err="1">
                <a:latin typeface="+mn-lt"/>
                <a:cs typeface="+mn-cs"/>
              </a:rPr>
              <a:t>’</a:t>
            </a:r>
            <a:r>
              <a:rPr lang="en-US" altLang="ja-JP" sz="2400" b="1" kern="0" dirty="0" err="1">
                <a:solidFill>
                  <a:srgbClr val="0000FF"/>
                </a:solidFill>
                <a:latin typeface="+mn-lt"/>
                <a:cs typeface="+mn-cs"/>
              </a:rPr>
              <a:t>itérer</a:t>
            </a:r>
            <a:r>
              <a:rPr lang="en-US" altLang="ja-JP" sz="2400" kern="0" dirty="0">
                <a:latin typeface="+mn-lt"/>
                <a:cs typeface="+mn-cs"/>
              </a:rPr>
              <a:t> </a:t>
            </a:r>
            <a:r>
              <a:rPr lang="en-US" altLang="ja-JP" sz="2400" kern="0" dirty="0" err="1">
                <a:latin typeface="+mn-lt"/>
                <a:cs typeface="+mn-cs"/>
              </a:rPr>
              <a:t>sur</a:t>
            </a:r>
            <a:r>
              <a:rPr lang="en-US" altLang="ja-JP" sz="2400" kern="0" dirty="0">
                <a:latin typeface="+mn-lt"/>
                <a:cs typeface="+mn-cs"/>
              </a:rPr>
              <a:t> les </a:t>
            </a:r>
            <a:r>
              <a:rPr lang="en-US" altLang="ja-JP" sz="2400" kern="0" dirty="0" err="1">
                <a:latin typeface="+mn-lt"/>
                <a:cs typeface="+mn-cs"/>
              </a:rPr>
              <a:t>éléments</a:t>
            </a:r>
            <a:r>
              <a:rPr lang="en-US" altLang="ja-JP" sz="2400" kern="0" dirty="0">
                <a:latin typeface="+mn-lt"/>
                <a:cs typeface="+mn-cs"/>
              </a:rPr>
              <a:t> d</a:t>
            </a:r>
            <a:r>
              <a:rPr lang="en-US" altLang="fr-FR" sz="2400" kern="0" dirty="0">
                <a:latin typeface="+mn-lt"/>
                <a:cs typeface="+mn-cs"/>
              </a:rPr>
              <a:t>’</a:t>
            </a:r>
            <a:r>
              <a:rPr lang="en-US" altLang="ja-JP" sz="2400" kern="0" dirty="0">
                <a:latin typeface="+mn-lt"/>
                <a:cs typeface="+mn-cs"/>
              </a:rPr>
              <a:t>un </a:t>
            </a:r>
            <a:r>
              <a:rPr lang="en-US" altLang="ja-JP" sz="2400" kern="0" dirty="0" err="1">
                <a:latin typeface="+mn-lt"/>
                <a:cs typeface="+mn-cs"/>
              </a:rPr>
              <a:t>dictionnaires</a:t>
            </a:r>
            <a:r>
              <a:rPr lang="en-US" altLang="ja-JP" sz="2400" kern="0" dirty="0">
                <a:latin typeface="+mn-lt"/>
                <a:cs typeface="+mn-cs"/>
              </a:rPr>
              <a:t>. Plus </a:t>
            </a:r>
            <a:r>
              <a:rPr lang="en-US" altLang="ja-JP" sz="2400" kern="0" dirty="0" err="1">
                <a:latin typeface="+mn-lt"/>
                <a:cs typeface="+mn-cs"/>
              </a:rPr>
              <a:t>précisément</a:t>
            </a:r>
            <a:r>
              <a:rPr lang="en-US" altLang="ja-JP" sz="2400" kern="0" dirty="0">
                <a:latin typeface="+mn-lt"/>
                <a:cs typeface="+mn-cs"/>
              </a:rPr>
              <a:t> on </a:t>
            </a:r>
            <a:r>
              <a:rPr lang="en-US" altLang="ja-JP" sz="2400" kern="0" dirty="0" err="1">
                <a:latin typeface="+mn-lt"/>
                <a:cs typeface="+mn-cs"/>
              </a:rPr>
              <a:t>peut</a:t>
            </a:r>
            <a:r>
              <a:rPr lang="en-US" altLang="ja-JP" sz="2400" kern="0" dirty="0">
                <a:latin typeface="+mn-lt"/>
                <a:cs typeface="+mn-cs"/>
              </a:rPr>
              <a:t> </a:t>
            </a:r>
            <a:r>
              <a:rPr lang="en-US" altLang="ja-JP" sz="2400" kern="0" dirty="0" err="1">
                <a:latin typeface="+mn-lt"/>
                <a:cs typeface="+mn-cs"/>
              </a:rPr>
              <a:t>itérer</a:t>
            </a:r>
            <a:r>
              <a:rPr lang="en-US" altLang="ja-JP" sz="2400" kern="0" dirty="0">
                <a:latin typeface="+mn-lt"/>
                <a:cs typeface="+mn-cs"/>
              </a:rPr>
              <a:t> </a:t>
            </a:r>
            <a:r>
              <a:rPr lang="en-US" altLang="ja-JP" sz="2400" kern="0" dirty="0" err="1">
                <a:latin typeface="+mn-lt"/>
                <a:cs typeface="+mn-cs"/>
              </a:rPr>
              <a:t>sur</a:t>
            </a:r>
            <a:r>
              <a:rPr lang="en-US" altLang="ja-JP" sz="2400" kern="0" dirty="0">
                <a:latin typeface="+mn-lt"/>
                <a:cs typeface="+mn-cs"/>
              </a:rPr>
              <a:t> les </a:t>
            </a:r>
            <a:r>
              <a:rPr lang="en-US" altLang="ja-JP" sz="2400" b="1" kern="0" dirty="0" err="1">
                <a:solidFill>
                  <a:srgbClr val="0000FF"/>
                </a:solidFill>
                <a:latin typeface="+mn-lt"/>
                <a:cs typeface="+mn-cs"/>
              </a:rPr>
              <a:t>clés</a:t>
            </a:r>
            <a:r>
              <a:rPr lang="en-US" altLang="ja-JP" sz="2400" kern="0" dirty="0">
                <a:latin typeface="+mn-lt"/>
                <a:cs typeface="+mn-cs"/>
              </a:rPr>
              <a:t>, </a:t>
            </a:r>
            <a:r>
              <a:rPr lang="en-US" altLang="ja-JP" sz="2400" kern="0" dirty="0" err="1">
                <a:latin typeface="+mn-lt"/>
                <a:cs typeface="+mn-cs"/>
              </a:rPr>
              <a:t>sur</a:t>
            </a:r>
            <a:r>
              <a:rPr lang="en-US" altLang="ja-JP" sz="2400" kern="0" dirty="0">
                <a:latin typeface="+mn-lt"/>
                <a:cs typeface="+mn-cs"/>
              </a:rPr>
              <a:t> les </a:t>
            </a:r>
            <a:r>
              <a:rPr lang="en-US" altLang="ja-JP" sz="2400" b="1" kern="0" dirty="0" err="1">
                <a:solidFill>
                  <a:srgbClr val="0000FF"/>
                </a:solidFill>
                <a:latin typeface="+mn-lt"/>
                <a:cs typeface="+mn-cs"/>
              </a:rPr>
              <a:t>valeurs</a:t>
            </a:r>
            <a:r>
              <a:rPr lang="en-US" altLang="ja-JP" sz="2400" kern="0" dirty="0">
                <a:latin typeface="+mn-lt"/>
                <a:cs typeface="+mn-cs"/>
              </a:rPr>
              <a:t> </a:t>
            </a:r>
            <a:r>
              <a:rPr lang="en-US" altLang="ja-JP" sz="2400" kern="0" dirty="0" err="1">
                <a:latin typeface="+mn-lt"/>
                <a:cs typeface="+mn-cs"/>
              </a:rPr>
              <a:t>ou</a:t>
            </a:r>
            <a:r>
              <a:rPr lang="en-US" altLang="ja-JP" sz="2400" kern="0" dirty="0">
                <a:latin typeface="+mn-lt"/>
                <a:cs typeface="+mn-cs"/>
              </a:rPr>
              <a:t> </a:t>
            </a:r>
            <a:r>
              <a:rPr lang="en-US" altLang="ja-JP" sz="2400" kern="0" dirty="0" err="1">
                <a:latin typeface="+mn-lt"/>
                <a:cs typeface="+mn-cs"/>
              </a:rPr>
              <a:t>sur</a:t>
            </a:r>
            <a:r>
              <a:rPr lang="en-US" altLang="ja-JP" sz="2400" kern="0" dirty="0">
                <a:latin typeface="+mn-lt"/>
                <a:cs typeface="+mn-cs"/>
              </a:rPr>
              <a:t> les couples </a:t>
            </a:r>
            <a:r>
              <a:rPr lang="en-US" altLang="ja-JP" sz="2400" b="1" kern="0" dirty="0" err="1">
                <a:solidFill>
                  <a:srgbClr val="0000FF"/>
                </a:solidFill>
                <a:latin typeface="+mn-lt"/>
                <a:cs typeface="+mn-cs"/>
              </a:rPr>
              <a:t>clé</a:t>
            </a:r>
            <a:r>
              <a:rPr lang="en-US" altLang="ja-JP" sz="2400" b="1" kern="0" dirty="0">
                <a:solidFill>
                  <a:srgbClr val="0000FF"/>
                </a:solidFill>
                <a:latin typeface="+mn-lt"/>
                <a:cs typeface="+mn-cs"/>
              </a:rPr>
              <a:t> : </a:t>
            </a:r>
            <a:r>
              <a:rPr lang="en-US" altLang="ja-JP" sz="2400" b="1" kern="0" dirty="0" err="1">
                <a:solidFill>
                  <a:srgbClr val="0000FF"/>
                </a:solidFill>
                <a:latin typeface="+mn-lt"/>
                <a:cs typeface="+mn-cs"/>
              </a:rPr>
              <a:t>valeur</a:t>
            </a:r>
            <a:r>
              <a:rPr lang="en-US" altLang="ja-JP" sz="2400" kern="0" dirty="0">
                <a:latin typeface="+mn-lt"/>
                <a:cs typeface="+mn-cs"/>
              </a:rPr>
              <a:t>.</a:t>
            </a:r>
          </a:p>
          <a:p>
            <a:pPr marL="342900" indent="-342900" algn="just">
              <a:spcBef>
                <a:spcPct val="20000"/>
              </a:spcBef>
              <a:spcAft>
                <a:spcPct val="30000"/>
              </a:spcAft>
              <a:buClr>
                <a:schemeClr val="hlink"/>
              </a:buClr>
              <a:buFont typeface="Wingdings" pitchFamily="2" charset="2"/>
              <a:buChar char="§"/>
              <a:defRPr/>
            </a:pPr>
            <a:endParaRPr lang="en-US" sz="2400" kern="0" dirty="0">
              <a:latin typeface="+mn-lt"/>
              <a:cs typeface="+mn-cs"/>
            </a:endParaRPr>
          </a:p>
          <a:p>
            <a:pPr marL="342900" indent="-342900" algn="just">
              <a:spcBef>
                <a:spcPct val="20000"/>
              </a:spcBef>
              <a:spcAft>
                <a:spcPct val="30000"/>
              </a:spcAft>
              <a:buClr>
                <a:schemeClr val="hlink"/>
              </a:buClr>
              <a:buFont typeface="Wingdings" pitchFamily="2" charset="2"/>
              <a:buChar char="§"/>
              <a:defRPr/>
            </a:pPr>
            <a:r>
              <a:rPr lang="en-US" sz="2400" kern="0" dirty="0">
                <a:latin typeface="+mn-lt"/>
                <a:cs typeface="+mn-cs"/>
              </a:rPr>
              <a:t>De </a:t>
            </a:r>
            <a:r>
              <a:rPr lang="en-US" sz="2400" kern="0" dirty="0" err="1">
                <a:latin typeface="+mn-lt"/>
                <a:cs typeface="+mn-cs"/>
              </a:rPr>
              <a:t>même</a:t>
            </a:r>
            <a:r>
              <a:rPr lang="en-US" sz="2400" kern="0" dirty="0">
                <a:latin typeface="+mn-lt"/>
                <a:cs typeface="+mn-cs"/>
              </a:rPr>
              <a:t> </a:t>
            </a:r>
            <a:r>
              <a:rPr lang="en-US" sz="2400" kern="0" dirty="0" err="1">
                <a:latin typeface="+mn-lt"/>
                <a:cs typeface="+mn-cs"/>
              </a:rPr>
              <a:t>que</a:t>
            </a:r>
            <a:r>
              <a:rPr lang="en-US" sz="2400" kern="0" dirty="0">
                <a:latin typeface="+mn-lt"/>
                <a:cs typeface="+mn-cs"/>
              </a:rPr>
              <a:t> pour les ensembles, les </a:t>
            </a:r>
            <a:r>
              <a:rPr lang="en-US" sz="2400" kern="0" dirty="0" err="1">
                <a:latin typeface="+mn-lt"/>
                <a:cs typeface="+mn-cs"/>
              </a:rPr>
              <a:t>éléments</a:t>
            </a:r>
            <a:r>
              <a:rPr lang="en-US" sz="2400" kern="0" dirty="0">
                <a:latin typeface="+mn-lt"/>
                <a:cs typeface="+mn-cs"/>
              </a:rPr>
              <a:t> </a:t>
            </a:r>
            <a:r>
              <a:rPr lang="en-US" sz="2400" kern="0" dirty="0" err="1">
                <a:latin typeface="+mn-lt"/>
                <a:cs typeface="+mn-cs"/>
              </a:rPr>
              <a:t>n</a:t>
            </a:r>
            <a:r>
              <a:rPr lang="en-US" altLang="fr-FR" sz="2400" kern="0" dirty="0" err="1">
                <a:latin typeface="+mn-lt"/>
                <a:cs typeface="+mn-cs"/>
              </a:rPr>
              <a:t>’</a:t>
            </a:r>
            <a:r>
              <a:rPr lang="en-US" sz="2400" kern="0" dirty="0" err="1">
                <a:latin typeface="+mn-lt"/>
                <a:cs typeface="+mn-cs"/>
              </a:rPr>
              <a:t>étant</a:t>
            </a:r>
            <a:r>
              <a:rPr lang="en-US" sz="2400" kern="0" dirty="0">
                <a:latin typeface="+mn-lt"/>
                <a:cs typeface="+mn-cs"/>
              </a:rPr>
              <a:t> pas </a:t>
            </a:r>
            <a:r>
              <a:rPr lang="en-US" sz="2400" kern="0" dirty="0" err="1">
                <a:latin typeface="+mn-lt"/>
                <a:cs typeface="+mn-cs"/>
              </a:rPr>
              <a:t>mémorisés</a:t>
            </a:r>
            <a:r>
              <a:rPr lang="en-US" sz="2400" kern="0" dirty="0">
                <a:latin typeface="+mn-lt"/>
                <a:cs typeface="+mn-cs"/>
              </a:rPr>
              <a:t> de </a:t>
            </a:r>
            <a:r>
              <a:rPr lang="en-US" sz="2400" kern="0" dirty="0" err="1">
                <a:latin typeface="+mn-lt"/>
                <a:cs typeface="+mn-cs"/>
              </a:rPr>
              <a:t>façon</a:t>
            </a:r>
            <a:r>
              <a:rPr lang="en-US" sz="2400" kern="0" dirty="0">
                <a:latin typeface="+mn-lt"/>
                <a:cs typeface="+mn-cs"/>
              </a:rPr>
              <a:t> </a:t>
            </a:r>
            <a:r>
              <a:rPr lang="en-US" sz="2400" kern="0" dirty="0" err="1">
                <a:latin typeface="+mn-lt"/>
                <a:cs typeface="+mn-cs"/>
              </a:rPr>
              <a:t>séquentielle</a:t>
            </a:r>
            <a:r>
              <a:rPr lang="en-US" sz="2400" kern="0" dirty="0">
                <a:latin typeface="+mn-lt"/>
                <a:cs typeface="+mn-cs"/>
              </a:rPr>
              <a:t>, </a:t>
            </a:r>
            <a:r>
              <a:rPr lang="en-US" sz="2400" kern="0" dirty="0" err="1">
                <a:latin typeface="+mn-lt"/>
                <a:cs typeface="+mn-cs"/>
              </a:rPr>
              <a:t>l</a:t>
            </a:r>
            <a:r>
              <a:rPr lang="en-US" altLang="fr-FR" sz="2400" kern="0" dirty="0" err="1">
                <a:latin typeface="+mn-lt"/>
                <a:cs typeface="+mn-cs"/>
              </a:rPr>
              <a:t>’</a:t>
            </a:r>
            <a:r>
              <a:rPr lang="en-US" sz="2400" kern="0" dirty="0" err="1">
                <a:latin typeface="+mn-lt"/>
                <a:cs typeface="+mn-cs"/>
              </a:rPr>
              <a:t>ordre</a:t>
            </a:r>
            <a:r>
              <a:rPr lang="en-US" sz="2400" kern="0" dirty="0">
                <a:latin typeface="+mn-lt"/>
                <a:cs typeface="+mn-cs"/>
              </a:rPr>
              <a:t> de </a:t>
            </a:r>
            <a:r>
              <a:rPr lang="en-US" sz="2400" kern="0" dirty="0" err="1">
                <a:latin typeface="+mn-lt"/>
                <a:cs typeface="+mn-cs"/>
              </a:rPr>
              <a:t>parcours</a:t>
            </a:r>
            <a:r>
              <a:rPr lang="en-US" sz="2400" kern="0" dirty="0">
                <a:latin typeface="+mn-lt"/>
                <a:cs typeface="+mn-cs"/>
              </a:rPr>
              <a:t> sera par </a:t>
            </a:r>
            <a:r>
              <a:rPr lang="en-US" sz="2400" kern="0" dirty="0" err="1">
                <a:latin typeface="+mn-lt"/>
                <a:cs typeface="+mn-cs"/>
              </a:rPr>
              <a:t>contre</a:t>
            </a:r>
            <a:r>
              <a:rPr lang="en-US" sz="2400" kern="0" dirty="0">
                <a:latin typeface="+mn-lt"/>
                <a:cs typeface="+mn-cs"/>
              </a:rPr>
              <a:t> </a:t>
            </a:r>
            <a:r>
              <a:rPr lang="en-US" sz="2400" b="1" kern="0" dirty="0" err="1">
                <a:solidFill>
                  <a:srgbClr val="0000FF"/>
                </a:solidFill>
                <a:latin typeface="+mn-lt"/>
                <a:cs typeface="+mn-cs"/>
              </a:rPr>
              <a:t>indéfini</a:t>
            </a:r>
            <a:r>
              <a:rPr lang="en-US" sz="2400" kern="0" dirty="0">
                <a:latin typeface="+mn-lt"/>
                <a:cs typeface="+mn-cs"/>
              </a:rPr>
              <a:t> et </a:t>
            </a:r>
            <a:r>
              <a:rPr lang="en-US" sz="2400" b="1" kern="0" dirty="0" err="1">
                <a:solidFill>
                  <a:srgbClr val="0000FF"/>
                </a:solidFill>
                <a:latin typeface="+mn-lt"/>
                <a:cs typeface="+mn-cs"/>
              </a:rPr>
              <a:t>imprévisible</a:t>
            </a:r>
            <a:r>
              <a:rPr lang="en-US" sz="2400" kern="0" dirty="0">
                <a:latin typeface="+mn-lt"/>
                <a:cs typeface="+mn-cs"/>
              </a:rPr>
              <a:t>.</a:t>
            </a:r>
          </a:p>
        </p:txBody>
      </p:sp>
    </p:spTree>
    <p:custDataLst>
      <p:tags r:id="rId1"/>
    </p:custDataLst>
    <p:extLst>
      <p:ext uri="{BB962C8B-B14F-4D97-AF65-F5344CB8AC3E}">
        <p14:creationId xmlns:p14="http://schemas.microsoft.com/office/powerpoint/2010/main" val="181911794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checkerboard(across)">
                                      <p:cBhvr>
                                        <p:cTn id="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510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511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Content Placeholder 2"/>
          <p:cNvSpPr txBox="1">
            <a:spLocks/>
          </p:cNvSpPr>
          <p:nvPr/>
        </p:nvSpPr>
        <p:spPr>
          <a:xfrm>
            <a:off x="457200" y="1268413"/>
            <a:ext cx="8435975" cy="5162550"/>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err="1">
                <a:solidFill>
                  <a:srgbClr val="FF0000"/>
                </a:solidFill>
                <a:latin typeface="+mn-lt"/>
                <a:cs typeface="+mn-cs"/>
              </a:rPr>
              <a:t>Exemple</a:t>
            </a:r>
            <a:r>
              <a:rPr lang="en-US" b="1" kern="0" dirty="0">
                <a:solidFill>
                  <a:srgbClr val="FF0000"/>
                </a:solidFill>
                <a:latin typeface="+mn-lt"/>
                <a:cs typeface="+mn-cs"/>
              </a:rPr>
              <a:t> </a:t>
            </a:r>
            <a:r>
              <a:rPr lang="en-US" kern="0" dirty="0">
                <a:latin typeface="+mn-lt"/>
                <a:cs typeface="+mn-cs"/>
              </a:rPr>
              <a:t>: </a:t>
            </a:r>
            <a:r>
              <a:rPr lang="en-US" kern="0" dirty="0" err="1">
                <a:latin typeface="+mn-lt"/>
                <a:cs typeface="+mn-cs"/>
              </a:rPr>
              <a:t>itération</a:t>
            </a:r>
            <a:r>
              <a:rPr lang="en-US" kern="0" dirty="0">
                <a:latin typeface="+mn-lt"/>
                <a:cs typeface="+mn-cs"/>
              </a:rPr>
              <a:t> </a:t>
            </a:r>
            <a:r>
              <a:rPr lang="en-US" kern="0" dirty="0" err="1">
                <a:latin typeface="+mn-lt"/>
                <a:cs typeface="+mn-cs"/>
              </a:rPr>
              <a:t>sur</a:t>
            </a:r>
            <a:r>
              <a:rPr lang="en-US" kern="0" dirty="0">
                <a:latin typeface="+mn-lt"/>
                <a:cs typeface="+mn-cs"/>
              </a:rPr>
              <a:t> les </a:t>
            </a:r>
            <a:r>
              <a:rPr lang="en-US" b="1" kern="0" dirty="0" err="1">
                <a:solidFill>
                  <a:srgbClr val="0000FF"/>
                </a:solidFill>
                <a:latin typeface="+mn-lt"/>
                <a:cs typeface="+mn-cs"/>
              </a:rPr>
              <a:t>clés</a:t>
            </a:r>
            <a:r>
              <a:rPr lang="en-US" kern="0" dirty="0">
                <a:latin typeface="+mn-lt"/>
                <a:cs typeface="+mn-cs"/>
              </a:rPr>
              <a:t>, </a:t>
            </a:r>
            <a:r>
              <a:rPr lang="en-US" kern="0" dirty="0" err="1">
                <a:latin typeface="+mn-lt"/>
                <a:cs typeface="+mn-cs"/>
              </a:rPr>
              <a:t>deux</a:t>
            </a:r>
            <a:r>
              <a:rPr lang="en-US" kern="0" dirty="0">
                <a:latin typeface="+mn-lt"/>
                <a:cs typeface="+mn-cs"/>
              </a:rPr>
              <a:t> </a:t>
            </a:r>
            <a:r>
              <a:rPr lang="en-US" kern="0" dirty="0" err="1">
                <a:latin typeface="+mn-lt"/>
                <a:cs typeface="+mn-cs"/>
              </a:rPr>
              <a:t>possibilités</a:t>
            </a:r>
            <a:endParaRPr lang="en-US" kern="0" dirty="0">
              <a:latin typeface="+mn-lt"/>
              <a:cs typeface="+mn-cs"/>
            </a:endParaRPr>
          </a:p>
        </p:txBody>
      </p:sp>
      <p:sp>
        <p:nvSpPr>
          <p:cNvPr id="9" name="Rectangle à coins arrondis 8"/>
          <p:cNvSpPr/>
          <p:nvPr/>
        </p:nvSpPr>
        <p:spPr>
          <a:xfrm>
            <a:off x="500063" y="1928813"/>
            <a:ext cx="8464550" cy="17986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fr-FR" b="1" dirty="0" err="1">
                <a:solidFill>
                  <a:schemeClr val="tx1"/>
                </a:solidFill>
                <a:latin typeface="Courier New" pitchFamily="49" charset="0"/>
                <a:ea typeface="MS PGothic" pitchFamily="34" charset="-128"/>
                <a:cs typeface="Courier New" pitchFamily="49" charset="0"/>
              </a:rPr>
              <a:t>rs</a:t>
            </a:r>
            <a:r>
              <a:rPr lang="fr-FR" b="1" dirty="0">
                <a:solidFill>
                  <a:schemeClr val="tx1"/>
                </a:solidFill>
                <a:latin typeface="Courier New" pitchFamily="49" charset="0"/>
                <a:ea typeface="MS PGothic" pitchFamily="34" charset="-128"/>
                <a:cs typeface="Courier New" pitchFamily="49" charset="0"/>
              </a:rPr>
              <a:t> = {</a:t>
            </a:r>
            <a:r>
              <a:rPr lang="fr-FR" b="1" dirty="0">
                <a:solidFill>
                  <a:srgbClr val="008000"/>
                </a:solidFill>
                <a:latin typeface="Courier New" pitchFamily="49" charset="0"/>
                <a:ea typeface="MS PGothic" pitchFamily="34" charset="-128"/>
                <a:cs typeface="Courier New" pitchFamily="49" charset="0"/>
              </a:rPr>
              <a:t>'mick'</a:t>
            </a:r>
            <a:r>
              <a:rPr lang="fr-FR" b="1" dirty="0">
                <a:solidFill>
                  <a:schemeClr val="tx1"/>
                </a:solidFill>
                <a:latin typeface="Courier New" pitchFamily="49" charset="0"/>
                <a:ea typeface="MS PGothic" pitchFamily="34" charset="-128"/>
                <a:cs typeface="Courier New" pitchFamily="49" charset="0"/>
              </a:rPr>
              <a:t>:</a:t>
            </a:r>
            <a:r>
              <a:rPr lang="fr-FR" b="1" dirty="0">
                <a:solidFill>
                  <a:srgbClr val="3366FF"/>
                </a:solidFill>
                <a:latin typeface="Courier New" pitchFamily="49" charset="0"/>
                <a:ea typeface="MS PGothic" pitchFamily="34" charset="-128"/>
                <a:cs typeface="Courier New" pitchFamily="49" charset="0"/>
              </a:rPr>
              <a:t>71</a:t>
            </a:r>
            <a:r>
              <a:rPr lang="fr-FR" b="1" dirty="0">
                <a:solidFill>
                  <a:schemeClr val="tx1"/>
                </a:solidFill>
                <a:latin typeface="Courier New" pitchFamily="49" charset="0"/>
                <a:ea typeface="MS PGothic" pitchFamily="34" charset="-128"/>
                <a:cs typeface="Courier New" pitchFamily="49" charset="0"/>
              </a:rPr>
              <a:t>,</a:t>
            </a:r>
            <a:r>
              <a:rPr lang="fr-FR" b="1" dirty="0">
                <a:solidFill>
                  <a:srgbClr val="008000"/>
                </a:solidFill>
                <a:latin typeface="Courier New" pitchFamily="49" charset="0"/>
                <a:ea typeface="MS PGothic" pitchFamily="34" charset="-128"/>
                <a:cs typeface="Courier New" pitchFamily="49" charset="0"/>
              </a:rPr>
              <a:t>'Keith'</a:t>
            </a:r>
            <a:r>
              <a:rPr lang="fr-FR" b="1" dirty="0">
                <a:solidFill>
                  <a:schemeClr val="tx1"/>
                </a:solidFill>
                <a:latin typeface="Courier New" pitchFamily="49" charset="0"/>
                <a:ea typeface="MS PGothic" pitchFamily="34" charset="-128"/>
                <a:cs typeface="Courier New" pitchFamily="49" charset="0"/>
              </a:rPr>
              <a:t>:</a:t>
            </a:r>
            <a:r>
              <a:rPr lang="fr-FR" b="1" dirty="0">
                <a:solidFill>
                  <a:srgbClr val="3366FF"/>
                </a:solidFill>
                <a:latin typeface="Courier New" pitchFamily="49" charset="0"/>
                <a:ea typeface="MS PGothic" pitchFamily="34" charset="-128"/>
                <a:cs typeface="Courier New" pitchFamily="49" charset="0"/>
              </a:rPr>
              <a:t>71</a:t>
            </a:r>
            <a:r>
              <a:rPr lang="fr-FR" b="1" dirty="0">
                <a:solidFill>
                  <a:schemeClr val="tx1"/>
                </a:solidFill>
                <a:latin typeface="Courier New" pitchFamily="49" charset="0"/>
                <a:ea typeface="MS PGothic" pitchFamily="34" charset="-128"/>
                <a:cs typeface="Courier New" pitchFamily="49" charset="0"/>
              </a:rPr>
              <a:t>,</a:t>
            </a:r>
            <a:r>
              <a:rPr lang="fr-FR" b="1" dirty="0">
                <a:solidFill>
                  <a:srgbClr val="008000"/>
                </a:solidFill>
                <a:latin typeface="Courier New" pitchFamily="49" charset="0"/>
                <a:ea typeface="MS PGothic" pitchFamily="34" charset="-128"/>
                <a:cs typeface="Courier New" pitchFamily="49" charset="0"/>
              </a:rPr>
              <a:t>'Charlie</a:t>
            </a:r>
            <a:r>
              <a:rPr lang="fr-FR" altLang="fr-FR" b="1" dirty="0">
                <a:solidFill>
                  <a:srgbClr val="008000"/>
                </a:solidFill>
                <a:latin typeface="Courier New" pitchFamily="49" charset="0"/>
                <a:ea typeface="MS PGothic" pitchFamily="34" charset="-128"/>
                <a:cs typeface="Courier New" pitchFamily="49" charset="0"/>
              </a:rPr>
              <a:t>’</a:t>
            </a:r>
            <a:r>
              <a:rPr lang="fr-FR" altLang="ja-JP" b="1" dirty="0">
                <a:solidFill>
                  <a:schemeClr val="tx1"/>
                </a:solidFill>
                <a:latin typeface="Courier New" pitchFamily="49" charset="0"/>
                <a:cs typeface="Courier New" pitchFamily="49" charset="0"/>
              </a:rPr>
              <a:t>:</a:t>
            </a:r>
            <a:r>
              <a:rPr lang="fr-FR" altLang="ja-JP" b="1" dirty="0">
                <a:solidFill>
                  <a:srgbClr val="3366FF"/>
                </a:solidFill>
                <a:latin typeface="Courier New" pitchFamily="49" charset="0"/>
                <a:cs typeface="Courier New" pitchFamily="49" charset="0"/>
              </a:rPr>
              <a:t>73</a:t>
            </a:r>
            <a:r>
              <a:rPr lang="fr-FR" altLang="ja-JP" b="1" dirty="0">
                <a:solidFill>
                  <a:schemeClr val="tx1"/>
                </a:solidFill>
                <a:latin typeface="Courier New" pitchFamily="49" charset="0"/>
                <a:cs typeface="Courier New" pitchFamily="49" charset="0"/>
              </a:rPr>
              <a:t>,</a:t>
            </a:r>
            <a:r>
              <a:rPr lang="fr-FR" altLang="ja-JP" b="1" dirty="0">
                <a:solidFill>
                  <a:srgbClr val="008000"/>
                </a:solidFill>
                <a:latin typeface="Courier New" pitchFamily="49" charset="0"/>
                <a:cs typeface="Courier New" pitchFamily="49" charset="0"/>
              </a:rPr>
              <a:t>'Ron'</a:t>
            </a:r>
            <a:r>
              <a:rPr lang="fr-FR" altLang="ja-JP" b="1" dirty="0">
                <a:solidFill>
                  <a:schemeClr val="tx1"/>
                </a:solidFill>
                <a:latin typeface="Courier New" pitchFamily="49" charset="0"/>
                <a:cs typeface="Courier New" pitchFamily="49" charset="0"/>
              </a:rPr>
              <a:t>:</a:t>
            </a:r>
            <a:r>
              <a:rPr lang="fr-FR" altLang="ja-JP" b="1" dirty="0">
                <a:solidFill>
                  <a:srgbClr val="3366FF"/>
                </a:solidFill>
                <a:latin typeface="Courier New" pitchFamily="49" charset="0"/>
                <a:cs typeface="Courier New" pitchFamily="49" charset="0"/>
              </a:rPr>
              <a:t>67</a:t>
            </a:r>
            <a:r>
              <a:rPr lang="fr-FR" altLang="ja-JP" b="1" dirty="0">
                <a:solidFill>
                  <a:schemeClr val="tx1"/>
                </a:solidFill>
                <a:latin typeface="Courier New" pitchFamily="49" charset="0"/>
                <a:cs typeface="Courier New" pitchFamily="49" charset="0"/>
              </a:rPr>
              <a:t>}</a:t>
            </a:r>
          </a:p>
          <a:p>
            <a:pPr lvl="1" eaLnBrk="1" hangingPunct="1">
              <a:spcBef>
                <a:spcPct val="50000"/>
              </a:spcBef>
              <a:buClr>
                <a:srgbClr val="336666"/>
              </a:buClr>
              <a:buFont typeface="Wingdings" pitchFamily="2" charset="2"/>
              <a:buNone/>
              <a:defRPr/>
            </a:pPr>
            <a:r>
              <a:rPr lang="fr-FR" b="1" dirty="0">
                <a:solidFill>
                  <a:srgbClr val="0000FF"/>
                </a:solidFill>
                <a:latin typeface="Courier New" pitchFamily="49" charset="0"/>
                <a:ea typeface="MS PGothic" pitchFamily="34" charset="-128"/>
                <a:cs typeface="Courier New" pitchFamily="49" charset="0"/>
              </a:rPr>
              <a:t>for</a:t>
            </a:r>
            <a:r>
              <a:rPr lang="fr-FR" b="1" dirty="0">
                <a:solidFill>
                  <a:schemeClr val="tx1"/>
                </a:solidFill>
                <a:latin typeface="Courier New" pitchFamily="49" charset="0"/>
                <a:ea typeface="MS PGothic" pitchFamily="34" charset="-128"/>
                <a:cs typeface="Courier New" pitchFamily="49" charset="0"/>
              </a:rPr>
              <a:t> nom </a:t>
            </a:r>
            <a:r>
              <a:rPr lang="fr-FR" b="1" dirty="0">
                <a:solidFill>
                  <a:srgbClr val="0000FF"/>
                </a:solidFill>
                <a:latin typeface="Courier New" pitchFamily="49" charset="0"/>
                <a:ea typeface="MS PGothic" pitchFamily="34" charset="-128"/>
                <a:cs typeface="Courier New" pitchFamily="49" charset="0"/>
              </a:rPr>
              <a:t>in</a:t>
            </a:r>
            <a:r>
              <a:rPr lang="fr-FR" b="1" dirty="0">
                <a:solidFill>
                  <a:schemeClr val="tx1"/>
                </a:solidFill>
                <a:latin typeface="Courier New" pitchFamily="49" charset="0"/>
                <a:ea typeface="MS PGothic" pitchFamily="34" charset="-128"/>
                <a:cs typeface="Courier New" pitchFamily="49" charset="0"/>
              </a:rPr>
              <a:t> </a:t>
            </a:r>
            <a:r>
              <a:rPr lang="fr-FR" b="1" dirty="0" err="1">
                <a:solidFill>
                  <a:schemeClr val="tx1"/>
                </a:solidFill>
                <a:latin typeface="Courier New" pitchFamily="49" charset="0"/>
                <a:ea typeface="MS PGothic" pitchFamily="34" charset="-128"/>
                <a:cs typeface="Courier New" pitchFamily="49" charset="0"/>
              </a:rPr>
              <a:t>rs</a:t>
            </a:r>
            <a:r>
              <a:rPr lang="fr-FR" b="1" dirty="0">
                <a:solidFill>
                  <a:schemeClr val="tx1"/>
                </a:solidFill>
                <a:latin typeface="Courier New" pitchFamily="49" charset="0"/>
                <a:ea typeface="MS PGothic" pitchFamily="34" charset="-128"/>
                <a:cs typeface="Courier New" pitchFamily="49" charset="0"/>
              </a:rPr>
              <a:t>:</a:t>
            </a:r>
          </a:p>
          <a:p>
            <a:pPr lvl="1" eaLnBrk="1" hangingPunct="1">
              <a:spcBef>
                <a:spcPct val="50000"/>
              </a:spcBef>
              <a:buClr>
                <a:srgbClr val="336666"/>
              </a:buClr>
              <a:buFont typeface="Wingdings" pitchFamily="2" charset="2"/>
              <a:buNone/>
              <a:defRPr/>
            </a:pPr>
            <a:r>
              <a:rPr lang="fr-FR" b="1" dirty="0">
                <a:solidFill>
                  <a:schemeClr val="tx1"/>
                </a:solidFill>
                <a:latin typeface="Courier New" pitchFamily="49" charset="0"/>
                <a:ea typeface="MS PGothic" pitchFamily="34" charset="-128"/>
                <a:cs typeface="Courier New" pitchFamily="49" charset="0"/>
              </a:rPr>
              <a:t>    </a:t>
            </a:r>
            <a:r>
              <a:rPr lang="fr-FR" b="1" dirty="0" err="1">
                <a:solidFill>
                  <a:srgbClr val="3366FF"/>
                </a:solidFill>
                <a:latin typeface="Courier New" pitchFamily="49" charset="0"/>
                <a:ea typeface="MS PGothic" pitchFamily="34" charset="-128"/>
                <a:cs typeface="Courier New" pitchFamily="49" charset="0"/>
              </a:rPr>
              <a:t>print</a:t>
            </a:r>
            <a:r>
              <a:rPr lang="fr-FR" b="1" dirty="0">
                <a:solidFill>
                  <a:schemeClr val="tx1"/>
                </a:solidFill>
                <a:latin typeface="Courier New" pitchFamily="49" charset="0"/>
                <a:ea typeface="MS PGothic" pitchFamily="34" charset="-128"/>
                <a:cs typeface="Courier New" pitchFamily="49" charset="0"/>
              </a:rPr>
              <a:t>(</a:t>
            </a:r>
            <a:r>
              <a:rPr lang="fr-FR" b="1" dirty="0" err="1">
                <a:solidFill>
                  <a:schemeClr val="tx1"/>
                </a:solidFill>
                <a:latin typeface="Courier New" pitchFamily="49" charset="0"/>
                <a:ea typeface="MS PGothic" pitchFamily="34" charset="-128"/>
                <a:cs typeface="Courier New" pitchFamily="49" charset="0"/>
              </a:rPr>
              <a:t>nom,</a:t>
            </a:r>
            <a:r>
              <a:rPr lang="fr-FR" b="1" dirty="0" err="1">
                <a:solidFill>
                  <a:srgbClr val="604A7B"/>
                </a:solidFill>
                <a:latin typeface="Courier New" pitchFamily="49" charset="0"/>
                <a:ea typeface="MS PGothic" pitchFamily="34" charset="-128"/>
                <a:cs typeface="Courier New" pitchFamily="49" charset="0"/>
              </a:rPr>
              <a:t>end</a:t>
            </a:r>
            <a:r>
              <a:rPr lang="fr-FR" b="1" dirty="0">
                <a:solidFill>
                  <a:schemeClr val="tx1"/>
                </a:solidFill>
                <a:latin typeface="Courier New" pitchFamily="49" charset="0"/>
                <a:ea typeface="MS PGothic" pitchFamily="34" charset="-128"/>
                <a:cs typeface="Courier New" pitchFamily="49" charset="0"/>
              </a:rPr>
              <a:t>=</a:t>
            </a:r>
            <a:r>
              <a:rPr lang="fr-FR" b="1" dirty="0">
                <a:solidFill>
                  <a:srgbClr val="008000"/>
                </a:solidFill>
                <a:latin typeface="Courier New" pitchFamily="49" charset="0"/>
                <a:ea typeface="MS PGothic" pitchFamily="34" charset="-128"/>
                <a:cs typeface="Courier New" pitchFamily="49" charset="0"/>
              </a:rPr>
              <a:t>' '</a:t>
            </a:r>
            <a:r>
              <a:rPr lang="fr-FR" b="1" dirty="0">
                <a:solidFill>
                  <a:schemeClr val="tx1"/>
                </a:solidFill>
                <a:latin typeface="Courier New" pitchFamily="49" charset="0"/>
                <a:ea typeface="MS PGothic" pitchFamily="34" charset="-128"/>
                <a:cs typeface="Courier New" pitchFamily="49" charset="0"/>
              </a:rPr>
              <a:t>)</a:t>
            </a:r>
          </a:p>
        </p:txBody>
      </p:sp>
      <p:sp>
        <p:nvSpPr>
          <p:cNvPr id="10" name="Rectangle à coins arrondis 9"/>
          <p:cNvSpPr/>
          <p:nvPr/>
        </p:nvSpPr>
        <p:spPr>
          <a:xfrm>
            <a:off x="500063" y="3933825"/>
            <a:ext cx="8464550" cy="1798638"/>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fr-FR" b="1">
                <a:solidFill>
                  <a:schemeClr val="tx1"/>
                </a:solidFill>
                <a:latin typeface="Courier New" pitchFamily="49" charset="0"/>
                <a:ea typeface="MS PGothic" pitchFamily="34" charset="-128"/>
                <a:cs typeface="Courier New" pitchFamily="49" charset="0"/>
              </a:rPr>
              <a:t>rs = {</a:t>
            </a:r>
            <a:r>
              <a:rPr lang="fr-FR" b="1">
                <a:solidFill>
                  <a:srgbClr val="008000"/>
                </a:solidFill>
                <a:latin typeface="Courier New" pitchFamily="49" charset="0"/>
                <a:ea typeface="MS PGothic" pitchFamily="34" charset="-128"/>
                <a:cs typeface="Courier New" pitchFamily="49" charset="0"/>
              </a:rPr>
              <a:t>'mick'</a:t>
            </a:r>
            <a:r>
              <a:rPr lang="fr-FR" b="1">
                <a:solidFill>
                  <a:schemeClr val="tx1"/>
                </a:solidFill>
                <a:latin typeface="Courier New" pitchFamily="49" charset="0"/>
                <a:ea typeface="MS PGothic" pitchFamily="34" charset="-128"/>
                <a:cs typeface="Courier New" pitchFamily="49" charset="0"/>
              </a:rPr>
              <a:t>:</a:t>
            </a:r>
            <a:r>
              <a:rPr lang="fr-FR" b="1">
                <a:solidFill>
                  <a:srgbClr val="3366FF"/>
                </a:solidFill>
                <a:latin typeface="Courier New" pitchFamily="49" charset="0"/>
                <a:ea typeface="MS PGothic" pitchFamily="34" charset="-128"/>
                <a:cs typeface="Courier New" pitchFamily="49" charset="0"/>
              </a:rPr>
              <a:t>71</a:t>
            </a:r>
            <a:r>
              <a:rPr lang="fr-FR" b="1">
                <a:solidFill>
                  <a:schemeClr val="tx1"/>
                </a:solidFill>
                <a:latin typeface="Courier New" pitchFamily="49" charset="0"/>
                <a:ea typeface="MS PGothic" pitchFamily="34" charset="-128"/>
                <a:cs typeface="Courier New" pitchFamily="49" charset="0"/>
              </a:rPr>
              <a:t>,</a:t>
            </a:r>
            <a:r>
              <a:rPr lang="fr-FR" b="1">
                <a:solidFill>
                  <a:srgbClr val="008000"/>
                </a:solidFill>
                <a:latin typeface="Courier New" pitchFamily="49" charset="0"/>
                <a:ea typeface="MS PGothic" pitchFamily="34" charset="-128"/>
                <a:cs typeface="Courier New" pitchFamily="49" charset="0"/>
              </a:rPr>
              <a:t>'Keith'</a:t>
            </a:r>
            <a:r>
              <a:rPr lang="fr-FR" b="1">
                <a:solidFill>
                  <a:schemeClr val="tx1"/>
                </a:solidFill>
                <a:latin typeface="Courier New" pitchFamily="49" charset="0"/>
                <a:ea typeface="MS PGothic" pitchFamily="34" charset="-128"/>
                <a:cs typeface="Courier New" pitchFamily="49" charset="0"/>
              </a:rPr>
              <a:t>:</a:t>
            </a:r>
            <a:r>
              <a:rPr lang="fr-FR" b="1">
                <a:solidFill>
                  <a:srgbClr val="3366FF"/>
                </a:solidFill>
                <a:latin typeface="Courier New" pitchFamily="49" charset="0"/>
                <a:ea typeface="MS PGothic" pitchFamily="34" charset="-128"/>
                <a:cs typeface="Courier New" pitchFamily="49" charset="0"/>
              </a:rPr>
              <a:t>71</a:t>
            </a:r>
            <a:r>
              <a:rPr lang="fr-FR" b="1">
                <a:solidFill>
                  <a:schemeClr val="tx1"/>
                </a:solidFill>
                <a:latin typeface="Courier New" pitchFamily="49" charset="0"/>
                <a:ea typeface="MS PGothic" pitchFamily="34" charset="-128"/>
                <a:cs typeface="Courier New" pitchFamily="49" charset="0"/>
              </a:rPr>
              <a:t>,</a:t>
            </a:r>
            <a:r>
              <a:rPr lang="fr-FR" b="1">
                <a:solidFill>
                  <a:srgbClr val="008000"/>
                </a:solidFill>
                <a:latin typeface="Courier New" pitchFamily="49" charset="0"/>
                <a:ea typeface="MS PGothic" pitchFamily="34" charset="-128"/>
                <a:cs typeface="Courier New" pitchFamily="49" charset="0"/>
              </a:rPr>
              <a:t>'Charlie</a:t>
            </a:r>
            <a:r>
              <a:rPr lang="fr-FR" altLang="fr-FR" b="1">
                <a:solidFill>
                  <a:srgbClr val="008000"/>
                </a:solidFill>
                <a:latin typeface="Courier New" pitchFamily="49" charset="0"/>
                <a:ea typeface="MS PGothic" pitchFamily="34" charset="-128"/>
                <a:cs typeface="Courier New" pitchFamily="49" charset="0"/>
              </a:rPr>
              <a:t>’</a:t>
            </a:r>
            <a:r>
              <a:rPr lang="fr-FR" altLang="ja-JP" b="1">
                <a:solidFill>
                  <a:schemeClr val="tx1"/>
                </a:solidFill>
                <a:latin typeface="Courier New" pitchFamily="49" charset="0"/>
                <a:cs typeface="Courier New" pitchFamily="49" charset="0"/>
              </a:rPr>
              <a:t>:</a:t>
            </a:r>
            <a:r>
              <a:rPr lang="fr-FR" altLang="ja-JP" b="1">
                <a:solidFill>
                  <a:srgbClr val="3366FF"/>
                </a:solidFill>
                <a:latin typeface="Courier New" pitchFamily="49" charset="0"/>
                <a:cs typeface="Courier New" pitchFamily="49" charset="0"/>
              </a:rPr>
              <a:t>73</a:t>
            </a:r>
            <a:r>
              <a:rPr lang="fr-FR" altLang="ja-JP" b="1">
                <a:solidFill>
                  <a:schemeClr val="tx1"/>
                </a:solidFill>
                <a:latin typeface="Courier New" pitchFamily="49" charset="0"/>
                <a:cs typeface="Courier New" pitchFamily="49" charset="0"/>
              </a:rPr>
              <a:t>,</a:t>
            </a:r>
            <a:r>
              <a:rPr lang="fr-FR" altLang="ja-JP" b="1">
                <a:solidFill>
                  <a:srgbClr val="008000"/>
                </a:solidFill>
                <a:latin typeface="Courier New" pitchFamily="49" charset="0"/>
                <a:cs typeface="Courier New" pitchFamily="49" charset="0"/>
              </a:rPr>
              <a:t>'Ron'</a:t>
            </a:r>
            <a:r>
              <a:rPr lang="fr-FR" altLang="ja-JP" b="1">
                <a:solidFill>
                  <a:schemeClr val="tx1"/>
                </a:solidFill>
                <a:latin typeface="Courier New" pitchFamily="49" charset="0"/>
                <a:cs typeface="Courier New" pitchFamily="49" charset="0"/>
              </a:rPr>
              <a:t>:</a:t>
            </a:r>
            <a:r>
              <a:rPr lang="fr-FR" altLang="ja-JP" b="1">
                <a:solidFill>
                  <a:srgbClr val="3366FF"/>
                </a:solidFill>
                <a:latin typeface="Courier New" pitchFamily="49" charset="0"/>
                <a:cs typeface="Courier New" pitchFamily="49" charset="0"/>
              </a:rPr>
              <a:t>67</a:t>
            </a:r>
            <a:r>
              <a:rPr lang="fr-FR" altLang="ja-JP" b="1">
                <a:solidFill>
                  <a:schemeClr val="tx1"/>
                </a:solidFill>
                <a:latin typeface="Courier New" pitchFamily="49" charset="0"/>
                <a:cs typeface="Courier New" pitchFamily="49" charset="0"/>
              </a:rPr>
              <a:t>}</a:t>
            </a:r>
          </a:p>
          <a:p>
            <a:pPr lvl="1" eaLnBrk="1" hangingPunct="1">
              <a:spcBef>
                <a:spcPct val="50000"/>
              </a:spcBef>
              <a:buClr>
                <a:srgbClr val="336666"/>
              </a:buClr>
              <a:buFont typeface="Wingdings" pitchFamily="2" charset="2"/>
              <a:buNone/>
              <a:defRPr/>
            </a:pPr>
            <a:r>
              <a:rPr lang="fr-FR" b="1">
                <a:solidFill>
                  <a:srgbClr val="0000FF"/>
                </a:solidFill>
                <a:latin typeface="Courier New" pitchFamily="49" charset="0"/>
                <a:ea typeface="MS PGothic" pitchFamily="34" charset="-128"/>
                <a:cs typeface="Courier New" pitchFamily="49" charset="0"/>
              </a:rPr>
              <a:t>for</a:t>
            </a:r>
            <a:r>
              <a:rPr lang="fr-FR" b="1">
                <a:solidFill>
                  <a:schemeClr val="tx1"/>
                </a:solidFill>
                <a:latin typeface="Courier New" pitchFamily="49" charset="0"/>
                <a:ea typeface="MS PGothic" pitchFamily="34" charset="-128"/>
                <a:cs typeface="Courier New" pitchFamily="49" charset="0"/>
              </a:rPr>
              <a:t> nom </a:t>
            </a:r>
            <a:r>
              <a:rPr lang="fr-FR" b="1">
                <a:solidFill>
                  <a:srgbClr val="0000FF"/>
                </a:solidFill>
                <a:latin typeface="Courier New" pitchFamily="49" charset="0"/>
                <a:ea typeface="MS PGothic" pitchFamily="34" charset="-128"/>
                <a:cs typeface="Courier New" pitchFamily="49" charset="0"/>
              </a:rPr>
              <a:t>in</a:t>
            </a:r>
            <a:r>
              <a:rPr lang="fr-FR" b="1">
                <a:solidFill>
                  <a:schemeClr val="tx1"/>
                </a:solidFill>
                <a:latin typeface="Courier New" pitchFamily="49" charset="0"/>
                <a:ea typeface="MS PGothic" pitchFamily="34" charset="-128"/>
                <a:cs typeface="Courier New" pitchFamily="49" charset="0"/>
              </a:rPr>
              <a:t> rs.keys():</a:t>
            </a:r>
          </a:p>
          <a:p>
            <a:pPr lvl="1" eaLnBrk="1" hangingPunct="1">
              <a:spcBef>
                <a:spcPct val="50000"/>
              </a:spcBef>
              <a:buClr>
                <a:srgbClr val="336666"/>
              </a:buClr>
              <a:buFont typeface="Wingdings" pitchFamily="2" charset="2"/>
              <a:buNone/>
              <a:defRPr/>
            </a:pPr>
            <a:r>
              <a:rPr lang="fr-FR" b="1">
                <a:solidFill>
                  <a:schemeClr val="tx1"/>
                </a:solidFill>
                <a:latin typeface="Courier New" pitchFamily="49" charset="0"/>
                <a:ea typeface="MS PGothic" pitchFamily="34" charset="-128"/>
                <a:cs typeface="Courier New" pitchFamily="49" charset="0"/>
              </a:rPr>
              <a:t>    </a:t>
            </a:r>
            <a:r>
              <a:rPr lang="fr-FR" b="1">
                <a:solidFill>
                  <a:srgbClr val="3366FF"/>
                </a:solidFill>
                <a:latin typeface="Courier New" pitchFamily="49" charset="0"/>
                <a:ea typeface="MS PGothic" pitchFamily="34" charset="-128"/>
                <a:cs typeface="Courier New" pitchFamily="49" charset="0"/>
              </a:rPr>
              <a:t>print</a:t>
            </a:r>
            <a:r>
              <a:rPr lang="fr-FR" b="1">
                <a:solidFill>
                  <a:schemeClr val="tx1"/>
                </a:solidFill>
                <a:latin typeface="Courier New" pitchFamily="49" charset="0"/>
                <a:ea typeface="MS PGothic" pitchFamily="34" charset="-128"/>
                <a:cs typeface="Courier New" pitchFamily="49" charset="0"/>
              </a:rPr>
              <a:t>(nom,</a:t>
            </a:r>
            <a:r>
              <a:rPr lang="fr-FR" b="1">
                <a:solidFill>
                  <a:srgbClr val="604A7B"/>
                </a:solidFill>
                <a:latin typeface="Courier New" pitchFamily="49" charset="0"/>
                <a:ea typeface="MS PGothic" pitchFamily="34" charset="-128"/>
                <a:cs typeface="Courier New" pitchFamily="49" charset="0"/>
              </a:rPr>
              <a:t>end</a:t>
            </a:r>
            <a:r>
              <a:rPr lang="fr-FR" b="1">
                <a:solidFill>
                  <a:schemeClr val="tx1"/>
                </a:solidFill>
                <a:latin typeface="Courier New" pitchFamily="49" charset="0"/>
                <a:ea typeface="MS PGothic" pitchFamily="34" charset="-128"/>
                <a:cs typeface="Courier New" pitchFamily="49" charset="0"/>
              </a:rPr>
              <a:t>=</a:t>
            </a:r>
            <a:r>
              <a:rPr lang="fr-FR" b="1">
                <a:solidFill>
                  <a:srgbClr val="008000"/>
                </a:solidFill>
                <a:latin typeface="Courier New" pitchFamily="49" charset="0"/>
                <a:ea typeface="MS PGothic" pitchFamily="34" charset="-128"/>
                <a:cs typeface="Courier New" pitchFamily="49" charset="0"/>
              </a:rPr>
              <a:t>' '</a:t>
            </a:r>
            <a:r>
              <a:rPr lang="fr-FR" b="1">
                <a:solidFill>
                  <a:schemeClr val="tx1"/>
                </a:solidFill>
                <a:latin typeface="Courier New" pitchFamily="49" charset="0"/>
                <a:ea typeface="MS PGothic" pitchFamily="34" charset="-128"/>
                <a:cs typeface="Courier New" pitchFamily="49" charset="0"/>
              </a:rPr>
              <a:t>)</a:t>
            </a:r>
          </a:p>
        </p:txBody>
      </p:sp>
      <p:pic>
        <p:nvPicPr>
          <p:cNvPr id="11" name="Image 1" descr="Image 5.png"/>
          <p:cNvPicPr>
            <a:picLocks noChangeAspect="1"/>
          </p:cNvPicPr>
          <p:nvPr/>
        </p:nvPicPr>
        <p:blipFill>
          <a:blip r:embed="rId4"/>
          <a:srcRect/>
          <a:stretch>
            <a:fillRect/>
          </a:stretch>
        </p:blipFill>
        <p:spPr bwMode="auto">
          <a:xfrm>
            <a:off x="6659563" y="5975350"/>
            <a:ext cx="2082800" cy="215900"/>
          </a:xfrm>
          <a:prstGeom prst="rect">
            <a:avLst/>
          </a:prstGeom>
          <a:noFill/>
          <a:ln w="9525">
            <a:solidFill>
              <a:srgbClr val="000000"/>
            </a:solidFill>
            <a:miter lim="800000"/>
            <a:headEnd/>
            <a:tailEnd/>
          </a:ln>
        </p:spPr>
      </p:pic>
      <p:cxnSp>
        <p:nvCxnSpPr>
          <p:cNvPr id="12" name="Connecteur droit avec flèche 11"/>
          <p:cNvCxnSpPr>
            <a:cxnSpLocks noChangeShapeType="1"/>
          </p:cNvCxnSpPr>
          <p:nvPr/>
        </p:nvCxnSpPr>
        <p:spPr bwMode="auto">
          <a:xfrm>
            <a:off x="5003800" y="6092825"/>
            <a:ext cx="1296988"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Tree>
    <p:custDataLst>
      <p:tags r:id="rId1"/>
    </p:custDataLst>
    <p:extLst>
      <p:ext uri="{BB962C8B-B14F-4D97-AF65-F5344CB8AC3E}">
        <p14:creationId xmlns:p14="http://schemas.microsoft.com/office/powerpoint/2010/main" val="55096410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checkerboard(across)">
                                      <p:cBhvr>
                                        <p:cTn id="17" dur="500"/>
                                        <p:tgtEl>
                                          <p:spTgt spid="11"/>
                                        </p:tgtEl>
                                      </p:cBhvr>
                                    </p:animEffect>
                                  </p:childTnLst>
                                </p:cTn>
                              </p:par>
                              <p:par>
                                <p:cTn id="18" presetID="5" presetClass="entr" presetSubtype="1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checkerboard(across)">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613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613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Content Placeholder 2"/>
          <p:cNvSpPr txBox="1">
            <a:spLocks/>
          </p:cNvSpPr>
          <p:nvPr/>
        </p:nvSpPr>
        <p:spPr>
          <a:xfrm>
            <a:off x="500063" y="1000125"/>
            <a:ext cx="7991475" cy="428625"/>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err="1">
                <a:solidFill>
                  <a:srgbClr val="FF0000"/>
                </a:solidFill>
                <a:latin typeface="+mn-lt"/>
                <a:cs typeface="+mn-cs"/>
              </a:rPr>
              <a:t>Exemple</a:t>
            </a:r>
            <a:r>
              <a:rPr lang="en-US" kern="0" dirty="0">
                <a:latin typeface="+mn-lt"/>
                <a:cs typeface="+mn-cs"/>
              </a:rPr>
              <a:t> : </a:t>
            </a:r>
            <a:r>
              <a:rPr lang="en-US" kern="0" dirty="0" err="1">
                <a:latin typeface="+mn-lt"/>
                <a:cs typeface="+mn-cs"/>
              </a:rPr>
              <a:t>itération</a:t>
            </a:r>
            <a:r>
              <a:rPr lang="en-US" kern="0" dirty="0">
                <a:latin typeface="+mn-lt"/>
                <a:cs typeface="+mn-cs"/>
              </a:rPr>
              <a:t> </a:t>
            </a:r>
            <a:r>
              <a:rPr lang="en-US" kern="0" dirty="0" err="1">
                <a:latin typeface="+mn-lt"/>
                <a:cs typeface="+mn-cs"/>
              </a:rPr>
              <a:t>sur</a:t>
            </a:r>
            <a:r>
              <a:rPr lang="en-US" kern="0" dirty="0">
                <a:latin typeface="+mn-lt"/>
                <a:cs typeface="+mn-cs"/>
              </a:rPr>
              <a:t> les </a:t>
            </a:r>
            <a:r>
              <a:rPr lang="en-US" b="1" kern="0" dirty="0" err="1">
                <a:solidFill>
                  <a:srgbClr val="0000FF"/>
                </a:solidFill>
                <a:latin typeface="+mn-lt"/>
                <a:cs typeface="+mn-cs"/>
              </a:rPr>
              <a:t>valeurs</a:t>
            </a:r>
            <a:endParaRPr lang="en-US" b="1" kern="0" dirty="0">
              <a:solidFill>
                <a:srgbClr val="0000FF"/>
              </a:solidFill>
              <a:latin typeface="+mn-lt"/>
              <a:cs typeface="+mn-cs"/>
            </a:endParaRPr>
          </a:p>
        </p:txBody>
      </p:sp>
      <p:sp>
        <p:nvSpPr>
          <p:cNvPr id="9" name="Rectangle à coins arrondis 8"/>
          <p:cNvSpPr/>
          <p:nvPr/>
        </p:nvSpPr>
        <p:spPr>
          <a:xfrm>
            <a:off x="642938" y="1500188"/>
            <a:ext cx="6786562" cy="19288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400"/>
              </a:spcBef>
              <a:buClr>
                <a:srgbClr val="336666"/>
              </a:buClr>
              <a:buFont typeface="Wingdings" pitchFamily="2" charset="2"/>
              <a:buNone/>
              <a:defRPr/>
            </a:pPr>
            <a:r>
              <a:rPr lang="fr-FR" sz="1800" b="1" dirty="0" err="1">
                <a:solidFill>
                  <a:schemeClr val="tx1"/>
                </a:solidFill>
                <a:latin typeface="Courier New" pitchFamily="49" charset="0"/>
                <a:ea typeface="MS PGothic" pitchFamily="34" charset="-128"/>
                <a:cs typeface="Courier New" pitchFamily="49" charset="0"/>
              </a:rPr>
              <a:t>rs</a:t>
            </a:r>
            <a:r>
              <a:rPr lang="fr-FR" sz="1800" b="1" dirty="0">
                <a:solidFill>
                  <a:schemeClr val="tx1"/>
                </a:solidFill>
                <a:latin typeface="Courier New" pitchFamily="49" charset="0"/>
                <a:ea typeface="MS PGothic" pitchFamily="34" charset="-128"/>
                <a:cs typeface="Courier New" pitchFamily="49" charset="0"/>
              </a:rPr>
              <a:t> = {</a:t>
            </a:r>
            <a:r>
              <a:rPr lang="fr-FR" sz="1800" b="1" dirty="0">
                <a:solidFill>
                  <a:srgbClr val="008000"/>
                </a:solidFill>
                <a:latin typeface="Courier New" pitchFamily="49" charset="0"/>
                <a:ea typeface="MS PGothic" pitchFamily="34" charset="-128"/>
                <a:cs typeface="Courier New" pitchFamily="49" charset="0"/>
              </a:rPr>
              <a:t>'</a:t>
            </a:r>
            <a:r>
              <a:rPr lang="fr-FR" sz="1800" b="1" dirty="0" err="1">
                <a:solidFill>
                  <a:srgbClr val="008000"/>
                </a:solidFill>
                <a:latin typeface="Courier New" pitchFamily="49" charset="0"/>
                <a:ea typeface="MS PGothic" pitchFamily="34" charset="-128"/>
                <a:cs typeface="Courier New" pitchFamily="49" charset="0"/>
              </a:rPr>
              <a:t>mick</a:t>
            </a:r>
            <a:r>
              <a:rPr lang="fr-FR" sz="1800" b="1" dirty="0">
                <a:solidFill>
                  <a:srgbClr val="008000"/>
                </a:solidFill>
                <a:latin typeface="Courier New" pitchFamily="49" charset="0"/>
                <a:ea typeface="MS PGothic" pitchFamily="34" charset="-128"/>
                <a:cs typeface="Courier New" pitchFamily="49" charset="0"/>
              </a:rPr>
              <a:t>'</a:t>
            </a:r>
            <a:r>
              <a:rPr lang="fr-FR" sz="1800" b="1" dirty="0">
                <a:solidFill>
                  <a:schemeClr val="tx1"/>
                </a:solidFill>
                <a:latin typeface="Courier New" pitchFamily="49" charset="0"/>
                <a:ea typeface="MS PGothic" pitchFamily="34" charset="-128"/>
                <a:cs typeface="Courier New" pitchFamily="49" charset="0"/>
              </a:rPr>
              <a:t>:</a:t>
            </a:r>
            <a:r>
              <a:rPr lang="fr-FR" sz="1800" b="1" dirty="0">
                <a:solidFill>
                  <a:srgbClr val="3366FF"/>
                </a:solidFill>
                <a:latin typeface="Courier New" pitchFamily="49" charset="0"/>
                <a:ea typeface="MS PGothic" pitchFamily="34" charset="-128"/>
                <a:cs typeface="Courier New" pitchFamily="49" charset="0"/>
              </a:rPr>
              <a:t>71</a:t>
            </a:r>
            <a:r>
              <a:rPr lang="fr-FR" sz="1800" b="1" dirty="0">
                <a:solidFill>
                  <a:schemeClr val="tx1"/>
                </a:solidFill>
                <a:latin typeface="Courier New" pitchFamily="49" charset="0"/>
                <a:ea typeface="MS PGothic" pitchFamily="34" charset="-128"/>
                <a:cs typeface="Courier New" pitchFamily="49" charset="0"/>
              </a:rPr>
              <a:t>,</a:t>
            </a:r>
            <a:r>
              <a:rPr lang="fr-FR" sz="1800" b="1" dirty="0">
                <a:solidFill>
                  <a:srgbClr val="008000"/>
                </a:solidFill>
                <a:latin typeface="Courier New" pitchFamily="49" charset="0"/>
                <a:ea typeface="MS PGothic" pitchFamily="34" charset="-128"/>
                <a:cs typeface="Courier New" pitchFamily="49" charset="0"/>
              </a:rPr>
              <a:t>'Keith'</a:t>
            </a:r>
            <a:r>
              <a:rPr lang="fr-FR" sz="1800" b="1" dirty="0">
                <a:solidFill>
                  <a:schemeClr val="tx1"/>
                </a:solidFill>
                <a:latin typeface="Courier New" pitchFamily="49" charset="0"/>
                <a:ea typeface="MS PGothic" pitchFamily="34" charset="-128"/>
                <a:cs typeface="Courier New" pitchFamily="49" charset="0"/>
              </a:rPr>
              <a:t>:</a:t>
            </a:r>
            <a:r>
              <a:rPr lang="fr-FR" sz="1800" b="1" dirty="0">
                <a:solidFill>
                  <a:srgbClr val="3366FF"/>
                </a:solidFill>
                <a:latin typeface="Courier New" pitchFamily="49" charset="0"/>
                <a:ea typeface="MS PGothic" pitchFamily="34" charset="-128"/>
                <a:cs typeface="Courier New" pitchFamily="49" charset="0"/>
              </a:rPr>
              <a:t>71</a:t>
            </a:r>
            <a:r>
              <a:rPr lang="fr-FR" sz="1800" b="1" dirty="0">
                <a:solidFill>
                  <a:schemeClr val="tx1"/>
                </a:solidFill>
                <a:latin typeface="Courier New" pitchFamily="49" charset="0"/>
                <a:ea typeface="MS PGothic" pitchFamily="34" charset="-128"/>
                <a:cs typeface="Courier New" pitchFamily="49" charset="0"/>
              </a:rPr>
              <a:t>,</a:t>
            </a:r>
            <a:r>
              <a:rPr lang="fr-FR" sz="1800" b="1" dirty="0">
                <a:solidFill>
                  <a:srgbClr val="008000"/>
                </a:solidFill>
                <a:latin typeface="Courier New" pitchFamily="49" charset="0"/>
                <a:ea typeface="MS PGothic" pitchFamily="34" charset="-128"/>
                <a:cs typeface="Courier New" pitchFamily="49" charset="0"/>
              </a:rPr>
              <a:t>'Charlie'</a:t>
            </a:r>
            <a:r>
              <a:rPr lang="fr-FR" sz="1800" b="1" dirty="0">
                <a:solidFill>
                  <a:schemeClr val="tx1"/>
                </a:solidFill>
                <a:latin typeface="Courier New" pitchFamily="49" charset="0"/>
                <a:ea typeface="MS PGothic" pitchFamily="34" charset="-128"/>
                <a:cs typeface="Courier New" pitchFamily="49" charset="0"/>
              </a:rPr>
              <a:t>:	</a:t>
            </a:r>
            <a:r>
              <a:rPr lang="fr-FR" sz="1800" b="1" dirty="0">
                <a:solidFill>
                  <a:srgbClr val="3366FF"/>
                </a:solidFill>
                <a:latin typeface="Courier New" pitchFamily="49" charset="0"/>
                <a:ea typeface="MS PGothic" pitchFamily="34" charset="-128"/>
                <a:cs typeface="Courier New" pitchFamily="49" charset="0"/>
              </a:rPr>
              <a:t>73</a:t>
            </a:r>
            <a:r>
              <a:rPr lang="fr-FR" sz="1800" b="1" dirty="0">
                <a:solidFill>
                  <a:schemeClr val="tx1"/>
                </a:solidFill>
                <a:latin typeface="Courier New" pitchFamily="49" charset="0"/>
                <a:ea typeface="MS PGothic" pitchFamily="34" charset="-128"/>
                <a:cs typeface="Courier New" pitchFamily="49" charset="0"/>
              </a:rPr>
              <a:t>,</a:t>
            </a:r>
            <a:r>
              <a:rPr lang="fr-FR" sz="1800" b="1" dirty="0">
                <a:solidFill>
                  <a:srgbClr val="008000"/>
                </a:solidFill>
                <a:latin typeface="Courier New" pitchFamily="49" charset="0"/>
                <a:ea typeface="MS PGothic" pitchFamily="34" charset="-128"/>
                <a:cs typeface="Courier New" pitchFamily="49" charset="0"/>
              </a:rPr>
              <a:t>'Ron'</a:t>
            </a:r>
            <a:r>
              <a:rPr lang="fr-FR" sz="1800" b="1" dirty="0">
                <a:solidFill>
                  <a:schemeClr val="tx1"/>
                </a:solidFill>
                <a:latin typeface="Courier New" pitchFamily="49" charset="0"/>
                <a:ea typeface="MS PGothic" pitchFamily="34" charset="-128"/>
                <a:cs typeface="Courier New" pitchFamily="49" charset="0"/>
              </a:rPr>
              <a:t>:</a:t>
            </a:r>
            <a:r>
              <a:rPr lang="fr-FR" sz="1800" b="1" dirty="0">
                <a:solidFill>
                  <a:srgbClr val="3366FF"/>
                </a:solidFill>
                <a:latin typeface="Courier New" pitchFamily="49" charset="0"/>
                <a:ea typeface="MS PGothic" pitchFamily="34" charset="-128"/>
                <a:cs typeface="Courier New" pitchFamily="49" charset="0"/>
              </a:rPr>
              <a:t>67</a:t>
            </a:r>
            <a:r>
              <a:rPr lang="fr-FR" sz="1800" b="1" dirty="0">
                <a:solidFill>
                  <a:schemeClr val="tx1"/>
                </a:solidFill>
                <a:latin typeface="Courier New" pitchFamily="49" charset="0"/>
                <a:ea typeface="MS PGothic" pitchFamily="34" charset="-128"/>
                <a:cs typeface="Courier New" pitchFamily="49" charset="0"/>
              </a:rPr>
              <a:t>}</a:t>
            </a:r>
          </a:p>
          <a:p>
            <a:pPr lvl="1" eaLnBrk="1" hangingPunct="1">
              <a:spcBef>
                <a:spcPts val="400"/>
              </a:spcBef>
              <a:buClr>
                <a:srgbClr val="336666"/>
              </a:buClr>
              <a:buFont typeface="Wingdings" pitchFamily="2" charset="2"/>
              <a:buNone/>
              <a:defRPr/>
            </a:pPr>
            <a:r>
              <a:rPr lang="fr-FR" sz="1800" b="1" dirty="0">
                <a:solidFill>
                  <a:schemeClr val="tx1"/>
                </a:solidFill>
                <a:latin typeface="Courier New" pitchFamily="49" charset="0"/>
                <a:ea typeface="MS PGothic" pitchFamily="34" charset="-128"/>
                <a:cs typeface="Courier New" pitchFamily="49" charset="0"/>
              </a:rPr>
              <a:t>total = </a:t>
            </a:r>
            <a:r>
              <a:rPr lang="fr-FR" sz="1800" b="1" dirty="0">
                <a:solidFill>
                  <a:srgbClr val="3366FF"/>
                </a:solidFill>
                <a:latin typeface="Courier New" pitchFamily="49" charset="0"/>
                <a:ea typeface="MS PGothic" pitchFamily="34" charset="-128"/>
                <a:cs typeface="Courier New" pitchFamily="49" charset="0"/>
              </a:rPr>
              <a:t>0</a:t>
            </a:r>
          </a:p>
          <a:p>
            <a:pPr lvl="1" eaLnBrk="1" hangingPunct="1">
              <a:spcBef>
                <a:spcPts val="400"/>
              </a:spcBef>
              <a:buClr>
                <a:srgbClr val="336666"/>
              </a:buClr>
              <a:buFont typeface="Wingdings" pitchFamily="2" charset="2"/>
              <a:buNone/>
              <a:defRPr/>
            </a:pPr>
            <a:r>
              <a:rPr lang="fr-FR" sz="1800" b="1" dirty="0">
                <a:solidFill>
                  <a:srgbClr val="0000FF"/>
                </a:solidFill>
                <a:latin typeface="Courier New" pitchFamily="49" charset="0"/>
                <a:ea typeface="MS PGothic" pitchFamily="34" charset="-128"/>
                <a:cs typeface="Courier New" pitchFamily="49" charset="0"/>
              </a:rPr>
              <a:t>for</a:t>
            </a:r>
            <a:r>
              <a:rPr lang="fr-FR" sz="1800" b="1" dirty="0">
                <a:solidFill>
                  <a:schemeClr val="tx1"/>
                </a:solidFill>
                <a:latin typeface="Courier New" pitchFamily="49" charset="0"/>
                <a:ea typeface="MS PGothic" pitchFamily="34" charset="-128"/>
                <a:cs typeface="Courier New" pitchFamily="49" charset="0"/>
              </a:rPr>
              <a:t> </a:t>
            </a:r>
            <a:r>
              <a:rPr lang="fr-FR" sz="1800" b="1" dirty="0" err="1">
                <a:solidFill>
                  <a:schemeClr val="tx1"/>
                </a:solidFill>
                <a:latin typeface="Courier New" pitchFamily="49" charset="0"/>
                <a:ea typeface="MS PGothic" pitchFamily="34" charset="-128"/>
                <a:cs typeface="Courier New" pitchFamily="49" charset="0"/>
              </a:rPr>
              <a:t>age</a:t>
            </a:r>
            <a:r>
              <a:rPr lang="fr-FR" sz="1800" b="1" dirty="0">
                <a:solidFill>
                  <a:schemeClr val="tx1"/>
                </a:solidFill>
                <a:latin typeface="Courier New" pitchFamily="49" charset="0"/>
                <a:ea typeface="MS PGothic" pitchFamily="34" charset="-128"/>
                <a:cs typeface="Courier New" pitchFamily="49" charset="0"/>
              </a:rPr>
              <a:t> </a:t>
            </a:r>
            <a:r>
              <a:rPr lang="fr-FR" sz="1800" b="1" dirty="0">
                <a:solidFill>
                  <a:srgbClr val="0000FF"/>
                </a:solidFill>
                <a:latin typeface="Courier New" pitchFamily="49" charset="0"/>
                <a:ea typeface="MS PGothic" pitchFamily="34" charset="-128"/>
                <a:cs typeface="Courier New" pitchFamily="49" charset="0"/>
              </a:rPr>
              <a:t>in</a:t>
            </a:r>
            <a:r>
              <a:rPr lang="fr-FR" sz="1800" b="1" dirty="0">
                <a:solidFill>
                  <a:schemeClr val="tx1"/>
                </a:solidFill>
                <a:latin typeface="Courier New" pitchFamily="49" charset="0"/>
                <a:ea typeface="MS PGothic" pitchFamily="34" charset="-128"/>
                <a:cs typeface="Courier New" pitchFamily="49" charset="0"/>
              </a:rPr>
              <a:t> </a:t>
            </a:r>
            <a:r>
              <a:rPr lang="fr-FR" sz="1800" b="1" dirty="0" err="1">
                <a:solidFill>
                  <a:schemeClr val="tx1"/>
                </a:solidFill>
                <a:latin typeface="Courier New" pitchFamily="49" charset="0"/>
                <a:ea typeface="MS PGothic" pitchFamily="34" charset="-128"/>
                <a:cs typeface="Courier New" pitchFamily="49" charset="0"/>
              </a:rPr>
              <a:t>rs.values</a:t>
            </a:r>
            <a:r>
              <a:rPr lang="fr-FR" sz="1800" b="1" dirty="0">
                <a:solidFill>
                  <a:schemeClr val="tx1"/>
                </a:solidFill>
                <a:latin typeface="Courier New" pitchFamily="49" charset="0"/>
                <a:ea typeface="MS PGothic" pitchFamily="34" charset="-128"/>
                <a:cs typeface="Courier New" pitchFamily="49" charset="0"/>
              </a:rPr>
              <a:t>():</a:t>
            </a:r>
          </a:p>
          <a:p>
            <a:pPr lvl="1" eaLnBrk="1" hangingPunct="1">
              <a:spcBef>
                <a:spcPts val="400"/>
              </a:spcBef>
              <a:buClr>
                <a:srgbClr val="336666"/>
              </a:buClr>
              <a:buFont typeface="Wingdings" pitchFamily="2" charset="2"/>
              <a:buNone/>
              <a:defRPr/>
            </a:pPr>
            <a:r>
              <a:rPr lang="fr-FR" sz="1800" b="1" dirty="0">
                <a:solidFill>
                  <a:schemeClr val="tx1"/>
                </a:solidFill>
                <a:latin typeface="Courier New" pitchFamily="49" charset="0"/>
                <a:ea typeface="MS PGothic" pitchFamily="34" charset="-128"/>
                <a:cs typeface="Courier New" pitchFamily="49" charset="0"/>
              </a:rPr>
              <a:t>    total += </a:t>
            </a:r>
            <a:r>
              <a:rPr lang="fr-FR" sz="1800" b="1" dirty="0" err="1">
                <a:solidFill>
                  <a:schemeClr val="tx1"/>
                </a:solidFill>
                <a:latin typeface="Courier New" pitchFamily="49" charset="0"/>
                <a:ea typeface="MS PGothic" pitchFamily="34" charset="-128"/>
                <a:cs typeface="Courier New" pitchFamily="49" charset="0"/>
              </a:rPr>
              <a:t>age</a:t>
            </a:r>
            <a:endParaRPr lang="fr-FR" sz="1800" b="1" dirty="0">
              <a:solidFill>
                <a:schemeClr val="tx1"/>
              </a:solidFill>
              <a:latin typeface="Courier New" pitchFamily="49" charset="0"/>
              <a:ea typeface="MS PGothic" pitchFamily="34" charset="-128"/>
              <a:cs typeface="Courier New" pitchFamily="49" charset="0"/>
            </a:endParaRPr>
          </a:p>
          <a:p>
            <a:pPr lvl="1" eaLnBrk="1" hangingPunct="1">
              <a:spcBef>
                <a:spcPts val="400"/>
              </a:spcBef>
              <a:buClr>
                <a:srgbClr val="336666"/>
              </a:buClr>
              <a:buFont typeface="Wingdings" pitchFamily="2" charset="2"/>
              <a:buNone/>
              <a:defRPr/>
            </a:pPr>
            <a:r>
              <a:rPr lang="fr-FR" sz="1800" b="1" dirty="0" err="1">
                <a:solidFill>
                  <a:srgbClr val="3366FF"/>
                </a:solidFill>
                <a:latin typeface="Courier New" pitchFamily="49" charset="0"/>
                <a:ea typeface="MS PGothic" pitchFamily="34" charset="-128"/>
                <a:cs typeface="Courier New" pitchFamily="49" charset="0"/>
              </a:rPr>
              <a:t>print</a:t>
            </a:r>
            <a:r>
              <a:rPr lang="fr-FR" sz="1800" b="1" dirty="0">
                <a:solidFill>
                  <a:schemeClr val="tx1"/>
                </a:solidFill>
                <a:latin typeface="Courier New" pitchFamily="49" charset="0"/>
                <a:ea typeface="MS PGothic" pitchFamily="34" charset="-128"/>
                <a:cs typeface="Courier New" pitchFamily="49" charset="0"/>
              </a:rPr>
              <a:t>(</a:t>
            </a:r>
            <a:r>
              <a:rPr lang="fr-FR" sz="1800" b="1" dirty="0">
                <a:solidFill>
                  <a:srgbClr val="008000"/>
                </a:solidFill>
                <a:latin typeface="Courier New" pitchFamily="49" charset="0"/>
                <a:ea typeface="MS PGothic" pitchFamily="34" charset="-128"/>
                <a:cs typeface="Courier New" pitchFamily="49" charset="0"/>
              </a:rPr>
              <a:t>"âge cumulé :"</a:t>
            </a:r>
            <a:r>
              <a:rPr lang="fr-FR" sz="1800" b="1" dirty="0">
                <a:solidFill>
                  <a:schemeClr val="tx1"/>
                </a:solidFill>
                <a:latin typeface="Courier New" pitchFamily="49" charset="0"/>
                <a:ea typeface="MS PGothic" pitchFamily="34" charset="-128"/>
                <a:cs typeface="Courier New" pitchFamily="49" charset="0"/>
              </a:rPr>
              <a:t>,</a:t>
            </a:r>
            <a:r>
              <a:rPr lang="fr-FR" sz="1800" b="1" dirty="0" err="1">
                <a:solidFill>
                  <a:schemeClr val="tx1"/>
                </a:solidFill>
                <a:latin typeface="Courier New" pitchFamily="49" charset="0"/>
                <a:ea typeface="MS PGothic" pitchFamily="34" charset="-128"/>
                <a:cs typeface="Courier New" pitchFamily="49" charset="0"/>
              </a:rPr>
              <a:t>total,</a:t>
            </a:r>
            <a:r>
              <a:rPr lang="fr-FR" sz="1800" b="1" dirty="0" err="1">
                <a:solidFill>
                  <a:srgbClr val="008000"/>
                </a:solidFill>
                <a:latin typeface="Courier New" pitchFamily="49" charset="0"/>
                <a:ea typeface="MS PGothic" pitchFamily="34" charset="-128"/>
                <a:cs typeface="Courier New" pitchFamily="49" charset="0"/>
              </a:rPr>
              <a:t>'ans</a:t>
            </a:r>
            <a:r>
              <a:rPr lang="fr-FR" sz="1800" b="1" dirty="0">
                <a:solidFill>
                  <a:srgbClr val="008000"/>
                </a:solidFill>
                <a:latin typeface="Courier New" pitchFamily="49" charset="0"/>
                <a:ea typeface="MS PGothic" pitchFamily="34" charset="-128"/>
                <a:cs typeface="Courier New" pitchFamily="49" charset="0"/>
              </a:rPr>
              <a:t>'</a:t>
            </a:r>
            <a:r>
              <a:rPr lang="fr-FR" sz="1800" b="1" dirty="0">
                <a:solidFill>
                  <a:schemeClr val="tx1"/>
                </a:solidFill>
                <a:latin typeface="Courier New" pitchFamily="49" charset="0"/>
                <a:ea typeface="MS PGothic" pitchFamily="34" charset="-128"/>
                <a:cs typeface="Courier New" pitchFamily="49" charset="0"/>
              </a:rPr>
              <a:t>)</a:t>
            </a:r>
          </a:p>
        </p:txBody>
      </p:sp>
      <p:cxnSp>
        <p:nvCxnSpPr>
          <p:cNvPr id="10" name="Connecteur droit avec flèche 9"/>
          <p:cNvCxnSpPr>
            <a:cxnSpLocks noChangeShapeType="1"/>
          </p:cNvCxnSpPr>
          <p:nvPr/>
        </p:nvCxnSpPr>
        <p:spPr bwMode="auto">
          <a:xfrm>
            <a:off x="5643563" y="3675063"/>
            <a:ext cx="1228725" cy="1587"/>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pic>
        <p:nvPicPr>
          <p:cNvPr id="11" name="Image 2" descr="Image 2.png"/>
          <p:cNvPicPr>
            <a:picLocks noChangeAspect="1"/>
          </p:cNvPicPr>
          <p:nvPr/>
        </p:nvPicPr>
        <p:blipFill>
          <a:blip r:embed="rId4"/>
          <a:srcRect/>
          <a:stretch>
            <a:fillRect/>
          </a:stretch>
        </p:blipFill>
        <p:spPr bwMode="auto">
          <a:xfrm>
            <a:off x="7000875" y="3532188"/>
            <a:ext cx="1781175" cy="254000"/>
          </a:xfrm>
          <a:prstGeom prst="rect">
            <a:avLst/>
          </a:prstGeom>
          <a:noFill/>
          <a:ln w="9525">
            <a:solidFill>
              <a:schemeClr val="tx1"/>
            </a:solidFill>
            <a:miter lim="800000"/>
            <a:headEnd/>
            <a:tailEnd/>
          </a:ln>
        </p:spPr>
      </p:pic>
      <p:sp>
        <p:nvSpPr>
          <p:cNvPr id="14" name="Content Placeholder 2"/>
          <p:cNvSpPr txBox="1">
            <a:spLocks/>
          </p:cNvSpPr>
          <p:nvPr/>
        </p:nvSpPr>
        <p:spPr>
          <a:xfrm>
            <a:off x="457200" y="4211638"/>
            <a:ext cx="8435975" cy="503237"/>
          </a:xfrm>
          <a:prstGeom prst="rect">
            <a:avLst/>
          </a:prstGeom>
        </p:spPr>
        <p:txBody>
          <a:bodyPr/>
          <a:lstStyle/>
          <a:p>
            <a:pPr>
              <a:spcBef>
                <a:spcPct val="20000"/>
              </a:spcBef>
              <a:spcAft>
                <a:spcPct val="30000"/>
              </a:spcAft>
              <a:buClr>
                <a:schemeClr val="hlink"/>
              </a:buClr>
              <a:buFont typeface="Arial" pitchFamily="34" charset="0"/>
              <a:buNone/>
              <a:defRPr/>
            </a:pPr>
            <a:r>
              <a:rPr lang="en-US" b="1" kern="0" dirty="0" err="1">
                <a:solidFill>
                  <a:srgbClr val="FF0000"/>
                </a:solidFill>
                <a:latin typeface="+mn-lt"/>
                <a:cs typeface="+mn-cs"/>
              </a:rPr>
              <a:t>Exemple</a:t>
            </a:r>
            <a:r>
              <a:rPr lang="en-US" b="1" kern="0" dirty="0">
                <a:solidFill>
                  <a:srgbClr val="FF0000"/>
                </a:solidFill>
                <a:latin typeface="+mn-lt"/>
                <a:cs typeface="+mn-cs"/>
              </a:rPr>
              <a:t> </a:t>
            </a:r>
            <a:r>
              <a:rPr lang="en-US" kern="0" dirty="0">
                <a:latin typeface="+mn-lt"/>
                <a:cs typeface="+mn-cs"/>
              </a:rPr>
              <a:t>: </a:t>
            </a:r>
            <a:r>
              <a:rPr lang="en-US" kern="0" dirty="0" err="1">
                <a:latin typeface="+mn-lt"/>
                <a:cs typeface="+mn-cs"/>
              </a:rPr>
              <a:t>itération</a:t>
            </a:r>
            <a:r>
              <a:rPr lang="en-US" kern="0" dirty="0">
                <a:latin typeface="+mn-lt"/>
                <a:cs typeface="+mn-cs"/>
              </a:rPr>
              <a:t> </a:t>
            </a:r>
            <a:r>
              <a:rPr lang="en-US" kern="0" dirty="0" err="1">
                <a:latin typeface="+mn-lt"/>
                <a:cs typeface="+mn-cs"/>
              </a:rPr>
              <a:t>sur</a:t>
            </a:r>
            <a:r>
              <a:rPr lang="en-US" kern="0" dirty="0">
                <a:latin typeface="+mn-lt"/>
                <a:cs typeface="+mn-cs"/>
              </a:rPr>
              <a:t> les couples </a:t>
            </a:r>
            <a:r>
              <a:rPr lang="en-US" b="1" kern="0" dirty="0" err="1">
                <a:solidFill>
                  <a:srgbClr val="0000FF"/>
                </a:solidFill>
                <a:latin typeface="+mn-lt"/>
                <a:cs typeface="+mn-cs"/>
              </a:rPr>
              <a:t>clé</a:t>
            </a:r>
            <a:r>
              <a:rPr lang="en-US" b="1" kern="0" dirty="0">
                <a:solidFill>
                  <a:srgbClr val="0000FF"/>
                </a:solidFill>
                <a:latin typeface="+mn-lt"/>
                <a:cs typeface="+mn-cs"/>
              </a:rPr>
              <a:t> : </a:t>
            </a:r>
            <a:r>
              <a:rPr lang="en-US" b="1" kern="0" dirty="0" err="1">
                <a:solidFill>
                  <a:srgbClr val="0000FF"/>
                </a:solidFill>
                <a:latin typeface="+mn-lt"/>
                <a:cs typeface="+mn-cs"/>
              </a:rPr>
              <a:t>valeur</a:t>
            </a:r>
            <a:endParaRPr lang="en-US" b="1" kern="0" dirty="0">
              <a:solidFill>
                <a:srgbClr val="0000FF"/>
              </a:solidFill>
              <a:latin typeface="+mn-lt"/>
              <a:cs typeface="+mn-cs"/>
            </a:endParaRPr>
          </a:p>
        </p:txBody>
      </p:sp>
      <p:sp>
        <p:nvSpPr>
          <p:cNvPr id="15" name="Rectangle à coins arrondis 14"/>
          <p:cNvSpPr/>
          <p:nvPr/>
        </p:nvSpPr>
        <p:spPr>
          <a:xfrm>
            <a:off x="714375" y="4678363"/>
            <a:ext cx="7643813" cy="11795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400"/>
              </a:spcBef>
              <a:buClr>
                <a:srgbClr val="336666"/>
              </a:buClr>
              <a:buFont typeface="Wingdings" pitchFamily="2" charset="2"/>
              <a:buNone/>
              <a:defRPr/>
            </a:pPr>
            <a:r>
              <a:rPr lang="fr-FR" sz="1800" b="1" dirty="0">
                <a:solidFill>
                  <a:schemeClr val="tx1"/>
                </a:solidFill>
                <a:latin typeface="Courier New"/>
                <a:cs typeface="Courier New"/>
              </a:rPr>
              <a:t>rs = {</a:t>
            </a:r>
            <a:r>
              <a:rPr lang="fr-FR" sz="1800" b="1" dirty="0">
                <a:solidFill>
                  <a:srgbClr val="008000"/>
                </a:solidFill>
                <a:latin typeface="Courier New"/>
                <a:cs typeface="Courier New"/>
              </a:rPr>
              <a:t>'mick'</a:t>
            </a:r>
            <a:r>
              <a:rPr lang="fr-FR" sz="1800" b="1" dirty="0">
                <a:solidFill>
                  <a:schemeClr val="tx1"/>
                </a:solidFill>
                <a:latin typeface="Courier New"/>
                <a:cs typeface="Courier New"/>
              </a:rPr>
              <a:t>:</a:t>
            </a:r>
            <a:r>
              <a:rPr lang="fr-FR" sz="1800" b="1" dirty="0">
                <a:solidFill>
                  <a:srgbClr val="3366FF"/>
                </a:solidFill>
                <a:latin typeface="Courier New"/>
                <a:cs typeface="Courier New"/>
              </a:rPr>
              <a:t>71</a:t>
            </a:r>
            <a:r>
              <a:rPr lang="fr-FR" sz="1800" b="1" dirty="0">
                <a:solidFill>
                  <a:schemeClr val="tx1"/>
                </a:solidFill>
                <a:latin typeface="Courier New"/>
                <a:cs typeface="Courier New"/>
              </a:rPr>
              <a:t>,</a:t>
            </a:r>
            <a:r>
              <a:rPr lang="fr-FR" sz="1800" b="1" dirty="0">
                <a:solidFill>
                  <a:srgbClr val="008000"/>
                </a:solidFill>
                <a:latin typeface="Courier New"/>
                <a:cs typeface="Courier New"/>
              </a:rPr>
              <a:t>'Keith'</a:t>
            </a:r>
            <a:r>
              <a:rPr lang="fr-FR" sz="1800" b="1" dirty="0">
                <a:solidFill>
                  <a:schemeClr val="tx1"/>
                </a:solidFill>
                <a:latin typeface="Courier New"/>
                <a:cs typeface="Courier New"/>
              </a:rPr>
              <a:t>:</a:t>
            </a:r>
            <a:r>
              <a:rPr lang="fr-FR" sz="1800" b="1" dirty="0">
                <a:solidFill>
                  <a:srgbClr val="3366FF"/>
                </a:solidFill>
                <a:latin typeface="Courier New"/>
                <a:cs typeface="Courier New"/>
              </a:rPr>
              <a:t>71</a:t>
            </a:r>
            <a:r>
              <a:rPr lang="fr-FR" sz="1800" b="1" dirty="0">
                <a:solidFill>
                  <a:schemeClr val="tx1"/>
                </a:solidFill>
                <a:latin typeface="Courier New"/>
                <a:cs typeface="Courier New"/>
              </a:rPr>
              <a:t>,</a:t>
            </a:r>
            <a:r>
              <a:rPr lang="fr-FR" sz="1800" b="1" dirty="0">
                <a:solidFill>
                  <a:srgbClr val="008000"/>
                </a:solidFill>
                <a:latin typeface="Courier New"/>
                <a:cs typeface="Courier New"/>
              </a:rPr>
              <a:t>'Charlie'</a:t>
            </a:r>
            <a:r>
              <a:rPr lang="fr-FR" sz="1800" b="1" dirty="0">
                <a:solidFill>
                  <a:schemeClr val="tx1"/>
                </a:solidFill>
                <a:latin typeface="Courier New"/>
                <a:cs typeface="Courier New"/>
              </a:rPr>
              <a:t>:</a:t>
            </a:r>
            <a:r>
              <a:rPr lang="fr-FR" sz="1800" b="1" dirty="0">
                <a:solidFill>
                  <a:srgbClr val="3366FF"/>
                </a:solidFill>
                <a:latin typeface="Courier New"/>
                <a:cs typeface="Courier New"/>
              </a:rPr>
              <a:t>73</a:t>
            </a:r>
            <a:r>
              <a:rPr lang="fr-FR" sz="1800" b="1" dirty="0">
                <a:solidFill>
                  <a:schemeClr val="tx1"/>
                </a:solidFill>
                <a:latin typeface="Courier New"/>
                <a:cs typeface="Courier New"/>
              </a:rPr>
              <a:t>,</a:t>
            </a:r>
            <a:r>
              <a:rPr lang="fr-FR" sz="1800" b="1" dirty="0">
                <a:solidFill>
                  <a:srgbClr val="008000"/>
                </a:solidFill>
                <a:latin typeface="Courier New"/>
                <a:cs typeface="Courier New"/>
              </a:rPr>
              <a:t>'Ron'</a:t>
            </a:r>
            <a:r>
              <a:rPr lang="fr-FR" sz="1800" b="1" dirty="0">
                <a:solidFill>
                  <a:schemeClr val="tx1"/>
                </a:solidFill>
                <a:latin typeface="Courier New"/>
                <a:cs typeface="Courier New"/>
              </a:rPr>
              <a:t>:</a:t>
            </a:r>
            <a:r>
              <a:rPr lang="fr-FR" sz="1800" b="1" dirty="0">
                <a:solidFill>
                  <a:srgbClr val="3366FF"/>
                </a:solidFill>
                <a:latin typeface="Courier New"/>
                <a:cs typeface="Courier New"/>
              </a:rPr>
              <a:t>67</a:t>
            </a:r>
            <a:r>
              <a:rPr lang="fr-FR" sz="1800" b="1" dirty="0">
                <a:solidFill>
                  <a:schemeClr val="tx1"/>
                </a:solidFill>
                <a:latin typeface="Courier New"/>
                <a:cs typeface="Courier New"/>
              </a:rPr>
              <a:t>}</a:t>
            </a:r>
          </a:p>
          <a:p>
            <a:pPr lvl="1" eaLnBrk="1" hangingPunct="1">
              <a:spcBef>
                <a:spcPts val="400"/>
              </a:spcBef>
              <a:buClr>
                <a:srgbClr val="336666"/>
              </a:buClr>
              <a:buFont typeface="Wingdings" pitchFamily="2" charset="2"/>
              <a:buNone/>
              <a:defRPr/>
            </a:pPr>
            <a:r>
              <a:rPr lang="fr-FR" sz="1800" b="1" dirty="0">
                <a:solidFill>
                  <a:srgbClr val="0000FF"/>
                </a:solidFill>
                <a:latin typeface="Courier New"/>
                <a:cs typeface="Courier New"/>
              </a:rPr>
              <a:t>for</a:t>
            </a:r>
            <a:r>
              <a:rPr lang="fr-FR" sz="1800" b="1" dirty="0">
                <a:solidFill>
                  <a:schemeClr val="tx1"/>
                </a:solidFill>
                <a:latin typeface="Courier New"/>
                <a:cs typeface="Courier New"/>
              </a:rPr>
              <a:t> nom,age </a:t>
            </a:r>
            <a:r>
              <a:rPr lang="fr-FR" sz="1800" b="1" dirty="0">
                <a:solidFill>
                  <a:srgbClr val="0000FF"/>
                </a:solidFill>
                <a:latin typeface="Courier New"/>
                <a:cs typeface="Courier New"/>
              </a:rPr>
              <a:t>in</a:t>
            </a:r>
            <a:r>
              <a:rPr lang="fr-FR" sz="1800" b="1" dirty="0">
                <a:solidFill>
                  <a:schemeClr val="tx1"/>
                </a:solidFill>
                <a:latin typeface="Courier New"/>
                <a:cs typeface="Courier New"/>
              </a:rPr>
              <a:t> rs.items():</a:t>
            </a:r>
          </a:p>
          <a:p>
            <a:pPr lvl="1" eaLnBrk="1" hangingPunct="1">
              <a:spcBef>
                <a:spcPts val="400"/>
              </a:spcBef>
              <a:buClr>
                <a:srgbClr val="336666"/>
              </a:buClr>
              <a:buFont typeface="Wingdings" pitchFamily="2" charset="2"/>
              <a:buNone/>
              <a:defRPr/>
            </a:pPr>
            <a:r>
              <a:rPr lang="fr-FR" sz="1800" b="1" dirty="0">
                <a:solidFill>
                  <a:schemeClr val="tx1"/>
                </a:solidFill>
                <a:latin typeface="Courier New"/>
                <a:cs typeface="Courier New"/>
              </a:rPr>
              <a:t>    </a:t>
            </a:r>
            <a:r>
              <a:rPr lang="fr-FR" sz="1800" b="1" dirty="0">
                <a:solidFill>
                  <a:srgbClr val="3366FF"/>
                </a:solidFill>
                <a:latin typeface="Courier New"/>
                <a:cs typeface="Courier New"/>
              </a:rPr>
              <a:t>prin</a:t>
            </a:r>
            <a:r>
              <a:rPr lang="fr-FR" sz="1800" b="1" dirty="0">
                <a:solidFill>
                  <a:schemeClr val="tx1"/>
                </a:solidFill>
                <a:latin typeface="Courier New"/>
                <a:cs typeface="Courier New"/>
              </a:rPr>
              <a:t>t(nom,</a:t>
            </a:r>
            <a:r>
              <a:rPr lang="fr-FR" sz="1800" b="1" dirty="0">
                <a:solidFill>
                  <a:srgbClr val="008000"/>
                </a:solidFill>
                <a:latin typeface="Courier New"/>
                <a:cs typeface="Courier New"/>
              </a:rPr>
              <a:t>':'</a:t>
            </a:r>
            <a:r>
              <a:rPr lang="fr-FR" sz="1800" b="1" dirty="0">
                <a:solidFill>
                  <a:schemeClr val="tx1"/>
                </a:solidFill>
                <a:latin typeface="Courier New"/>
                <a:cs typeface="Courier New"/>
              </a:rPr>
              <a:t>,age,</a:t>
            </a:r>
            <a:r>
              <a:rPr lang="fr-FR" sz="1800" b="1" dirty="0">
                <a:solidFill>
                  <a:srgbClr val="008000"/>
                </a:solidFill>
                <a:latin typeface="Courier New"/>
                <a:cs typeface="Courier New"/>
              </a:rPr>
              <a:t>'ans'</a:t>
            </a:r>
            <a:r>
              <a:rPr lang="fr-FR" sz="1800" b="1" dirty="0">
                <a:solidFill>
                  <a:schemeClr val="tx1"/>
                </a:solidFill>
                <a:latin typeface="Courier New"/>
                <a:cs typeface="Courier New"/>
              </a:rPr>
              <a:t>)</a:t>
            </a:r>
          </a:p>
        </p:txBody>
      </p:sp>
      <p:cxnSp>
        <p:nvCxnSpPr>
          <p:cNvPr id="16" name="Connecteur droit avec flèche 15"/>
          <p:cNvCxnSpPr>
            <a:cxnSpLocks noChangeShapeType="1"/>
          </p:cNvCxnSpPr>
          <p:nvPr/>
        </p:nvCxnSpPr>
        <p:spPr bwMode="auto">
          <a:xfrm>
            <a:off x="5775325" y="6289675"/>
            <a:ext cx="1296988"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pic>
        <p:nvPicPr>
          <p:cNvPr id="17" name="Image 1" descr="Image 6.png"/>
          <p:cNvPicPr>
            <a:picLocks noChangeAspect="1"/>
          </p:cNvPicPr>
          <p:nvPr/>
        </p:nvPicPr>
        <p:blipFill>
          <a:blip r:embed="rId5"/>
          <a:srcRect/>
          <a:stretch>
            <a:fillRect/>
          </a:stretch>
        </p:blipFill>
        <p:spPr bwMode="auto">
          <a:xfrm>
            <a:off x="7250113" y="5929313"/>
            <a:ext cx="1536700" cy="673100"/>
          </a:xfrm>
          <a:prstGeom prst="rect">
            <a:avLst/>
          </a:prstGeom>
          <a:noFill/>
          <a:ln w="9525">
            <a:solidFill>
              <a:srgbClr val="000000"/>
            </a:solidFill>
            <a:miter lim="800000"/>
            <a:headEnd/>
            <a:tailEnd/>
          </a:ln>
        </p:spPr>
      </p:pic>
    </p:spTree>
    <p:custDataLst>
      <p:tags r:id="rId1"/>
    </p:custDataLst>
    <p:extLst>
      <p:ext uri="{BB962C8B-B14F-4D97-AF65-F5344CB8AC3E}">
        <p14:creationId xmlns:p14="http://schemas.microsoft.com/office/powerpoint/2010/main" val="40960067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par>
                                <p:cTn id="8" presetID="5"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checkerboard(across)">
                                      <p:cBhvr>
                                        <p:cTn id="15" dur="500"/>
                                        <p:tgtEl>
                                          <p:spTgt spid="14"/>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heckerboard(across)">
                                      <p:cBhvr>
                                        <p:cTn id="18" dur="500"/>
                                        <p:tgtEl>
                                          <p:spTgt spid="1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heckerboard(across)">
                                      <p:cBhvr>
                                        <p:cTn id="23" dur="500"/>
                                        <p:tgtEl>
                                          <p:spTgt spid="17"/>
                                        </p:tgtEl>
                                      </p:cBhvr>
                                    </p:animEffect>
                                  </p:childTnLst>
                                </p:cTn>
                              </p:par>
                              <p:par>
                                <p:cTn id="24" presetID="5" presetClass="entr" presetSubtype="1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checkerboard(across)">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715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715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1" name="Rectangle 10"/>
          <p:cNvSpPr/>
          <p:nvPr/>
        </p:nvSpPr>
        <p:spPr>
          <a:xfrm>
            <a:off x="500063" y="1028700"/>
            <a:ext cx="6786562" cy="400050"/>
          </a:xfrm>
          <a:prstGeom prst="rect">
            <a:avLst/>
          </a:prstGeom>
        </p:spPr>
        <p:txBody>
          <a:bodyPr>
            <a:spAutoFit/>
          </a:bodyPr>
          <a:lstStyle/>
          <a:p>
            <a:pPr eaLnBrk="1" hangingPunct="1">
              <a:spcBef>
                <a:spcPct val="50000"/>
              </a:spcBef>
              <a:buClr>
                <a:srgbClr val="336666"/>
              </a:buClr>
              <a:buFont typeface="Wingdings" pitchFamily="2" charset="2"/>
              <a:buNone/>
              <a:defRPr/>
            </a:pPr>
            <a:r>
              <a:rPr lang="fr-FR" dirty="0">
                <a:solidFill>
                  <a:srgbClr val="FF0000"/>
                </a:solidFill>
                <a:latin typeface="+mj-lt"/>
              </a:rPr>
              <a:t> Les </a:t>
            </a:r>
            <a:r>
              <a:rPr lang="x-none">
                <a:solidFill>
                  <a:srgbClr val="FF0000"/>
                </a:solidFill>
                <a:latin typeface="+mj-lt"/>
              </a:rPr>
              <a:t>méthodes  </a:t>
            </a:r>
            <a:r>
              <a:rPr lang="x-none" b="1">
                <a:solidFill>
                  <a:srgbClr val="FF0000"/>
                </a:solidFill>
                <a:latin typeface="+mj-lt"/>
              </a:rPr>
              <a:t>keys() </a:t>
            </a:r>
            <a:r>
              <a:rPr lang="fr-FR" dirty="0">
                <a:solidFill>
                  <a:srgbClr val="FF0000"/>
                </a:solidFill>
                <a:latin typeface="+mj-lt"/>
              </a:rPr>
              <a:t>, </a:t>
            </a:r>
            <a:r>
              <a:rPr lang="x-none" b="1">
                <a:solidFill>
                  <a:srgbClr val="FF0000"/>
                </a:solidFill>
                <a:latin typeface="+mj-lt"/>
              </a:rPr>
              <a:t>values()</a:t>
            </a:r>
            <a:r>
              <a:rPr lang="fr-FR" b="1" dirty="0">
                <a:solidFill>
                  <a:srgbClr val="FF0000"/>
                </a:solidFill>
                <a:latin typeface="+mj-lt"/>
              </a:rPr>
              <a:t> </a:t>
            </a:r>
            <a:r>
              <a:rPr lang="fr-FR" dirty="0">
                <a:solidFill>
                  <a:srgbClr val="FF0000"/>
                </a:solidFill>
                <a:latin typeface="+mj-lt"/>
              </a:rPr>
              <a:t>et </a:t>
            </a:r>
            <a:r>
              <a:rPr lang="fr-FR" b="1" dirty="0">
                <a:solidFill>
                  <a:srgbClr val="FF0000"/>
                </a:solidFill>
                <a:latin typeface="+mj-lt"/>
              </a:rPr>
              <a:t>items()</a:t>
            </a:r>
          </a:p>
        </p:txBody>
      </p:sp>
      <p:sp>
        <p:nvSpPr>
          <p:cNvPr id="12" name="Rectangle 11"/>
          <p:cNvSpPr/>
          <p:nvPr/>
        </p:nvSpPr>
        <p:spPr>
          <a:xfrm>
            <a:off x="785813" y="1506538"/>
            <a:ext cx="8001000" cy="708025"/>
          </a:xfrm>
          <a:prstGeom prst="rect">
            <a:avLst/>
          </a:prstGeom>
        </p:spPr>
        <p:txBody>
          <a:bodyPr>
            <a:spAutoFit/>
          </a:bodyPr>
          <a:lstStyle/>
          <a:p>
            <a:pPr eaLnBrk="1" hangingPunct="1">
              <a:spcBef>
                <a:spcPct val="50000"/>
              </a:spcBef>
              <a:buClr>
                <a:srgbClr val="336666"/>
              </a:buClr>
              <a:buFont typeface="Arial" pitchFamily="34" charset="0"/>
              <a:buChar char="•"/>
              <a:defRPr/>
            </a:pPr>
            <a:r>
              <a:rPr lang="fr-FR" dirty="0">
                <a:latin typeface="+mn-lt"/>
              </a:rPr>
              <a:t> Les méthodes </a:t>
            </a:r>
            <a:r>
              <a:rPr lang="fr-FR" b="1" dirty="0" err="1">
                <a:solidFill>
                  <a:srgbClr val="0000FF"/>
                </a:solidFill>
                <a:latin typeface="+mn-lt"/>
              </a:rPr>
              <a:t>keys</a:t>
            </a:r>
            <a:r>
              <a:rPr lang="fr-FR" b="1" dirty="0">
                <a:solidFill>
                  <a:srgbClr val="0000FF"/>
                </a:solidFill>
                <a:latin typeface="+mn-lt"/>
              </a:rPr>
              <a:t>() </a:t>
            </a:r>
            <a:r>
              <a:rPr lang="fr-FR" dirty="0">
                <a:latin typeface="+mn-lt"/>
              </a:rPr>
              <a:t>et </a:t>
            </a:r>
            <a:r>
              <a:rPr lang="fr-FR" b="1" dirty="0">
                <a:solidFill>
                  <a:srgbClr val="0000FF"/>
                </a:solidFill>
                <a:latin typeface="+mn-lt"/>
              </a:rPr>
              <a:t>values() </a:t>
            </a:r>
            <a:r>
              <a:rPr lang="fr-FR" dirty="0">
                <a:latin typeface="+mn-lt"/>
              </a:rPr>
              <a:t>renvoient respectivement la liste  des clés et la liste des valeurs d’un dictionnaire</a:t>
            </a:r>
          </a:p>
        </p:txBody>
      </p:sp>
      <p:sp>
        <p:nvSpPr>
          <p:cNvPr id="13" name="Rectangle 12"/>
          <p:cNvSpPr/>
          <p:nvPr/>
        </p:nvSpPr>
        <p:spPr>
          <a:xfrm>
            <a:off x="785813" y="3578225"/>
            <a:ext cx="7929562" cy="708025"/>
          </a:xfrm>
          <a:prstGeom prst="rect">
            <a:avLst/>
          </a:prstGeom>
        </p:spPr>
        <p:txBody>
          <a:bodyPr>
            <a:spAutoFit/>
          </a:bodyPr>
          <a:lstStyle/>
          <a:p>
            <a:pPr eaLnBrk="1" hangingPunct="1">
              <a:spcBef>
                <a:spcPct val="50000"/>
              </a:spcBef>
              <a:buClr>
                <a:srgbClr val="336666"/>
              </a:buClr>
              <a:buFont typeface="Arial" pitchFamily="34" charset="0"/>
              <a:buChar char="•"/>
              <a:defRPr/>
            </a:pPr>
            <a:r>
              <a:rPr lang="fr-FR" dirty="0">
                <a:latin typeface="+mn-lt"/>
              </a:rPr>
              <a:t> On peut aussi initialiser les éléments d’un dictionnaire en une seule opération :</a:t>
            </a:r>
          </a:p>
        </p:txBody>
      </p:sp>
      <p:sp>
        <p:nvSpPr>
          <p:cNvPr id="14" name="Rectangle 13"/>
          <p:cNvSpPr/>
          <p:nvPr/>
        </p:nvSpPr>
        <p:spPr>
          <a:xfrm>
            <a:off x="714375" y="5000625"/>
            <a:ext cx="8001000" cy="708025"/>
          </a:xfrm>
          <a:prstGeom prst="rect">
            <a:avLst/>
          </a:prstGeom>
        </p:spPr>
        <p:txBody>
          <a:bodyPr>
            <a:spAutoFit/>
          </a:bodyPr>
          <a:lstStyle/>
          <a:p>
            <a:pPr eaLnBrk="1" hangingPunct="1">
              <a:spcBef>
                <a:spcPct val="50000"/>
              </a:spcBef>
              <a:buClr>
                <a:srgbClr val="336666"/>
              </a:buClr>
              <a:buFont typeface="Arial" pitchFamily="34" charset="0"/>
              <a:buChar char="•"/>
              <a:defRPr/>
            </a:pPr>
            <a:r>
              <a:rPr lang="fr-FR" dirty="0">
                <a:latin typeface="+mn-lt"/>
              </a:rPr>
              <a:t> La méthode </a:t>
            </a:r>
            <a:r>
              <a:rPr lang="fr-FR" b="1" dirty="0">
                <a:solidFill>
                  <a:srgbClr val="0000FF"/>
                </a:solidFill>
                <a:latin typeface="+mn-lt"/>
              </a:rPr>
              <a:t>items() </a:t>
            </a:r>
            <a:r>
              <a:rPr lang="fr-FR" dirty="0">
                <a:latin typeface="+mn-lt"/>
              </a:rPr>
              <a:t>renvoie la liste des </a:t>
            </a:r>
            <a:r>
              <a:rPr lang="fr-FR" dirty="0" err="1">
                <a:latin typeface="+mn-lt"/>
              </a:rPr>
              <a:t>tuples</a:t>
            </a:r>
            <a:r>
              <a:rPr lang="fr-FR" dirty="0">
                <a:latin typeface="+mn-lt"/>
              </a:rPr>
              <a:t> (</a:t>
            </a:r>
            <a:r>
              <a:rPr lang="fr-FR" b="1" dirty="0" err="1">
                <a:latin typeface="+mn-lt"/>
              </a:rPr>
              <a:t>clé,valeur</a:t>
            </a:r>
            <a:r>
              <a:rPr lang="fr-FR" b="1" dirty="0">
                <a:latin typeface="+mn-lt"/>
              </a:rPr>
              <a:t>) </a:t>
            </a:r>
            <a:r>
              <a:rPr lang="fr-FR" dirty="0">
                <a:latin typeface="+mn-lt"/>
              </a:rPr>
              <a:t>d’un  dictionnaire</a:t>
            </a:r>
          </a:p>
        </p:txBody>
      </p:sp>
      <p:sp>
        <p:nvSpPr>
          <p:cNvPr id="16" name="Rectangle à coins arrondis 15"/>
          <p:cNvSpPr/>
          <p:nvPr/>
        </p:nvSpPr>
        <p:spPr>
          <a:xfrm>
            <a:off x="1143000" y="2214563"/>
            <a:ext cx="7000875" cy="1214437"/>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anchor="ctr"/>
          <a:lstStyle/>
          <a:p>
            <a:pPr indent="215900">
              <a:spcBef>
                <a:spcPct val="50000"/>
              </a:spcBef>
              <a:buClr>
                <a:srgbClr val="336666"/>
              </a:buClr>
              <a:buFont typeface="Wingdings" pitchFamily="2" charset="2"/>
              <a:buNone/>
              <a:defRPr/>
            </a:pPr>
            <a:r>
              <a:rPr lang="fr-FR" sz="1800" b="1" dirty="0">
                <a:solidFill>
                  <a:srgbClr val="92D050"/>
                </a:solidFill>
                <a:latin typeface="Courier New" pitchFamily="49" charset="0"/>
                <a:ea typeface="MS Mincho" pitchFamily="49" charset="-128"/>
              </a:rPr>
              <a:t>&gt;&gt;&gt;</a:t>
            </a:r>
            <a:r>
              <a:rPr lang="fr-FR" sz="1800" b="1" dirty="0">
                <a:latin typeface="Courier New" pitchFamily="49" charset="0"/>
                <a:ea typeface="MS Mincho" pitchFamily="49" charset="-128"/>
              </a:rPr>
              <a:t> </a:t>
            </a:r>
            <a:r>
              <a:rPr lang="fr-FR" sz="1800" b="1" dirty="0" err="1">
                <a:latin typeface="Courier New" pitchFamily="49" charset="0"/>
                <a:ea typeface="MS Mincho" pitchFamily="49" charset="-128"/>
              </a:rPr>
              <a:t>print</a:t>
            </a:r>
            <a:r>
              <a:rPr lang="fr-FR" sz="1800" b="1" dirty="0">
                <a:latin typeface="Courier New" pitchFamily="49" charset="0"/>
                <a:ea typeface="MS Mincho" pitchFamily="49" charset="-128"/>
              </a:rPr>
              <a:t>(</a:t>
            </a:r>
            <a:r>
              <a:rPr lang="fr-FR" sz="1800" b="1" dirty="0" err="1">
                <a:latin typeface="Courier New" pitchFamily="49" charset="0"/>
                <a:ea typeface="MS Mincho" pitchFamily="49" charset="-128"/>
              </a:rPr>
              <a:t>a.keys</a:t>
            </a:r>
            <a:r>
              <a:rPr lang="fr-FR" sz="1800" b="1" dirty="0">
                <a:latin typeface="Courier New" pitchFamily="49" charset="0"/>
                <a:ea typeface="MS Mincho" pitchFamily="49" charset="-128"/>
              </a:rPr>
              <a:t>())</a:t>
            </a:r>
            <a:endParaRPr lang="fr-FR" sz="1800" b="1" dirty="0"/>
          </a:p>
          <a:p>
            <a:pPr indent="215900">
              <a:defRPr/>
            </a:pPr>
            <a:r>
              <a:rPr lang="fr-FR" sz="1800" b="1" dirty="0" err="1">
                <a:latin typeface="Courier New" pitchFamily="49" charset="0"/>
                <a:ea typeface="MS Mincho" pitchFamily="49" charset="-128"/>
              </a:rPr>
              <a:t>dict_keys</a:t>
            </a:r>
            <a:r>
              <a:rPr lang="fr-FR" sz="1800" b="1" dirty="0">
                <a:latin typeface="Courier New" pitchFamily="49" charset="0"/>
                <a:ea typeface="MS Mincho" pitchFamily="49" charset="-128"/>
              </a:rPr>
              <a:t>(['nom', 'poids', 'taille'])</a:t>
            </a:r>
            <a:endParaRPr lang="fr-FR" sz="1800" b="1" dirty="0"/>
          </a:p>
          <a:p>
            <a:pPr indent="215900">
              <a:defRPr/>
            </a:pPr>
            <a:r>
              <a:rPr lang="fr-FR" sz="1800" b="1" dirty="0">
                <a:solidFill>
                  <a:srgbClr val="92D050"/>
                </a:solidFill>
                <a:latin typeface="Courier New" pitchFamily="49" charset="0"/>
                <a:ea typeface="MS Mincho" pitchFamily="49" charset="-128"/>
              </a:rPr>
              <a:t>&gt;&gt;&gt; </a:t>
            </a:r>
            <a:r>
              <a:rPr lang="fr-FR" sz="1800" b="1" dirty="0" err="1">
                <a:latin typeface="Courier New" pitchFamily="49" charset="0"/>
                <a:ea typeface="MS Mincho" pitchFamily="49" charset="-128"/>
              </a:rPr>
              <a:t>print</a:t>
            </a:r>
            <a:r>
              <a:rPr lang="fr-FR" sz="1800" b="1" dirty="0">
                <a:latin typeface="Courier New" pitchFamily="49" charset="0"/>
                <a:ea typeface="MS Mincho" pitchFamily="49" charset="-128"/>
              </a:rPr>
              <a:t>(</a:t>
            </a:r>
            <a:r>
              <a:rPr lang="fr-FR" sz="1800" b="1" dirty="0" err="1">
                <a:latin typeface="Courier New" pitchFamily="49" charset="0"/>
                <a:ea typeface="MS Mincho" pitchFamily="49" charset="-128"/>
              </a:rPr>
              <a:t>a.values</a:t>
            </a:r>
            <a:r>
              <a:rPr lang="fr-FR" sz="1800" b="1" dirty="0">
                <a:latin typeface="Courier New" pitchFamily="49" charset="0"/>
                <a:ea typeface="MS Mincho" pitchFamily="49" charset="-128"/>
              </a:rPr>
              <a:t>())</a:t>
            </a:r>
            <a:endParaRPr lang="fr-FR" sz="1800" b="1" dirty="0"/>
          </a:p>
          <a:p>
            <a:pPr indent="215900">
              <a:defRPr/>
            </a:pPr>
            <a:r>
              <a:rPr lang="fr-FR" sz="1800" b="1" dirty="0" err="1">
                <a:latin typeface="Courier New" pitchFamily="49" charset="0"/>
                <a:ea typeface="MS Mincho" pitchFamily="49" charset="-128"/>
              </a:rPr>
              <a:t>dict_values</a:t>
            </a:r>
            <a:r>
              <a:rPr lang="fr-FR" sz="1800" b="1" dirty="0">
                <a:latin typeface="Courier New" pitchFamily="49" charset="0"/>
                <a:ea typeface="MS Mincho" pitchFamily="49" charset="-128"/>
              </a:rPr>
              <a:t>(['girafe', 1100, 5.0])</a:t>
            </a:r>
            <a:endParaRPr lang="fr-FR" sz="1800" b="1" dirty="0"/>
          </a:p>
        </p:txBody>
      </p:sp>
      <p:sp>
        <p:nvSpPr>
          <p:cNvPr id="17" name="Rectangle à coins arrondis 16"/>
          <p:cNvSpPr/>
          <p:nvPr/>
        </p:nvSpPr>
        <p:spPr>
          <a:xfrm>
            <a:off x="1143000" y="4295775"/>
            <a:ext cx="7500938" cy="490538"/>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anchor="ctr"/>
          <a:lstStyle/>
          <a:p>
            <a:pPr indent="215900">
              <a:spcBef>
                <a:spcPct val="50000"/>
              </a:spcBef>
              <a:buClr>
                <a:srgbClr val="336666"/>
              </a:buClr>
              <a:buFont typeface="Wingdings" pitchFamily="2" charset="2"/>
              <a:buNone/>
              <a:defRPr/>
            </a:pPr>
            <a:r>
              <a:rPr lang="en-US" sz="1800" b="1" dirty="0">
                <a:solidFill>
                  <a:srgbClr val="92D050"/>
                </a:solidFill>
                <a:latin typeface="Courier New" pitchFamily="49" charset="0"/>
                <a:ea typeface="MS Mincho" pitchFamily="49" charset="-128"/>
              </a:rPr>
              <a:t>&gt;&gt;&gt; </a:t>
            </a:r>
            <a:r>
              <a:rPr lang="en-US" sz="1800" b="1" dirty="0">
                <a:latin typeface="Courier New" pitchFamily="49" charset="0"/>
                <a:ea typeface="MS Mincho" pitchFamily="49" charset="-128"/>
              </a:rPr>
              <a:t>b = {'</a:t>
            </a:r>
            <a:r>
              <a:rPr lang="en-US" sz="1800" b="1" dirty="0" err="1">
                <a:latin typeface="Courier New" pitchFamily="49" charset="0"/>
                <a:ea typeface="MS Mincho" pitchFamily="49" charset="-128"/>
              </a:rPr>
              <a:t>nom':'singe</a:t>
            </a:r>
            <a:r>
              <a:rPr lang="en-US" sz="1800" b="1" dirty="0">
                <a:latin typeface="Courier New" pitchFamily="49" charset="0"/>
                <a:ea typeface="MS Mincho" pitchFamily="49" charset="-128"/>
              </a:rPr>
              <a:t>', 'poids':70, 'taille':1.75}</a:t>
            </a:r>
            <a:endParaRPr lang="en-US" sz="1800" b="1" dirty="0"/>
          </a:p>
        </p:txBody>
      </p:sp>
      <p:sp>
        <p:nvSpPr>
          <p:cNvPr id="18" name="Rectangle à coins arrondis 17"/>
          <p:cNvSpPr/>
          <p:nvPr/>
        </p:nvSpPr>
        <p:spPr>
          <a:xfrm>
            <a:off x="1143000" y="5724525"/>
            <a:ext cx="7429500" cy="990600"/>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anchor="ctr"/>
          <a:lstStyle/>
          <a:p>
            <a:pPr indent="215900">
              <a:spcBef>
                <a:spcPct val="50000"/>
              </a:spcBef>
              <a:buClr>
                <a:srgbClr val="336666"/>
              </a:buClr>
              <a:buFont typeface="Wingdings" pitchFamily="2" charset="2"/>
              <a:buNone/>
              <a:defRPr/>
            </a:pPr>
            <a:r>
              <a:rPr lang="fr-FR" sz="1800" b="1" dirty="0">
                <a:solidFill>
                  <a:srgbClr val="92D050"/>
                </a:solidFill>
                <a:latin typeface="Courier New" pitchFamily="49" charset="0"/>
                <a:ea typeface="MS Mincho" pitchFamily="49" charset="-128"/>
              </a:rPr>
              <a:t>&gt;&gt;&gt;</a:t>
            </a:r>
            <a:r>
              <a:rPr lang="fr-FR" sz="1800" b="1" dirty="0">
                <a:latin typeface="Courier New" pitchFamily="49" charset="0"/>
                <a:ea typeface="MS Mincho" pitchFamily="49" charset="-128"/>
              </a:rPr>
              <a:t> </a:t>
            </a:r>
            <a:r>
              <a:rPr lang="fr-FR" sz="1800" b="1" dirty="0" err="1">
                <a:latin typeface="Courier New" pitchFamily="49" charset="0"/>
                <a:ea typeface="MS Mincho" pitchFamily="49" charset="-128"/>
              </a:rPr>
              <a:t>print</a:t>
            </a:r>
            <a:r>
              <a:rPr lang="fr-FR" sz="1800" b="1" dirty="0">
                <a:latin typeface="Courier New" pitchFamily="49" charset="0"/>
                <a:ea typeface="MS Mincho" pitchFamily="49" charset="-128"/>
              </a:rPr>
              <a:t>(</a:t>
            </a:r>
            <a:r>
              <a:rPr lang="fr-FR" sz="1800" b="1" dirty="0" err="1">
                <a:latin typeface="Courier New" pitchFamily="49" charset="0"/>
                <a:ea typeface="MS Mincho" pitchFamily="49" charset="-128"/>
              </a:rPr>
              <a:t>b.items</a:t>
            </a:r>
            <a:r>
              <a:rPr lang="fr-FR" sz="1800" b="1" dirty="0">
                <a:latin typeface="Courier New" pitchFamily="49" charset="0"/>
                <a:ea typeface="MS Mincho" pitchFamily="49" charset="-128"/>
              </a:rPr>
              <a:t>())</a:t>
            </a:r>
            <a:endParaRPr lang="fr-FR" sz="1800" b="1" dirty="0"/>
          </a:p>
          <a:p>
            <a:pPr indent="215900">
              <a:defRPr/>
            </a:pPr>
            <a:r>
              <a:rPr lang="en-US" sz="1800" b="1" dirty="0" err="1">
                <a:latin typeface="Courier New" pitchFamily="49" charset="0"/>
                <a:ea typeface="MS Mincho" pitchFamily="49" charset="-128"/>
              </a:rPr>
              <a:t>dict_items</a:t>
            </a:r>
            <a:r>
              <a:rPr lang="en-US" sz="1800" b="1" dirty="0">
                <a:latin typeface="Courier New" pitchFamily="49" charset="0"/>
                <a:ea typeface="MS Mincho" pitchFamily="49" charset="-128"/>
              </a:rPr>
              <a:t>([('nom', 'singe'), ('</a:t>
            </a:r>
            <a:r>
              <a:rPr lang="en-US" sz="1800" b="1" dirty="0" err="1">
                <a:latin typeface="Courier New" pitchFamily="49" charset="0"/>
                <a:ea typeface="MS Mincho" pitchFamily="49" charset="-128"/>
              </a:rPr>
              <a:t>poids</a:t>
            </a:r>
            <a:r>
              <a:rPr lang="en-US" sz="1800" b="1" dirty="0">
                <a:latin typeface="Courier New" pitchFamily="49" charset="0"/>
                <a:ea typeface="MS Mincho" pitchFamily="49" charset="-128"/>
              </a:rPr>
              <a:t>', 70), ('</a:t>
            </a:r>
            <a:r>
              <a:rPr lang="en-US" sz="1800" b="1" dirty="0" err="1">
                <a:latin typeface="Courier New" pitchFamily="49" charset="0"/>
                <a:ea typeface="MS Mincho" pitchFamily="49" charset="-128"/>
              </a:rPr>
              <a:t>taille</a:t>
            </a:r>
            <a:r>
              <a:rPr lang="en-US" sz="1800" b="1" dirty="0">
                <a:latin typeface="Courier New" pitchFamily="49" charset="0"/>
                <a:ea typeface="MS Mincho" pitchFamily="49" charset="-128"/>
              </a:rPr>
              <a:t>', 1.75)])</a:t>
            </a:r>
            <a:endParaRPr lang="en-US" sz="1800" b="1" dirty="0"/>
          </a:p>
        </p:txBody>
      </p:sp>
    </p:spTree>
    <p:custDataLst>
      <p:tags r:id="rId1"/>
    </p:custDataLst>
    <p:extLst>
      <p:ext uri="{BB962C8B-B14F-4D97-AF65-F5344CB8AC3E}">
        <p14:creationId xmlns:p14="http://schemas.microsoft.com/office/powerpoint/2010/main" val="10454845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checkerboard(across)">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checkerboard(across)">
                                      <p:cBhvr>
                                        <p:cTn id="17" dur="500"/>
                                        <p:tgtEl>
                                          <p:spTgt spid="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checkerboard(across)">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checkerboard(across)">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animBg="1"/>
      <p:bldP spid="17" grpId="0" animBg="1"/>
      <p:bldP spid="1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81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81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1" name="Rectangle à coins arrondis 10"/>
          <p:cNvSpPr/>
          <p:nvPr/>
        </p:nvSpPr>
        <p:spPr>
          <a:xfrm>
            <a:off x="857250" y="2428875"/>
            <a:ext cx="8072438" cy="2143125"/>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4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rgbClr val="0000FF"/>
                </a:solidFill>
                <a:latin typeface="Courier New" pitchFamily="49" charset="0"/>
                <a:ea typeface="MS PGothic" pitchFamily="34" charset="-128"/>
                <a:cs typeface="Courier New" pitchFamily="49" charset="0"/>
              </a:rPr>
              <a:t> </a:t>
            </a:r>
            <a:r>
              <a:rPr lang="en-US" b="1" dirty="0" err="1">
                <a:solidFill>
                  <a:schemeClr val="tx1"/>
                </a:solidFill>
                <a:latin typeface="Courier New" pitchFamily="49" charset="0"/>
                <a:ea typeface="MS PGothic" pitchFamily="34" charset="-128"/>
                <a:cs typeface="Courier New" pitchFamily="49" charset="0"/>
              </a:rPr>
              <a:t>rs</a:t>
            </a:r>
            <a:r>
              <a:rPr lang="en-US" b="1" dirty="0">
                <a:solidFill>
                  <a:schemeClr val="tx1"/>
                </a:solidFill>
                <a:latin typeface="Courier New" pitchFamily="49" charset="0"/>
                <a:ea typeface="MS PGothic" pitchFamily="34" charset="-128"/>
                <a:cs typeface="Courier New" pitchFamily="49" charset="0"/>
              </a:rPr>
              <a:t> = {</a:t>
            </a:r>
            <a:r>
              <a:rPr lang="en-US" b="1" dirty="0">
                <a:solidFill>
                  <a:srgbClr val="008000"/>
                </a:solidFill>
                <a:latin typeface="Courier New" pitchFamily="49" charset="0"/>
                <a:ea typeface="MS PGothic" pitchFamily="34" charset="-128"/>
                <a:cs typeface="Courier New" pitchFamily="49" charset="0"/>
              </a:rPr>
              <a:t>'mick'</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3366FF"/>
                </a:solidFill>
                <a:latin typeface="Courier New" pitchFamily="49" charset="0"/>
                <a:ea typeface="MS PGothic" pitchFamily="34" charset="-128"/>
                <a:cs typeface="Courier New" pitchFamily="49" charset="0"/>
              </a:rPr>
              <a:t>71</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008000"/>
                </a:solidFill>
                <a:latin typeface="Courier New" pitchFamily="49" charset="0"/>
                <a:ea typeface="MS PGothic" pitchFamily="34" charset="-128"/>
                <a:cs typeface="Courier New" pitchFamily="49" charset="0"/>
              </a:rPr>
              <a:t>'Keith'</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3366FF"/>
                </a:solidFill>
                <a:latin typeface="Courier New" pitchFamily="49" charset="0"/>
                <a:ea typeface="MS PGothic" pitchFamily="34" charset="-128"/>
                <a:cs typeface="Courier New" pitchFamily="49" charset="0"/>
              </a:rPr>
              <a:t>71</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008000"/>
                </a:solidFill>
                <a:latin typeface="Courier New" pitchFamily="49" charset="0"/>
                <a:ea typeface="MS PGothic" pitchFamily="34" charset="-128"/>
                <a:cs typeface="Courier New" pitchFamily="49" charset="0"/>
              </a:rPr>
              <a:t>'Charlie</a:t>
            </a:r>
            <a:r>
              <a:rPr lang="en-US" altLang="fr-FR" b="1" dirty="0">
                <a:solidFill>
                  <a:srgbClr val="008000"/>
                </a:solidFill>
                <a:latin typeface="Courier New" pitchFamily="49" charset="0"/>
                <a:ea typeface="MS PGothic" pitchFamily="34" charset="-128"/>
                <a:cs typeface="Courier New" pitchFamily="49" charset="0"/>
              </a:rPr>
              <a:t>’</a:t>
            </a:r>
            <a:r>
              <a:rPr lang="en-US" altLang="ja-JP" b="1" dirty="0">
                <a:solidFill>
                  <a:schemeClr val="tx1"/>
                </a:solidFill>
                <a:latin typeface="Courier New" pitchFamily="49" charset="0"/>
                <a:cs typeface="Courier New" pitchFamily="49" charset="0"/>
              </a:rPr>
              <a:t>:</a:t>
            </a:r>
            <a:r>
              <a:rPr lang="en-US" altLang="ja-JP" b="1" dirty="0">
                <a:solidFill>
                  <a:srgbClr val="3366FF"/>
                </a:solidFill>
                <a:latin typeface="Courier New" pitchFamily="49" charset="0"/>
                <a:cs typeface="Courier New" pitchFamily="49" charset="0"/>
              </a:rPr>
              <a:t>73</a:t>
            </a:r>
            <a:r>
              <a:rPr lang="en-US" altLang="ja-JP" b="1" dirty="0">
                <a:solidFill>
                  <a:schemeClr val="tx1"/>
                </a:solidFill>
                <a:latin typeface="Courier New" pitchFamily="49" charset="0"/>
                <a:cs typeface="Courier New" pitchFamily="49" charset="0"/>
              </a:rPr>
              <a:t>,</a:t>
            </a:r>
            <a:r>
              <a:rPr lang="en-US" altLang="ja-JP" b="1" dirty="0">
                <a:solidFill>
                  <a:srgbClr val="008000"/>
                </a:solidFill>
                <a:latin typeface="Courier New" pitchFamily="49" charset="0"/>
                <a:cs typeface="Courier New" pitchFamily="49" charset="0"/>
              </a:rPr>
              <a:t>'Ron'</a:t>
            </a:r>
            <a:r>
              <a:rPr lang="en-US" altLang="ja-JP" b="1" dirty="0">
                <a:solidFill>
                  <a:schemeClr val="tx1"/>
                </a:solidFill>
                <a:latin typeface="Courier New" pitchFamily="49" charset="0"/>
                <a:cs typeface="Courier New" pitchFamily="49" charset="0"/>
              </a:rPr>
              <a:t>:</a:t>
            </a:r>
            <a:r>
              <a:rPr lang="en-US" altLang="ja-JP" b="1" dirty="0">
                <a:solidFill>
                  <a:srgbClr val="3366FF"/>
                </a:solidFill>
                <a:latin typeface="Courier New" pitchFamily="49" charset="0"/>
                <a:cs typeface="Courier New" pitchFamily="49" charset="0"/>
              </a:rPr>
              <a:t>67</a:t>
            </a:r>
            <a:r>
              <a:rPr lang="en-US" altLang="ja-JP" b="1" dirty="0">
                <a:solidFill>
                  <a:schemeClr val="tx1"/>
                </a:solidFill>
                <a:latin typeface="Courier New" pitchFamily="49" charset="0"/>
                <a:cs typeface="Courier New" pitchFamily="49" charset="0"/>
              </a:rPr>
              <a:t>}</a:t>
            </a:r>
          </a:p>
          <a:p>
            <a:pPr lvl="1" eaLnBrk="1" hangingPunct="1">
              <a:spcBef>
                <a:spcPts val="4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c = </a:t>
            </a:r>
            <a:r>
              <a:rPr lang="en-US" b="1" dirty="0" err="1">
                <a:solidFill>
                  <a:schemeClr val="tx1"/>
                </a:solidFill>
                <a:latin typeface="Courier New" pitchFamily="49" charset="0"/>
                <a:ea typeface="MS PGothic" pitchFamily="34" charset="-128"/>
                <a:cs typeface="Courier New" pitchFamily="49" charset="0"/>
              </a:rPr>
              <a:t>rs.keys</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4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list(c)</a:t>
            </a:r>
          </a:p>
          <a:p>
            <a:pPr lvl="1" eaLnBrk="1" hangingPunct="1">
              <a:spcBef>
                <a:spcPts val="4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a:t>
            </a:r>
            <a:r>
              <a:rPr lang="en-US" b="1" dirty="0" err="1">
                <a:solidFill>
                  <a:schemeClr val="tx1"/>
                </a:solidFill>
                <a:latin typeface="Courier New" pitchFamily="49" charset="0"/>
                <a:ea typeface="MS PGothic" pitchFamily="34" charset="-128"/>
                <a:cs typeface="Courier New" pitchFamily="49" charset="0"/>
              </a:rPr>
              <a:t>mick</a:t>
            </a:r>
            <a:r>
              <a:rPr lang="en-US" b="1" dirty="0">
                <a:solidFill>
                  <a:schemeClr val="tx1"/>
                </a:solidFill>
                <a:latin typeface="Courier New" pitchFamily="49" charset="0"/>
                <a:ea typeface="MS PGothic" pitchFamily="34" charset="-128"/>
                <a:cs typeface="Courier New" pitchFamily="49" charset="0"/>
              </a:rPr>
              <a:t>', 'Charlie', 'Keith', 'Ron']</a:t>
            </a:r>
          </a:p>
          <a:p>
            <a:pPr lvl="1" eaLnBrk="1" hangingPunct="1">
              <a:spcBef>
                <a:spcPts val="4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a:t>
            </a:r>
            <a:r>
              <a:rPr lang="en-US" b="1" dirty="0">
                <a:solidFill>
                  <a:srgbClr val="0000FF"/>
                </a:solidFill>
                <a:latin typeface="Courier New" pitchFamily="49" charset="0"/>
                <a:ea typeface="MS PGothic" pitchFamily="34" charset="-128"/>
                <a:cs typeface="Courier New" pitchFamily="49" charset="0"/>
              </a:rPr>
              <a:t>del</a:t>
            </a:r>
            <a:r>
              <a:rPr lang="en-US" b="1" dirty="0">
                <a:solidFill>
                  <a:schemeClr val="tx1"/>
                </a:solidFill>
                <a:latin typeface="Courier New" pitchFamily="49" charset="0"/>
                <a:ea typeface="MS PGothic" pitchFamily="34" charset="-128"/>
                <a:cs typeface="Courier New" pitchFamily="49" charset="0"/>
              </a:rPr>
              <a:t> </a:t>
            </a:r>
            <a:r>
              <a:rPr lang="en-US" b="1" dirty="0" err="1">
                <a:solidFill>
                  <a:schemeClr val="tx1"/>
                </a:solidFill>
                <a:latin typeface="Courier New" pitchFamily="49" charset="0"/>
                <a:ea typeface="MS PGothic" pitchFamily="34" charset="-128"/>
                <a:cs typeface="Courier New" pitchFamily="49" charset="0"/>
              </a:rPr>
              <a:t>rs</a:t>
            </a:r>
            <a:r>
              <a:rPr lang="en-US" b="1" dirty="0">
                <a:solidFill>
                  <a:schemeClr val="tx1"/>
                </a:solidFill>
                <a:latin typeface="Courier New" pitchFamily="49" charset="0"/>
                <a:ea typeface="MS PGothic" pitchFamily="34" charset="-128"/>
                <a:cs typeface="Courier New" pitchFamily="49" charset="0"/>
              </a:rPr>
              <a:t>[</a:t>
            </a:r>
            <a:r>
              <a:rPr lang="en-US" b="1" dirty="0">
                <a:solidFill>
                  <a:srgbClr val="008000"/>
                </a:solidFill>
                <a:latin typeface="Courier New" pitchFamily="49" charset="0"/>
                <a:ea typeface="MS PGothic" pitchFamily="34" charset="-128"/>
                <a:cs typeface="Courier New" pitchFamily="49" charset="0"/>
              </a:rPr>
              <a:t>'Ron'</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4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 </a:t>
            </a:r>
            <a:r>
              <a:rPr lang="en-US" b="1" dirty="0">
                <a:solidFill>
                  <a:srgbClr val="0000FF"/>
                </a:solidFill>
                <a:latin typeface="Courier New" pitchFamily="49" charset="0"/>
                <a:ea typeface="MS PGothic" pitchFamily="34" charset="-128"/>
                <a:cs typeface="Courier New" pitchFamily="49" charset="0"/>
              </a:rPr>
              <a:t>list</a:t>
            </a:r>
            <a:r>
              <a:rPr lang="en-US" b="1" dirty="0">
                <a:solidFill>
                  <a:schemeClr val="tx1"/>
                </a:solidFill>
                <a:latin typeface="Courier New" pitchFamily="49" charset="0"/>
                <a:ea typeface="MS PGothic" pitchFamily="34" charset="-128"/>
                <a:cs typeface="Courier New" pitchFamily="49" charset="0"/>
              </a:rPr>
              <a:t>(c)</a:t>
            </a:r>
          </a:p>
          <a:p>
            <a:pPr lvl="1" eaLnBrk="1" hangingPunct="1">
              <a:spcBef>
                <a:spcPts val="4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a:t>
            </a:r>
            <a:r>
              <a:rPr lang="en-US" b="1" dirty="0" err="1">
                <a:solidFill>
                  <a:schemeClr val="tx1"/>
                </a:solidFill>
                <a:latin typeface="Courier New" pitchFamily="49" charset="0"/>
                <a:ea typeface="MS PGothic" pitchFamily="34" charset="-128"/>
                <a:cs typeface="Courier New" pitchFamily="49" charset="0"/>
              </a:rPr>
              <a:t>mick</a:t>
            </a:r>
            <a:r>
              <a:rPr lang="en-US" b="1" dirty="0">
                <a:solidFill>
                  <a:schemeClr val="tx1"/>
                </a:solidFill>
                <a:latin typeface="Courier New" pitchFamily="49" charset="0"/>
                <a:ea typeface="MS PGothic" pitchFamily="34" charset="-128"/>
                <a:cs typeface="Courier New" pitchFamily="49" charset="0"/>
              </a:rPr>
              <a:t>', 'Charlie', 'Keith']</a:t>
            </a:r>
          </a:p>
          <a:p>
            <a:pPr lvl="1" eaLnBrk="1" hangingPunct="1">
              <a:spcBef>
                <a:spcPts val="400"/>
              </a:spcBef>
              <a:buClr>
                <a:srgbClr val="336666"/>
              </a:buClr>
              <a:buFont typeface="Wingdings" pitchFamily="2" charset="2"/>
              <a:buNone/>
              <a:defRPr/>
            </a:pPr>
            <a:r>
              <a:rPr lang="en-US" b="1" dirty="0">
                <a:solidFill>
                  <a:srgbClr val="008000"/>
                </a:solidFill>
                <a:latin typeface="Courier New" pitchFamily="49" charset="0"/>
                <a:ea typeface="MS PGothic" pitchFamily="34" charset="-128"/>
                <a:cs typeface="Courier New" pitchFamily="49" charset="0"/>
              </a:rPr>
              <a:t>&gt;&gt;&gt;</a:t>
            </a:r>
            <a:r>
              <a:rPr lang="en-US" b="1" dirty="0">
                <a:solidFill>
                  <a:schemeClr val="tx1"/>
                </a:solidFill>
                <a:latin typeface="Courier New" pitchFamily="49" charset="0"/>
                <a:ea typeface="MS PGothic" pitchFamily="34" charset="-128"/>
                <a:cs typeface="Courier New" pitchFamily="49" charset="0"/>
              </a:rPr>
              <a:t> </a:t>
            </a:r>
            <a:r>
              <a:rPr lang="en-US" b="1" dirty="0" err="1">
                <a:solidFill>
                  <a:srgbClr val="0000FF"/>
                </a:solidFill>
                <a:latin typeface="Courier New" pitchFamily="49" charset="0"/>
                <a:ea typeface="MS PGothic" pitchFamily="34" charset="-128"/>
                <a:cs typeface="Courier New" pitchFamily="49" charset="0"/>
              </a:rPr>
              <a:t>tuple</a:t>
            </a:r>
            <a:r>
              <a:rPr lang="en-US" b="1" dirty="0">
                <a:solidFill>
                  <a:schemeClr val="tx1"/>
                </a:solidFill>
                <a:latin typeface="Courier New" pitchFamily="49" charset="0"/>
                <a:ea typeface="MS PGothic" pitchFamily="34" charset="-128"/>
                <a:cs typeface="Courier New" pitchFamily="49" charset="0"/>
              </a:rPr>
              <a:t>(</a:t>
            </a:r>
            <a:r>
              <a:rPr lang="en-US" b="1" dirty="0" err="1">
                <a:solidFill>
                  <a:schemeClr val="tx1"/>
                </a:solidFill>
                <a:latin typeface="Courier New" pitchFamily="49" charset="0"/>
                <a:ea typeface="MS PGothic" pitchFamily="34" charset="-128"/>
                <a:cs typeface="Courier New" pitchFamily="49" charset="0"/>
              </a:rPr>
              <a:t>rs.items</a:t>
            </a:r>
            <a:r>
              <a:rPr lang="en-US" b="1" dirty="0">
                <a:solidFill>
                  <a:schemeClr val="tx1"/>
                </a:solidFill>
                <a:latin typeface="Courier New" pitchFamily="49" charset="0"/>
                <a:ea typeface="MS PGothic" pitchFamily="34" charset="-128"/>
                <a:cs typeface="Courier New" pitchFamily="49" charset="0"/>
              </a:rPr>
              <a:t>())</a:t>
            </a:r>
          </a:p>
          <a:p>
            <a:pPr lvl="1" eaLnBrk="1" hangingPunct="1">
              <a:spcBef>
                <a:spcPts val="400"/>
              </a:spcBef>
              <a:buClr>
                <a:srgbClr val="336666"/>
              </a:buClr>
              <a:buFont typeface="Wingdings" pitchFamily="2" charset="2"/>
              <a:buNone/>
              <a:defRPr/>
            </a:pPr>
            <a:r>
              <a:rPr lang="en-US" b="1" dirty="0">
                <a:solidFill>
                  <a:schemeClr val="tx1"/>
                </a:solidFill>
                <a:latin typeface="Courier New" pitchFamily="49" charset="0"/>
                <a:ea typeface="MS PGothic" pitchFamily="34" charset="-128"/>
                <a:cs typeface="Courier New" pitchFamily="49" charset="0"/>
              </a:rPr>
              <a:t>(('</a:t>
            </a:r>
            <a:r>
              <a:rPr lang="en-US" b="1" dirty="0" err="1">
                <a:solidFill>
                  <a:schemeClr val="tx1"/>
                </a:solidFill>
                <a:latin typeface="Courier New" pitchFamily="49" charset="0"/>
                <a:ea typeface="MS PGothic" pitchFamily="34" charset="-128"/>
                <a:cs typeface="Courier New" pitchFamily="49" charset="0"/>
              </a:rPr>
              <a:t>mick</a:t>
            </a:r>
            <a:r>
              <a:rPr lang="en-US" b="1" dirty="0">
                <a:solidFill>
                  <a:schemeClr val="tx1"/>
                </a:solidFill>
                <a:latin typeface="Courier New" pitchFamily="49" charset="0"/>
                <a:ea typeface="MS PGothic" pitchFamily="34" charset="-128"/>
                <a:cs typeface="Courier New" pitchFamily="49" charset="0"/>
              </a:rPr>
              <a:t>', 71), ('Charlie', 73), ('Keith', 71))</a:t>
            </a:r>
          </a:p>
        </p:txBody>
      </p:sp>
      <p:sp>
        <p:nvSpPr>
          <p:cNvPr id="12" name="Rectangle 11"/>
          <p:cNvSpPr/>
          <p:nvPr/>
        </p:nvSpPr>
        <p:spPr>
          <a:xfrm>
            <a:off x="785813" y="1214438"/>
            <a:ext cx="4572000" cy="369887"/>
          </a:xfrm>
          <a:prstGeom prst="rect">
            <a:avLst/>
          </a:prstGeom>
        </p:spPr>
        <p:txBody>
          <a:bodyPr>
            <a:spAutoFit/>
          </a:bodyPr>
          <a:lstStyle/>
          <a:p>
            <a:pPr eaLnBrk="1" hangingPunct="1">
              <a:spcBef>
                <a:spcPct val="50000"/>
              </a:spcBef>
              <a:buClr>
                <a:srgbClr val="336666"/>
              </a:buClr>
              <a:buFont typeface="Wingdings" pitchFamily="2" charset="2"/>
              <a:buNone/>
              <a:defRPr/>
            </a:pPr>
            <a:r>
              <a:rPr lang="en-US" sz="1800" b="1" dirty="0" err="1">
                <a:solidFill>
                  <a:srgbClr val="FF0000"/>
                </a:solidFill>
                <a:latin typeface="+mj-lt"/>
              </a:rPr>
              <a:t>Exemple</a:t>
            </a:r>
            <a:r>
              <a:rPr lang="en-US" sz="1800" b="1" dirty="0">
                <a:solidFill>
                  <a:srgbClr val="FF0000"/>
                </a:solidFill>
                <a:latin typeface="+mj-lt"/>
              </a:rPr>
              <a:t>:</a:t>
            </a:r>
          </a:p>
        </p:txBody>
      </p:sp>
    </p:spTree>
    <p:custDataLst>
      <p:tags r:id="rId1"/>
    </p:custDataLst>
    <p:extLst>
      <p:ext uri="{BB962C8B-B14F-4D97-AF65-F5344CB8AC3E}">
        <p14:creationId xmlns:p14="http://schemas.microsoft.com/office/powerpoint/2010/main" val="1451579898"/>
      </p:ext>
    </p:extLst>
  </p:cSld>
  <p:clrMapOvr>
    <a:masterClrMapping/>
  </p:clrMapOvr>
  <p:transition>
    <p:wipe/>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dictionnaires</a:t>
            </a:r>
          </a:p>
        </p:txBody>
      </p:sp>
      <p:cxnSp>
        <p:nvCxnSpPr>
          <p:cNvPr id="1781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781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1" name="Rectangle à coins arrondis 10"/>
          <p:cNvSpPr/>
          <p:nvPr/>
        </p:nvSpPr>
        <p:spPr>
          <a:xfrm>
            <a:off x="179512" y="2428875"/>
            <a:ext cx="8750176" cy="3429000"/>
          </a:xfrm>
          <a:prstGeom prst="roundRect">
            <a:avLst/>
          </a:prstGeom>
          <a:ln>
            <a:noFill/>
          </a:ln>
        </p:spPr>
        <p:style>
          <a:lnRef idx="2">
            <a:schemeClr val="dk1"/>
          </a:lnRef>
          <a:fillRef idx="1">
            <a:schemeClr val="lt1"/>
          </a:fillRef>
          <a:effectRef idx="0">
            <a:schemeClr val="dk1"/>
          </a:effectRef>
          <a:fontRef idx="minor">
            <a:schemeClr val="dk1"/>
          </a:fontRef>
        </p:style>
        <p:txBody>
          <a:bodyPr anchor="ctr"/>
          <a:lstStyle/>
          <a:p>
            <a:pPr lvl="1">
              <a:spcBef>
                <a:spcPts val="400"/>
              </a:spcBef>
              <a:buClr>
                <a:srgbClr val="336666"/>
              </a:buClr>
              <a:defRPr/>
            </a:pPr>
            <a:r>
              <a:rPr lang="fr-MA" b="1" dirty="0" err="1">
                <a:solidFill>
                  <a:schemeClr val="tx1"/>
                </a:solidFill>
                <a:latin typeface="Courier New" pitchFamily="49" charset="0"/>
                <a:ea typeface="MS PGothic" pitchFamily="34" charset="-128"/>
                <a:cs typeface="Courier New" pitchFamily="49" charset="0"/>
              </a:rPr>
              <a:t>from</a:t>
            </a:r>
            <a:r>
              <a:rPr lang="fr-MA" b="1" dirty="0">
                <a:solidFill>
                  <a:schemeClr val="tx1"/>
                </a:solidFill>
                <a:latin typeface="Courier New" pitchFamily="49" charset="0"/>
                <a:ea typeface="MS PGothic" pitchFamily="34" charset="-128"/>
                <a:cs typeface="Courier New" pitchFamily="49" charset="0"/>
              </a:rPr>
              <a:t> </a:t>
            </a:r>
            <a:r>
              <a:rPr lang="fr-MA" b="1" dirty="0" err="1">
                <a:solidFill>
                  <a:schemeClr val="tx1"/>
                </a:solidFill>
                <a:latin typeface="Courier New" pitchFamily="49" charset="0"/>
                <a:ea typeface="MS PGothic" pitchFamily="34" charset="-128"/>
                <a:cs typeface="Courier New" pitchFamily="49" charset="0"/>
              </a:rPr>
              <a:t>typing</a:t>
            </a:r>
            <a:r>
              <a:rPr lang="fr-MA" b="1" dirty="0">
                <a:solidFill>
                  <a:schemeClr val="tx1"/>
                </a:solidFill>
                <a:latin typeface="Courier New" pitchFamily="49" charset="0"/>
                <a:ea typeface="MS PGothic" pitchFamily="34" charset="-128"/>
                <a:cs typeface="Courier New" pitchFamily="49" charset="0"/>
              </a:rPr>
              <a:t> import </a:t>
            </a:r>
            <a:r>
              <a:rPr lang="fr-MA" b="1" dirty="0" err="1" smtClean="0">
                <a:solidFill>
                  <a:schemeClr val="tx1"/>
                </a:solidFill>
                <a:latin typeface="Courier New" pitchFamily="49" charset="0"/>
                <a:ea typeface="MS PGothic" pitchFamily="34" charset="-128"/>
                <a:cs typeface="Courier New" pitchFamily="49" charset="0"/>
              </a:rPr>
              <a:t>Dict</a:t>
            </a:r>
            <a:endParaRPr lang="fr-MA" b="1" dirty="0" smtClean="0">
              <a:solidFill>
                <a:schemeClr val="tx1"/>
              </a:solidFill>
              <a:latin typeface="Courier New" pitchFamily="49" charset="0"/>
              <a:ea typeface="MS PGothic" pitchFamily="34" charset="-128"/>
              <a:cs typeface="Courier New" pitchFamily="49" charset="0"/>
            </a:endParaRPr>
          </a:p>
          <a:p>
            <a:pPr lvl="1">
              <a:spcBef>
                <a:spcPts val="400"/>
              </a:spcBef>
              <a:buClr>
                <a:srgbClr val="336666"/>
              </a:buClr>
              <a:defRPr/>
            </a:pPr>
            <a:r>
              <a:rPr lang="fr-MA" b="1" dirty="0" smtClean="0">
                <a:solidFill>
                  <a:schemeClr val="tx1"/>
                </a:solidFill>
                <a:latin typeface="Courier New" pitchFamily="49" charset="0"/>
                <a:ea typeface="MS PGothic" pitchFamily="34" charset="-128"/>
                <a:cs typeface="Courier New" pitchFamily="49" charset="0"/>
              </a:rPr>
              <a:t># </a:t>
            </a:r>
            <a:r>
              <a:rPr lang="fr-MA" b="1" dirty="0">
                <a:solidFill>
                  <a:schemeClr val="tx1"/>
                </a:solidFill>
                <a:latin typeface="Courier New" pitchFamily="49" charset="0"/>
                <a:ea typeface="MS PGothic" pitchFamily="34" charset="-128"/>
                <a:cs typeface="Courier New" pitchFamily="49" charset="0"/>
              </a:rPr>
              <a:t>Déclaration d'une variable de type dictionnaire annuaire : </a:t>
            </a:r>
            <a:r>
              <a:rPr lang="fr-MA" b="1" dirty="0" err="1">
                <a:solidFill>
                  <a:schemeClr val="tx1"/>
                </a:solidFill>
                <a:latin typeface="Courier New" pitchFamily="49" charset="0"/>
                <a:ea typeface="MS PGothic" pitchFamily="34" charset="-128"/>
                <a:cs typeface="Courier New" pitchFamily="49" charset="0"/>
              </a:rPr>
              <a:t>Dict</a:t>
            </a:r>
            <a:r>
              <a:rPr lang="fr-MA" b="1" dirty="0">
                <a:solidFill>
                  <a:schemeClr val="tx1"/>
                </a:solidFill>
                <a:latin typeface="Courier New" pitchFamily="49" charset="0"/>
                <a:ea typeface="MS PGothic" pitchFamily="34" charset="-128"/>
                <a:cs typeface="Courier New" pitchFamily="49" charset="0"/>
              </a:rPr>
              <a:t>[</a:t>
            </a:r>
            <a:r>
              <a:rPr lang="fr-MA" b="1" dirty="0" err="1">
                <a:solidFill>
                  <a:schemeClr val="tx1"/>
                </a:solidFill>
                <a:latin typeface="Courier New" pitchFamily="49" charset="0"/>
                <a:ea typeface="MS PGothic" pitchFamily="34" charset="-128"/>
                <a:cs typeface="Courier New" pitchFamily="49" charset="0"/>
              </a:rPr>
              <a:t>str</a:t>
            </a:r>
            <a:r>
              <a:rPr lang="fr-MA" b="1" dirty="0">
                <a:solidFill>
                  <a:schemeClr val="tx1"/>
                </a:solidFill>
                <a:latin typeface="Courier New" pitchFamily="49" charset="0"/>
                <a:ea typeface="MS PGothic" pitchFamily="34" charset="-128"/>
                <a:cs typeface="Courier New" pitchFamily="49" charset="0"/>
              </a:rPr>
              <a:t>, </a:t>
            </a:r>
            <a:r>
              <a:rPr lang="fr-MA" b="1" dirty="0" err="1">
                <a:solidFill>
                  <a:schemeClr val="tx1"/>
                </a:solidFill>
                <a:latin typeface="Courier New" pitchFamily="49" charset="0"/>
                <a:ea typeface="MS PGothic" pitchFamily="34" charset="-128"/>
                <a:cs typeface="Courier New" pitchFamily="49" charset="0"/>
              </a:rPr>
              <a:t>int</a:t>
            </a:r>
            <a:r>
              <a:rPr lang="fr-MA" b="1" dirty="0">
                <a:solidFill>
                  <a:schemeClr val="tx1"/>
                </a:solidFill>
                <a:latin typeface="Courier New" pitchFamily="49" charset="0"/>
                <a:ea typeface="MS PGothic" pitchFamily="34" charset="-128"/>
                <a:cs typeface="Courier New" pitchFamily="49" charset="0"/>
              </a:rPr>
              <a:t>] = </a:t>
            </a:r>
            <a:r>
              <a:rPr lang="fr-MA" b="1" dirty="0" smtClean="0">
                <a:solidFill>
                  <a:schemeClr val="tx1"/>
                </a:solidFill>
                <a:latin typeface="Courier New" pitchFamily="49" charset="0"/>
                <a:ea typeface="MS PGothic" pitchFamily="34" charset="-128"/>
                <a:cs typeface="Courier New" pitchFamily="49" charset="0"/>
              </a:rPr>
              <a:t>{</a:t>
            </a:r>
          </a:p>
          <a:p>
            <a:pPr lvl="1">
              <a:spcBef>
                <a:spcPts val="400"/>
              </a:spcBef>
              <a:buClr>
                <a:srgbClr val="336666"/>
              </a:buClr>
              <a:defRPr/>
            </a:pPr>
            <a:r>
              <a:rPr lang="fr-MA" b="1" dirty="0">
                <a:solidFill>
                  <a:schemeClr val="tx1"/>
                </a:solidFill>
                <a:latin typeface="Courier New" pitchFamily="49" charset="0"/>
                <a:ea typeface="MS PGothic" pitchFamily="34" charset="-128"/>
                <a:cs typeface="Courier New" pitchFamily="49" charset="0"/>
              </a:rPr>
              <a:t>	</a:t>
            </a:r>
            <a:r>
              <a:rPr lang="fr-MA" b="1" dirty="0" smtClean="0">
                <a:solidFill>
                  <a:schemeClr val="tx1"/>
                </a:solidFill>
                <a:latin typeface="Courier New" pitchFamily="49" charset="0"/>
                <a:ea typeface="MS PGothic" pitchFamily="34" charset="-128"/>
                <a:cs typeface="Courier New" pitchFamily="49" charset="0"/>
              </a:rPr>
              <a:t>"</a:t>
            </a:r>
            <a:r>
              <a:rPr lang="fr-MA" b="1" dirty="0">
                <a:solidFill>
                  <a:schemeClr val="tx1"/>
                </a:solidFill>
                <a:latin typeface="Courier New" pitchFamily="49" charset="0"/>
                <a:ea typeface="MS PGothic" pitchFamily="34" charset="-128"/>
                <a:cs typeface="Courier New" pitchFamily="49" charset="0"/>
              </a:rPr>
              <a:t>Alice": 123456</a:t>
            </a:r>
            <a:r>
              <a:rPr lang="fr-MA" b="1" dirty="0" smtClean="0">
                <a:solidFill>
                  <a:schemeClr val="tx1"/>
                </a:solidFill>
                <a:latin typeface="Courier New" pitchFamily="49" charset="0"/>
                <a:ea typeface="MS PGothic" pitchFamily="34" charset="-128"/>
                <a:cs typeface="Courier New" pitchFamily="49" charset="0"/>
              </a:rPr>
              <a:t>,</a:t>
            </a:r>
          </a:p>
          <a:p>
            <a:pPr lvl="1">
              <a:spcBef>
                <a:spcPts val="400"/>
              </a:spcBef>
              <a:buClr>
                <a:srgbClr val="336666"/>
              </a:buClr>
              <a:defRPr/>
            </a:pPr>
            <a:r>
              <a:rPr lang="fr-MA" b="1" dirty="0">
                <a:solidFill>
                  <a:schemeClr val="tx1"/>
                </a:solidFill>
                <a:latin typeface="Courier New" pitchFamily="49" charset="0"/>
                <a:ea typeface="MS PGothic" pitchFamily="34" charset="-128"/>
                <a:cs typeface="Courier New" pitchFamily="49" charset="0"/>
              </a:rPr>
              <a:t>	</a:t>
            </a:r>
            <a:r>
              <a:rPr lang="fr-MA" b="1" dirty="0" smtClean="0">
                <a:solidFill>
                  <a:schemeClr val="tx1"/>
                </a:solidFill>
                <a:latin typeface="Courier New" pitchFamily="49" charset="0"/>
                <a:ea typeface="MS PGothic" pitchFamily="34" charset="-128"/>
                <a:cs typeface="Courier New" pitchFamily="49" charset="0"/>
              </a:rPr>
              <a:t>"</a:t>
            </a:r>
            <a:r>
              <a:rPr lang="fr-MA" b="1" dirty="0">
                <a:solidFill>
                  <a:schemeClr val="tx1"/>
                </a:solidFill>
                <a:latin typeface="Courier New" pitchFamily="49" charset="0"/>
                <a:ea typeface="MS PGothic" pitchFamily="34" charset="-128"/>
                <a:cs typeface="Courier New" pitchFamily="49" charset="0"/>
              </a:rPr>
              <a:t>Bob": </a:t>
            </a:r>
            <a:r>
              <a:rPr lang="fr-MA" b="1" dirty="0" smtClean="0">
                <a:solidFill>
                  <a:schemeClr val="tx1"/>
                </a:solidFill>
                <a:latin typeface="Courier New" pitchFamily="49" charset="0"/>
                <a:ea typeface="MS PGothic" pitchFamily="34" charset="-128"/>
                <a:cs typeface="Courier New" pitchFamily="49" charset="0"/>
              </a:rPr>
              <a:t>789012</a:t>
            </a:r>
          </a:p>
          <a:p>
            <a:pPr lvl="1">
              <a:spcBef>
                <a:spcPts val="400"/>
              </a:spcBef>
              <a:buClr>
                <a:srgbClr val="336666"/>
              </a:buClr>
              <a:defRPr/>
            </a:pPr>
            <a:r>
              <a:rPr lang="fr-MA" b="1" dirty="0" smtClean="0">
                <a:solidFill>
                  <a:schemeClr val="tx1"/>
                </a:solidFill>
                <a:latin typeface="Courier New" pitchFamily="49" charset="0"/>
                <a:ea typeface="MS PGothic" pitchFamily="34" charset="-128"/>
                <a:cs typeface="Courier New" pitchFamily="49" charset="0"/>
              </a:rPr>
              <a:t>} </a:t>
            </a:r>
          </a:p>
          <a:p>
            <a:pPr lvl="1">
              <a:spcBef>
                <a:spcPts val="400"/>
              </a:spcBef>
              <a:buClr>
                <a:srgbClr val="336666"/>
              </a:buClr>
              <a:defRPr/>
            </a:pPr>
            <a:r>
              <a:rPr lang="fr-MA" b="1" dirty="0" smtClean="0">
                <a:solidFill>
                  <a:schemeClr val="tx1"/>
                </a:solidFill>
                <a:latin typeface="Courier New" pitchFamily="49" charset="0"/>
                <a:ea typeface="MS PGothic" pitchFamily="34" charset="-128"/>
                <a:cs typeface="Courier New" pitchFamily="49" charset="0"/>
              </a:rPr>
              <a:t># </a:t>
            </a:r>
            <a:r>
              <a:rPr lang="fr-MA" b="1" dirty="0">
                <a:solidFill>
                  <a:schemeClr val="tx1"/>
                </a:solidFill>
                <a:latin typeface="Courier New" pitchFamily="49" charset="0"/>
                <a:ea typeface="MS PGothic" pitchFamily="34" charset="-128"/>
                <a:cs typeface="Courier New" pitchFamily="49" charset="0"/>
              </a:rPr>
              <a:t>Accès à une valeur dans le </a:t>
            </a:r>
            <a:r>
              <a:rPr lang="fr-MA" b="1" dirty="0" smtClean="0">
                <a:solidFill>
                  <a:schemeClr val="tx1"/>
                </a:solidFill>
                <a:latin typeface="Courier New" pitchFamily="49" charset="0"/>
                <a:ea typeface="MS PGothic" pitchFamily="34" charset="-128"/>
                <a:cs typeface="Courier New" pitchFamily="49" charset="0"/>
              </a:rPr>
              <a:t>dictionnaire</a:t>
            </a:r>
          </a:p>
          <a:p>
            <a:pPr lvl="1">
              <a:spcBef>
                <a:spcPts val="400"/>
              </a:spcBef>
              <a:buClr>
                <a:srgbClr val="336666"/>
              </a:buClr>
              <a:defRPr/>
            </a:pPr>
            <a:r>
              <a:rPr lang="fr-MA" b="1" dirty="0" err="1" smtClean="0">
                <a:solidFill>
                  <a:schemeClr val="tx1"/>
                </a:solidFill>
                <a:latin typeface="Courier New" pitchFamily="49" charset="0"/>
                <a:ea typeface="MS PGothic" pitchFamily="34" charset="-128"/>
                <a:cs typeface="Courier New" pitchFamily="49" charset="0"/>
              </a:rPr>
              <a:t>numero</a:t>
            </a:r>
            <a:r>
              <a:rPr lang="fr-MA" b="1" dirty="0" smtClean="0">
                <a:solidFill>
                  <a:schemeClr val="tx1"/>
                </a:solidFill>
                <a:latin typeface="Courier New" pitchFamily="49" charset="0"/>
                <a:ea typeface="MS PGothic" pitchFamily="34" charset="-128"/>
                <a:cs typeface="Courier New" pitchFamily="49" charset="0"/>
              </a:rPr>
              <a:t> </a:t>
            </a:r>
            <a:r>
              <a:rPr lang="fr-MA" b="1" dirty="0">
                <a:solidFill>
                  <a:schemeClr val="tx1"/>
                </a:solidFill>
                <a:latin typeface="Courier New" pitchFamily="49" charset="0"/>
                <a:ea typeface="MS PGothic" pitchFamily="34" charset="-128"/>
                <a:cs typeface="Courier New" pitchFamily="49" charset="0"/>
              </a:rPr>
              <a:t>= annuaire["Alice"] </a:t>
            </a:r>
            <a:endParaRPr lang="fr-MA" b="1" dirty="0" smtClean="0">
              <a:solidFill>
                <a:schemeClr val="tx1"/>
              </a:solidFill>
              <a:latin typeface="Courier New" pitchFamily="49" charset="0"/>
              <a:ea typeface="MS PGothic" pitchFamily="34" charset="-128"/>
              <a:cs typeface="Courier New" pitchFamily="49" charset="0"/>
            </a:endParaRPr>
          </a:p>
          <a:p>
            <a:pPr lvl="1">
              <a:spcBef>
                <a:spcPts val="400"/>
              </a:spcBef>
              <a:buClr>
                <a:srgbClr val="336666"/>
              </a:buClr>
              <a:defRPr/>
            </a:pPr>
            <a:r>
              <a:rPr lang="fr-MA" b="1" dirty="0" err="1" smtClean="0">
                <a:solidFill>
                  <a:schemeClr val="tx1"/>
                </a:solidFill>
                <a:latin typeface="Courier New" pitchFamily="49" charset="0"/>
                <a:ea typeface="MS PGothic" pitchFamily="34" charset="-128"/>
                <a:cs typeface="Courier New" pitchFamily="49" charset="0"/>
              </a:rPr>
              <a:t>print</a:t>
            </a:r>
            <a:r>
              <a:rPr lang="fr-MA" b="1" dirty="0">
                <a:solidFill>
                  <a:schemeClr val="tx1"/>
                </a:solidFill>
                <a:latin typeface="Courier New" pitchFamily="49" charset="0"/>
                <a:ea typeface="MS PGothic" pitchFamily="34" charset="-128"/>
                <a:cs typeface="Courier New" pitchFamily="49" charset="0"/>
              </a:rPr>
              <a:t>("Numéro de téléphone d'Alice :", </a:t>
            </a:r>
            <a:r>
              <a:rPr lang="fr-MA" b="1" dirty="0" err="1">
                <a:solidFill>
                  <a:schemeClr val="tx1"/>
                </a:solidFill>
                <a:latin typeface="Courier New" pitchFamily="49" charset="0"/>
                <a:ea typeface="MS PGothic" pitchFamily="34" charset="-128"/>
                <a:cs typeface="Courier New" pitchFamily="49" charset="0"/>
              </a:rPr>
              <a:t>numero</a:t>
            </a:r>
            <a:r>
              <a:rPr lang="fr-MA" b="1" dirty="0">
                <a:solidFill>
                  <a:schemeClr val="tx1"/>
                </a:solidFill>
                <a:latin typeface="Courier New" pitchFamily="49" charset="0"/>
                <a:ea typeface="MS PGothic" pitchFamily="34" charset="-128"/>
                <a:cs typeface="Courier New" pitchFamily="49" charset="0"/>
              </a:rPr>
              <a:t>)</a:t>
            </a:r>
            <a:endParaRPr lang="en-US" b="1" dirty="0">
              <a:solidFill>
                <a:schemeClr val="tx1"/>
              </a:solidFill>
              <a:latin typeface="Courier New" pitchFamily="49" charset="0"/>
              <a:ea typeface="MS PGothic" pitchFamily="34" charset="-128"/>
              <a:cs typeface="Courier New" pitchFamily="49" charset="0"/>
            </a:endParaRPr>
          </a:p>
        </p:txBody>
      </p:sp>
      <p:sp>
        <p:nvSpPr>
          <p:cNvPr id="12" name="Rectangle 11"/>
          <p:cNvSpPr/>
          <p:nvPr/>
        </p:nvSpPr>
        <p:spPr>
          <a:xfrm>
            <a:off x="785813" y="1214438"/>
            <a:ext cx="4572000" cy="369887"/>
          </a:xfrm>
          <a:prstGeom prst="rect">
            <a:avLst/>
          </a:prstGeom>
        </p:spPr>
        <p:txBody>
          <a:bodyPr>
            <a:spAutoFit/>
          </a:bodyPr>
          <a:lstStyle/>
          <a:p>
            <a:pPr eaLnBrk="1" hangingPunct="1">
              <a:spcBef>
                <a:spcPct val="50000"/>
              </a:spcBef>
              <a:buClr>
                <a:srgbClr val="336666"/>
              </a:buClr>
              <a:buFont typeface="Wingdings" pitchFamily="2" charset="2"/>
              <a:buNone/>
              <a:defRPr/>
            </a:pPr>
            <a:r>
              <a:rPr lang="en-US" sz="1800" b="1" dirty="0" err="1" smtClean="0">
                <a:solidFill>
                  <a:srgbClr val="FF0000"/>
                </a:solidFill>
                <a:latin typeface="+mj-lt"/>
              </a:rPr>
              <a:t>Exemple</a:t>
            </a:r>
            <a:r>
              <a:rPr lang="en-US" sz="1800" b="1" dirty="0" smtClean="0">
                <a:solidFill>
                  <a:srgbClr val="FF0000"/>
                </a:solidFill>
                <a:latin typeface="+mj-lt"/>
              </a:rPr>
              <a:t> :</a:t>
            </a:r>
            <a:endParaRPr lang="en-US" sz="1800" b="1" dirty="0">
              <a:solidFill>
                <a:srgbClr val="FF0000"/>
              </a:solidFill>
              <a:latin typeface="+mj-lt"/>
            </a:endParaRPr>
          </a:p>
        </p:txBody>
      </p:sp>
    </p:spTree>
    <p:custDataLst>
      <p:tags r:id="rId1"/>
    </p:custDataLst>
    <p:extLst>
      <p:ext uri="{BB962C8B-B14F-4D97-AF65-F5344CB8AC3E}">
        <p14:creationId xmlns:p14="http://schemas.microsoft.com/office/powerpoint/2010/main" val="22057027"/>
      </p:ext>
    </p:extLst>
  </p:cSld>
  <p:clrMapOvr>
    <a:masterClrMapping/>
  </p:clrMapOvr>
  <p:transition>
    <p:wipe/>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83568" y="1916832"/>
            <a:ext cx="7992888" cy="2031325"/>
          </a:xfrm>
          <a:prstGeom prst="rect">
            <a:avLst/>
          </a:prstGeom>
          <a:noFill/>
        </p:spPr>
        <p:txBody>
          <a:bodyPr wrap="square" rtlCol="0">
            <a:spAutoFit/>
          </a:bodyPr>
          <a:lstStyle/>
          <a:p>
            <a:r>
              <a:rPr lang="fr-MA" dirty="0" smtClean="0"/>
              <a:t>1 - Quelle </a:t>
            </a:r>
            <a:r>
              <a:rPr lang="fr-MA" dirty="0"/>
              <a:t>instruction permet d’accéder à la valeur associée à la clé "nom" </a:t>
            </a:r>
            <a:r>
              <a:rPr lang="fr-MA" dirty="0" smtClean="0"/>
              <a:t>?</a:t>
            </a:r>
          </a:p>
          <a:p>
            <a:r>
              <a:rPr lang="pt-BR" dirty="0"/>
              <a:t>d = {"nom": "Sara", "age": 22</a:t>
            </a:r>
            <a:r>
              <a:rPr lang="pt-BR" dirty="0" smtClean="0"/>
              <a:t>}</a:t>
            </a:r>
          </a:p>
          <a:p>
            <a:endParaRPr lang="fr-FR" dirty="0"/>
          </a:p>
          <a:p>
            <a:r>
              <a:rPr lang="fr-MA" dirty="0" smtClean="0"/>
              <a:t>2 - Que </a:t>
            </a:r>
            <a:r>
              <a:rPr lang="fr-MA" dirty="0"/>
              <a:t>fait </a:t>
            </a:r>
            <a:r>
              <a:rPr lang="fr-MA" dirty="0" err="1"/>
              <a:t>d.keys</a:t>
            </a:r>
            <a:r>
              <a:rPr lang="fr-MA" dirty="0"/>
              <a:t>() </a:t>
            </a:r>
            <a:r>
              <a:rPr lang="fr-MA" dirty="0" smtClean="0"/>
              <a:t>?</a:t>
            </a:r>
          </a:p>
          <a:p>
            <a:endParaRPr lang="fr-MA" dirty="0" smtClean="0"/>
          </a:p>
          <a:p>
            <a:r>
              <a:rPr lang="fr-MA" dirty="0" smtClean="0"/>
              <a:t>3 - Quelle </a:t>
            </a:r>
            <a:r>
              <a:rPr lang="fr-MA" dirty="0"/>
              <a:t>différence entre d["ville"] et </a:t>
            </a:r>
            <a:r>
              <a:rPr lang="fr-MA" dirty="0" err="1"/>
              <a:t>d.get</a:t>
            </a:r>
            <a:r>
              <a:rPr lang="fr-MA" dirty="0"/>
              <a:t>("ville") </a:t>
            </a:r>
            <a:r>
              <a:rPr lang="fr-MA" dirty="0" smtClean="0"/>
              <a:t>?</a:t>
            </a:r>
          </a:p>
          <a:p>
            <a:endParaRPr lang="fr-MA" dirty="0"/>
          </a:p>
        </p:txBody>
      </p:sp>
      <p:sp>
        <p:nvSpPr>
          <p:cNvPr id="3" name="ZoneTexte 2"/>
          <p:cNvSpPr txBox="1"/>
          <p:nvPr/>
        </p:nvSpPr>
        <p:spPr>
          <a:xfrm>
            <a:off x="2483768" y="908720"/>
            <a:ext cx="3312368" cy="369332"/>
          </a:xfrm>
          <a:prstGeom prst="rect">
            <a:avLst/>
          </a:prstGeom>
          <a:noFill/>
        </p:spPr>
        <p:txBody>
          <a:bodyPr wrap="square" rtlCol="0">
            <a:spAutoFit/>
          </a:bodyPr>
          <a:lstStyle/>
          <a:p>
            <a:pPr algn="ctr"/>
            <a:r>
              <a:rPr lang="fr-FR" b="1" dirty="0" smtClean="0">
                <a:solidFill>
                  <a:schemeClr val="accent2"/>
                </a:solidFill>
              </a:rPr>
              <a:t>QUESTIONS:</a:t>
            </a:r>
            <a:endParaRPr lang="en-US" b="1" dirty="0">
              <a:solidFill>
                <a:schemeClr val="accent2"/>
              </a:solidFill>
            </a:endParaRPr>
          </a:p>
        </p:txBody>
      </p:sp>
    </p:spTree>
    <p:extLst>
      <p:ext uri="{BB962C8B-B14F-4D97-AF65-F5344CB8AC3E}">
        <p14:creationId xmlns:p14="http://schemas.microsoft.com/office/powerpoint/2010/main" val="32440698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83568" y="1916832"/>
            <a:ext cx="7992888" cy="3970318"/>
          </a:xfrm>
          <a:prstGeom prst="rect">
            <a:avLst/>
          </a:prstGeom>
          <a:noFill/>
        </p:spPr>
        <p:txBody>
          <a:bodyPr wrap="square" rtlCol="0">
            <a:spAutoFit/>
          </a:bodyPr>
          <a:lstStyle/>
          <a:p>
            <a:r>
              <a:rPr lang="fr-MA" dirty="0" smtClean="0"/>
              <a:t>- Quelle </a:t>
            </a:r>
            <a:r>
              <a:rPr lang="fr-MA" dirty="0"/>
              <a:t>instruction permet d’accéder à la valeur associée à la clé "nom" </a:t>
            </a:r>
            <a:r>
              <a:rPr lang="fr-MA" dirty="0" smtClean="0"/>
              <a:t>?</a:t>
            </a:r>
          </a:p>
          <a:p>
            <a:r>
              <a:rPr lang="pt-BR" dirty="0"/>
              <a:t>d = {"nom": "Sara", "age": 22</a:t>
            </a:r>
            <a:r>
              <a:rPr lang="pt-BR" dirty="0" smtClean="0"/>
              <a:t>}</a:t>
            </a:r>
          </a:p>
          <a:p>
            <a:endParaRPr lang="pt-BR" dirty="0"/>
          </a:p>
          <a:p>
            <a:r>
              <a:rPr lang="en-US" b="1" u="sng" dirty="0"/>
              <a:t>d["nom"] → "</a:t>
            </a:r>
            <a:r>
              <a:rPr lang="en-US" b="1" u="sng" dirty="0" smtClean="0"/>
              <a:t>Sara“</a:t>
            </a:r>
          </a:p>
          <a:p>
            <a:endParaRPr lang="fr-FR" dirty="0"/>
          </a:p>
          <a:p>
            <a:r>
              <a:rPr lang="fr-MA" dirty="0" smtClean="0"/>
              <a:t>- Que </a:t>
            </a:r>
            <a:r>
              <a:rPr lang="fr-MA" dirty="0"/>
              <a:t>fait </a:t>
            </a:r>
            <a:r>
              <a:rPr lang="fr-MA" dirty="0" err="1"/>
              <a:t>d.keys</a:t>
            </a:r>
            <a:r>
              <a:rPr lang="fr-MA" dirty="0"/>
              <a:t>() </a:t>
            </a:r>
            <a:r>
              <a:rPr lang="fr-MA" dirty="0" smtClean="0"/>
              <a:t>?</a:t>
            </a:r>
          </a:p>
          <a:p>
            <a:r>
              <a:rPr lang="fr-MA" dirty="0"/>
              <a:t/>
            </a:r>
            <a:br>
              <a:rPr lang="fr-MA" dirty="0"/>
            </a:br>
            <a:r>
              <a:rPr lang="fr-MA" b="1" u="sng" dirty="0" smtClean="0"/>
              <a:t>Retourne </a:t>
            </a:r>
            <a:r>
              <a:rPr lang="fr-MA" b="1" u="sng" dirty="0"/>
              <a:t>la liste (ou plutôt une vue) des clés du dictionnaire</a:t>
            </a:r>
            <a:r>
              <a:rPr lang="fr-MA" b="1" u="sng" dirty="0" smtClean="0"/>
              <a:t>.</a:t>
            </a:r>
          </a:p>
          <a:p>
            <a:endParaRPr lang="fr-MA" b="1" u="sng" dirty="0" smtClean="0"/>
          </a:p>
          <a:p>
            <a:r>
              <a:rPr lang="fr-MA" dirty="0" smtClean="0"/>
              <a:t>- Quelle </a:t>
            </a:r>
            <a:r>
              <a:rPr lang="fr-MA" dirty="0"/>
              <a:t>différence entre d["ville"] et </a:t>
            </a:r>
            <a:r>
              <a:rPr lang="fr-MA" dirty="0" err="1"/>
              <a:t>d.get</a:t>
            </a:r>
            <a:r>
              <a:rPr lang="fr-MA" dirty="0"/>
              <a:t>("ville") </a:t>
            </a:r>
            <a:r>
              <a:rPr lang="fr-MA" dirty="0" smtClean="0"/>
              <a:t>?</a:t>
            </a:r>
          </a:p>
          <a:p>
            <a:endParaRPr lang="fr-MA" dirty="0"/>
          </a:p>
          <a:p>
            <a:r>
              <a:rPr lang="fr-MA" b="1" u="sng" dirty="0"/>
              <a:t>d["ville"] → Erreur </a:t>
            </a:r>
            <a:r>
              <a:rPr lang="fr-MA" b="1" u="sng" dirty="0" err="1"/>
              <a:t>KeyError</a:t>
            </a:r>
            <a:r>
              <a:rPr lang="fr-MA" b="1" u="sng" dirty="0"/>
              <a:t> si la clé n’existe pas.</a:t>
            </a:r>
          </a:p>
          <a:p>
            <a:r>
              <a:rPr lang="fr-MA" b="1" u="sng" dirty="0" err="1"/>
              <a:t>d.get</a:t>
            </a:r>
            <a:r>
              <a:rPr lang="fr-MA" b="1" u="sng" dirty="0"/>
              <a:t>("ville") → retourne None (ou une valeur par défaut si précisée).</a:t>
            </a:r>
          </a:p>
          <a:p>
            <a:endParaRPr lang="en-US" dirty="0"/>
          </a:p>
        </p:txBody>
      </p:sp>
      <p:sp>
        <p:nvSpPr>
          <p:cNvPr id="3" name="ZoneTexte 2"/>
          <p:cNvSpPr txBox="1"/>
          <p:nvPr/>
        </p:nvSpPr>
        <p:spPr>
          <a:xfrm>
            <a:off x="2483768" y="908720"/>
            <a:ext cx="3312368" cy="369332"/>
          </a:xfrm>
          <a:prstGeom prst="rect">
            <a:avLst/>
          </a:prstGeom>
          <a:noFill/>
        </p:spPr>
        <p:txBody>
          <a:bodyPr wrap="square" rtlCol="0">
            <a:spAutoFit/>
          </a:bodyPr>
          <a:lstStyle/>
          <a:p>
            <a:pPr algn="ctr"/>
            <a:r>
              <a:rPr lang="fr-FR" b="1" dirty="0" smtClean="0">
                <a:solidFill>
                  <a:schemeClr val="accent2"/>
                </a:solidFill>
              </a:rPr>
              <a:t>REPONSES:</a:t>
            </a:r>
            <a:endParaRPr lang="en-US" b="1" dirty="0">
              <a:solidFill>
                <a:schemeClr val="accent2"/>
              </a:solidFill>
            </a:endParaRPr>
          </a:p>
        </p:txBody>
      </p:sp>
    </p:spTree>
    <p:extLst>
      <p:ext uri="{BB962C8B-B14F-4D97-AF65-F5344CB8AC3E}">
        <p14:creationId xmlns:p14="http://schemas.microsoft.com/office/powerpoint/2010/main" val="277960777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1812367667"/>
              </p:ext>
            </p:extLst>
          </p:nvPr>
        </p:nvGraphicFramePr>
        <p:xfrm>
          <a:off x="1403648" y="1484786"/>
          <a:ext cx="6840760" cy="4203306"/>
        </p:xfrm>
        <a:graphic>
          <a:graphicData uri="http://schemas.openxmlformats.org/drawingml/2006/table">
            <a:tbl>
              <a:tblPr firstRow="1" bandRow="1">
                <a:tableStyleId>{5C22544A-7EE6-4342-B048-85BDC9FD1C3A}</a:tableStyleId>
              </a:tblPr>
              <a:tblGrid>
                <a:gridCol w="1368152"/>
                <a:gridCol w="1368152"/>
                <a:gridCol w="1368152"/>
                <a:gridCol w="1368152"/>
                <a:gridCol w="1368152"/>
              </a:tblGrid>
              <a:tr h="456949">
                <a:tc>
                  <a:txBody>
                    <a:bodyPr/>
                    <a:lstStyle/>
                    <a:p>
                      <a:pPr>
                        <a:lnSpc>
                          <a:spcPct val="115000"/>
                        </a:lnSpc>
                        <a:spcAft>
                          <a:spcPts val="0"/>
                        </a:spcAft>
                      </a:pPr>
                      <a:r>
                        <a:rPr lang="fr-FR" sz="1100" dirty="0">
                          <a:effectLst/>
                          <a:latin typeface="Calibri"/>
                          <a:ea typeface="Calibri"/>
                          <a:cs typeface="Arial"/>
                        </a:rPr>
                        <a:t>Caractéristique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Liste (list)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Tuple (tuple)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Ensemble (set)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Dictionnaire (dict)</a:t>
                      </a:r>
                      <a:endParaRPr lang="en-US" sz="1100">
                        <a:effectLst/>
                        <a:latin typeface="Calibri"/>
                        <a:ea typeface="Calibri"/>
                        <a:cs typeface="Arial"/>
                      </a:endParaRPr>
                    </a:p>
                  </a:txBody>
                  <a:tcPr marL="68580" marR="68580" marT="0" marB="0"/>
                </a:tc>
              </a:tr>
              <a:tr h="950204">
                <a:tc>
                  <a:txBody>
                    <a:bodyPr/>
                    <a:lstStyle/>
                    <a:p>
                      <a:pPr>
                        <a:lnSpc>
                          <a:spcPct val="115000"/>
                        </a:lnSpc>
                        <a:spcAft>
                          <a:spcPts val="0"/>
                        </a:spcAft>
                      </a:pPr>
                      <a:r>
                        <a:rPr lang="fr-FR" sz="1100" dirty="0">
                          <a:effectLst/>
                          <a:latin typeface="Calibri"/>
                          <a:ea typeface="Calibri"/>
                          <a:cs typeface="Arial"/>
                        </a:rPr>
                        <a:t>Définition</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a:effectLst/>
                          <a:latin typeface="Calibri"/>
                          <a:ea typeface="Calibri"/>
                          <a:cs typeface="Arial"/>
                        </a:rPr>
                        <a:t>Collection ordonnée et modifiable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Collection ordonnée et non modifiable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Collection non ordonnée d’éléments uniques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Collection de paires clé → valeur</a:t>
                      </a:r>
                      <a:endParaRPr lang="en-US" sz="1100">
                        <a:effectLst/>
                        <a:latin typeface="Calibri"/>
                        <a:ea typeface="Calibri"/>
                        <a:cs typeface="Arial"/>
                      </a:endParaRPr>
                    </a:p>
                  </a:txBody>
                  <a:tcPr marL="68580" marR="68580" marT="0" marB="0"/>
                </a:tc>
              </a:tr>
              <a:tr h="456949">
                <a:tc>
                  <a:txBody>
                    <a:bodyPr/>
                    <a:lstStyle/>
                    <a:p>
                      <a:pPr>
                        <a:lnSpc>
                          <a:spcPct val="115000"/>
                        </a:lnSpc>
                        <a:spcAft>
                          <a:spcPts val="0"/>
                        </a:spcAft>
                      </a:pPr>
                      <a:r>
                        <a:rPr lang="fr-FR" sz="1100">
                          <a:effectLst/>
                          <a:latin typeface="Calibri"/>
                          <a:ea typeface="Calibri"/>
                          <a:cs typeface="Arial"/>
                        </a:rPr>
                        <a:t>Syntaxe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 ]</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 )</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 } ou set()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{clé:valeur}</a:t>
                      </a:r>
                      <a:endParaRPr lang="en-US" sz="1100">
                        <a:effectLst/>
                        <a:latin typeface="Calibri"/>
                        <a:ea typeface="Calibri"/>
                        <a:cs typeface="Arial"/>
                      </a:endParaRPr>
                    </a:p>
                  </a:txBody>
                  <a:tcPr marL="68580" marR="68580" marT="0" marB="0"/>
                </a:tc>
              </a:tr>
              <a:tr h="475102">
                <a:tc>
                  <a:txBody>
                    <a:bodyPr/>
                    <a:lstStyle/>
                    <a:p>
                      <a:pPr>
                        <a:lnSpc>
                          <a:spcPct val="115000"/>
                        </a:lnSpc>
                        <a:spcAft>
                          <a:spcPts val="0"/>
                        </a:spcAft>
                      </a:pPr>
                      <a:r>
                        <a:rPr lang="fr-FR" sz="1100">
                          <a:effectLst/>
                          <a:latin typeface="Calibri"/>
                          <a:ea typeface="Calibri"/>
                          <a:cs typeface="Arial"/>
                        </a:rPr>
                        <a:t>Exemple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[1, 2, 3]</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(1, 2, 3)</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{1, 2, 3}</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{"nom": "Ali", "age": 25}</a:t>
                      </a:r>
                      <a:endParaRPr lang="en-US" sz="1100">
                        <a:effectLst/>
                        <a:latin typeface="Calibri"/>
                        <a:ea typeface="Calibri"/>
                        <a:cs typeface="Arial"/>
                      </a:endParaRPr>
                    </a:p>
                  </a:txBody>
                  <a:tcPr marL="68580" marR="68580" marT="0" marB="0"/>
                </a:tc>
              </a:tr>
              <a:tr h="475102">
                <a:tc>
                  <a:txBody>
                    <a:bodyPr/>
                    <a:lstStyle/>
                    <a:p>
                      <a:pPr>
                        <a:lnSpc>
                          <a:spcPct val="115000"/>
                        </a:lnSpc>
                        <a:spcAft>
                          <a:spcPts val="0"/>
                        </a:spcAft>
                      </a:pPr>
                      <a:r>
                        <a:rPr lang="fr-FR" sz="1100">
                          <a:effectLst/>
                          <a:latin typeface="Calibri"/>
                          <a:ea typeface="Calibri"/>
                          <a:cs typeface="Arial"/>
                        </a:rPr>
                        <a:t>Ordre des éléments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Oui (préserve l’ordre d’insertion)</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Oui (fixe et immuable)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a:effectLst/>
                          <a:latin typeface="Calibri"/>
                          <a:ea typeface="Calibri"/>
                          <a:cs typeface="Arial"/>
                        </a:rPr>
                        <a:t>Non garanti (peut changer)</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latin typeface="Calibri"/>
                          <a:ea typeface="Calibri"/>
                          <a:cs typeface="Arial"/>
                        </a:rPr>
                        <a:t>Oui (depuis Python 3.7)</a:t>
                      </a:r>
                      <a:endParaRPr lang="en-US" sz="1100">
                        <a:effectLst/>
                        <a:latin typeface="Calibri"/>
                        <a:ea typeface="Calibri"/>
                        <a:cs typeface="Arial"/>
                      </a:endParaRPr>
                    </a:p>
                  </a:txBody>
                  <a:tcPr marL="68580" marR="68580" marT="0" marB="0"/>
                </a:tc>
              </a:tr>
              <a:tr h="456949">
                <a:tc>
                  <a:txBody>
                    <a:bodyPr/>
                    <a:lstStyle/>
                    <a:p>
                      <a:pPr>
                        <a:lnSpc>
                          <a:spcPct val="115000"/>
                        </a:lnSpc>
                        <a:spcAft>
                          <a:spcPts val="0"/>
                        </a:spcAft>
                      </a:pPr>
                      <a:r>
                        <a:rPr lang="fr-FR" sz="1100">
                          <a:effectLst/>
                          <a:latin typeface="Calibri"/>
                          <a:ea typeface="Calibri"/>
                          <a:cs typeface="Arial"/>
                        </a:rPr>
                        <a:t>Mutabilité</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Modifiable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Immuable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Modifiable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Modifiable</a:t>
                      </a:r>
                      <a:endParaRPr lang="en-US" sz="1100" dirty="0">
                        <a:effectLst/>
                        <a:latin typeface="Calibri"/>
                        <a:ea typeface="Calibri"/>
                        <a:cs typeface="Arial"/>
                      </a:endParaRPr>
                    </a:p>
                  </a:txBody>
                  <a:tcPr marL="68580" marR="68580" marT="0" marB="0"/>
                </a:tc>
              </a:tr>
              <a:tr h="475102">
                <a:tc>
                  <a:txBody>
                    <a:bodyPr/>
                    <a:lstStyle/>
                    <a:p>
                      <a:pPr>
                        <a:lnSpc>
                          <a:spcPct val="115000"/>
                        </a:lnSpc>
                        <a:spcAft>
                          <a:spcPts val="0"/>
                        </a:spcAft>
                      </a:pPr>
                      <a:r>
                        <a:rPr lang="fr-FR" sz="1100">
                          <a:effectLst/>
                          <a:latin typeface="Calibri"/>
                          <a:ea typeface="Calibri"/>
                          <a:cs typeface="Arial"/>
                        </a:rPr>
                        <a:t>Éléments dupliqués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Autoris</a:t>
                      </a:r>
                      <a:r>
                        <a:rPr lang="fr-FR" sz="1100" dirty="0">
                          <a:effectLst/>
                          <a:latin typeface="Calibri"/>
                          <a:ea typeface="Calibri"/>
                          <a:cs typeface="Calibri"/>
                        </a:rPr>
                        <a:t>é</a:t>
                      </a:r>
                      <a:r>
                        <a:rPr lang="fr-FR" sz="1100" dirty="0">
                          <a:effectLst/>
                          <a:latin typeface="Calibri"/>
                          <a:ea typeface="Calibri"/>
                          <a:cs typeface="Arial"/>
                        </a:rPr>
                        <a:t>s</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Autoris</a:t>
                      </a:r>
                      <a:r>
                        <a:rPr lang="fr-FR" sz="1100" dirty="0" smtClean="0">
                          <a:effectLst/>
                          <a:latin typeface="Calibri"/>
                          <a:ea typeface="Calibri"/>
                          <a:cs typeface="Calibri"/>
                        </a:rPr>
                        <a:t>é</a:t>
                      </a:r>
                      <a:r>
                        <a:rPr lang="fr-FR" sz="1100" dirty="0" smtClean="0">
                          <a:effectLst/>
                          <a:latin typeface="Calibri"/>
                          <a:ea typeface="Calibri"/>
                          <a:cs typeface="Arial"/>
                        </a:rPr>
                        <a:t>s</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Interdits</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Clés uniques</a:t>
                      </a:r>
                      <a:endParaRPr lang="en-US" sz="1100" dirty="0">
                        <a:effectLst/>
                        <a:latin typeface="Calibri"/>
                        <a:ea typeface="Calibri"/>
                        <a:cs typeface="Arial"/>
                      </a:endParaRPr>
                    </a:p>
                  </a:txBody>
                  <a:tcPr marL="68580" marR="68580" marT="0" marB="0"/>
                </a:tc>
              </a:tr>
              <a:tr h="456949">
                <a:tc>
                  <a:txBody>
                    <a:bodyPr/>
                    <a:lstStyle/>
                    <a:p>
                      <a:pPr>
                        <a:lnSpc>
                          <a:spcPct val="115000"/>
                        </a:lnSpc>
                        <a:spcAft>
                          <a:spcPts val="0"/>
                        </a:spcAft>
                      </a:pPr>
                      <a:r>
                        <a:rPr lang="fr-FR" sz="1100">
                          <a:effectLst/>
                          <a:latin typeface="Calibri"/>
                          <a:ea typeface="Calibri"/>
                          <a:cs typeface="Arial"/>
                        </a:rPr>
                        <a:t>Accès par index</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Oui </a:t>
                      </a:r>
                      <a:r>
                        <a:rPr lang="fr-FR" sz="1100" dirty="0">
                          <a:effectLst/>
                          <a:latin typeface="Calibri"/>
                          <a:ea typeface="Calibri"/>
                          <a:cs typeface="Arial"/>
                        </a:rPr>
                        <a:t>(</a:t>
                      </a:r>
                      <a:r>
                        <a:rPr lang="fr-FR" sz="1100" dirty="0" err="1">
                          <a:effectLst/>
                          <a:latin typeface="Calibri"/>
                          <a:ea typeface="Calibri"/>
                          <a:cs typeface="Arial"/>
                        </a:rPr>
                        <a:t>lst</a:t>
                      </a:r>
                      <a:r>
                        <a:rPr lang="fr-FR" sz="1100" dirty="0">
                          <a:effectLst/>
                          <a:latin typeface="Calibri"/>
                          <a:ea typeface="Calibri"/>
                          <a:cs typeface="Arial"/>
                        </a:rPr>
                        <a:t>[0])</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Oui (</a:t>
                      </a:r>
                      <a:r>
                        <a:rPr lang="fr-FR" sz="1100" dirty="0" err="1">
                          <a:effectLst/>
                          <a:latin typeface="Calibri"/>
                          <a:ea typeface="Calibri"/>
                          <a:cs typeface="Arial"/>
                        </a:rPr>
                        <a:t>tpl</a:t>
                      </a:r>
                      <a:r>
                        <a:rPr lang="fr-FR" sz="1100" dirty="0">
                          <a:effectLst/>
                          <a:latin typeface="Calibri"/>
                          <a:ea typeface="Calibri"/>
                          <a:cs typeface="Arial"/>
                        </a:rPr>
                        <a:t>[0])</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 </a:t>
                      </a:r>
                      <a:r>
                        <a:rPr lang="fr-FR" sz="1100" dirty="0">
                          <a:effectLst/>
                          <a:latin typeface="Calibri"/>
                          <a:ea typeface="Calibri"/>
                          <a:cs typeface="Arial"/>
                        </a:rPr>
                        <a:t>Non (pas d</a:t>
                      </a:r>
                      <a:r>
                        <a:rPr lang="fr-FR" sz="1100" dirty="0">
                          <a:effectLst/>
                          <a:latin typeface="Calibri"/>
                          <a:ea typeface="Calibri"/>
                          <a:cs typeface="Calibri"/>
                        </a:rPr>
                        <a:t>’</a:t>
                      </a:r>
                      <a:r>
                        <a:rPr lang="fr-FR" sz="1100" dirty="0">
                          <a:effectLst/>
                          <a:latin typeface="Calibri"/>
                          <a:ea typeface="Calibri"/>
                          <a:cs typeface="Arial"/>
                        </a:rPr>
                        <a:t>index)</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latin typeface="Calibri"/>
                          <a:ea typeface="Calibri"/>
                          <a:cs typeface="Arial"/>
                        </a:rPr>
                        <a:t>Par </a:t>
                      </a:r>
                      <a:r>
                        <a:rPr lang="fr-FR" sz="1100" dirty="0">
                          <a:effectLst/>
                          <a:latin typeface="Calibri"/>
                          <a:ea typeface="Calibri"/>
                          <a:cs typeface="Arial"/>
                        </a:rPr>
                        <a:t>cl</a:t>
                      </a:r>
                      <a:r>
                        <a:rPr lang="fr-FR" sz="1100" dirty="0">
                          <a:effectLst/>
                          <a:latin typeface="Calibri"/>
                          <a:ea typeface="Calibri"/>
                          <a:cs typeface="Calibri"/>
                        </a:rPr>
                        <a:t>é</a:t>
                      </a:r>
                      <a:r>
                        <a:rPr lang="fr-FR" sz="1100" dirty="0">
                          <a:effectLst/>
                          <a:latin typeface="Calibri"/>
                          <a:ea typeface="Calibri"/>
                          <a:cs typeface="Arial"/>
                        </a:rPr>
                        <a:t> (d["nom"])</a:t>
                      </a:r>
                      <a:endParaRPr lang="en-US" sz="1100" dirty="0">
                        <a:effectLst/>
                        <a:latin typeface="Calibri"/>
                        <a:ea typeface="Calibri"/>
                        <a:cs typeface="Arial"/>
                      </a:endParaRPr>
                    </a:p>
                  </a:txBody>
                  <a:tcPr marL="68580" marR="68580" marT="0" marB="0"/>
                </a:tc>
              </a:tr>
            </a:tbl>
          </a:graphicData>
        </a:graphic>
      </p:graphicFrame>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Résumé</a:t>
            </a:r>
            <a:endParaRPr lang="en-US" sz="2400" b="1" dirty="0">
              <a:solidFill>
                <a:schemeClr val="accent2"/>
              </a:solidFill>
            </a:endParaRPr>
          </a:p>
        </p:txBody>
      </p:sp>
    </p:spTree>
    <p:extLst>
      <p:ext uri="{BB962C8B-B14F-4D97-AF65-F5344CB8AC3E}">
        <p14:creationId xmlns:p14="http://schemas.microsoft.com/office/powerpoint/2010/main" val="48674717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876734825"/>
              </p:ext>
            </p:extLst>
          </p:nvPr>
        </p:nvGraphicFramePr>
        <p:xfrm>
          <a:off x="1115615" y="1196753"/>
          <a:ext cx="6912767" cy="4608510"/>
        </p:xfrm>
        <a:graphic>
          <a:graphicData uri="http://schemas.openxmlformats.org/drawingml/2006/table">
            <a:tbl>
              <a:tblPr firstRow="1" firstCol="1" bandRow="1">
                <a:tableStyleId>{5C22544A-7EE6-4342-B048-85BDC9FD1C3A}</a:tableStyleId>
              </a:tblPr>
              <a:tblGrid>
                <a:gridCol w="1382107"/>
                <a:gridCol w="1382107"/>
                <a:gridCol w="1382851"/>
                <a:gridCol w="1382851"/>
                <a:gridCol w="1382851"/>
              </a:tblGrid>
              <a:tr h="576064">
                <a:tc>
                  <a:txBody>
                    <a:bodyPr/>
                    <a:lstStyle/>
                    <a:p>
                      <a:pPr>
                        <a:lnSpc>
                          <a:spcPct val="115000"/>
                        </a:lnSpc>
                        <a:spcAft>
                          <a:spcPts val="0"/>
                        </a:spcAft>
                      </a:pPr>
                      <a:r>
                        <a:rPr lang="fr-FR" sz="1100" dirty="0">
                          <a:effectLst/>
                        </a:rPr>
                        <a:t>Caractéristique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Liste (list)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Tuple (tuple)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Ensemble (set)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Dictionnaire (dict)</a:t>
                      </a:r>
                      <a:endParaRPr lang="en-US" sz="1100">
                        <a:effectLst/>
                        <a:latin typeface="Calibri"/>
                        <a:ea typeface="Calibri"/>
                        <a:cs typeface="Arial"/>
                      </a:endParaRPr>
                    </a:p>
                  </a:txBody>
                  <a:tcPr marL="68580" marR="68580" marT="0" marB="0"/>
                </a:tc>
              </a:tr>
              <a:tr h="864097">
                <a:tc>
                  <a:txBody>
                    <a:bodyPr/>
                    <a:lstStyle/>
                    <a:p>
                      <a:pPr>
                        <a:lnSpc>
                          <a:spcPct val="115000"/>
                        </a:lnSpc>
                        <a:spcAft>
                          <a:spcPts val="0"/>
                        </a:spcAft>
                      </a:pPr>
                      <a:r>
                        <a:rPr lang="fr-FR" sz="1100">
                          <a:effectLst/>
                        </a:rPr>
                        <a:t>Type des éléments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Hétérogène (différents types possibles)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Hétérogène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Hétérogène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Clés et valeurs hétérogènes</a:t>
                      </a:r>
                      <a:endParaRPr lang="en-US" sz="1100">
                        <a:effectLst/>
                        <a:latin typeface="Calibri"/>
                        <a:ea typeface="Calibri"/>
                        <a:cs typeface="Arial"/>
                      </a:endParaRPr>
                    </a:p>
                  </a:txBody>
                  <a:tcPr marL="68580" marR="68580" marT="0" marB="0"/>
                </a:tc>
              </a:tr>
              <a:tr h="288031">
                <a:tc>
                  <a:txBody>
                    <a:bodyPr/>
                    <a:lstStyle/>
                    <a:p>
                      <a:pPr>
                        <a:lnSpc>
                          <a:spcPct val="115000"/>
                        </a:lnSpc>
                        <a:spcAft>
                          <a:spcPts val="0"/>
                        </a:spcAft>
                      </a:pPr>
                      <a:r>
                        <a:rPr lang="fr-FR" sz="1100">
                          <a:effectLst/>
                        </a:rPr>
                        <a:t>Ajout d’élément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append(), insert()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 </a:t>
                      </a:r>
                      <a:r>
                        <a:rPr lang="fr-FR" sz="1100" dirty="0">
                          <a:effectLst/>
                        </a:rPr>
                        <a:t>Impossible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add()</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d[key] = value</a:t>
                      </a:r>
                      <a:endParaRPr lang="en-US" sz="1100">
                        <a:effectLst/>
                        <a:latin typeface="Calibri"/>
                        <a:ea typeface="Calibri"/>
                        <a:cs typeface="Arial"/>
                      </a:endParaRPr>
                    </a:p>
                  </a:txBody>
                  <a:tcPr marL="68580" marR="68580" marT="0" marB="0"/>
                </a:tc>
              </a:tr>
              <a:tr h="576064">
                <a:tc>
                  <a:txBody>
                    <a:bodyPr/>
                    <a:lstStyle/>
                    <a:p>
                      <a:pPr>
                        <a:lnSpc>
                          <a:spcPct val="115000"/>
                        </a:lnSpc>
                        <a:spcAft>
                          <a:spcPts val="0"/>
                        </a:spcAft>
                      </a:pPr>
                      <a:r>
                        <a:rPr lang="fr-FR" sz="1100" dirty="0">
                          <a:effectLst/>
                        </a:rPr>
                        <a:t>Suppression d’élément</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remove(), pop()</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 </a:t>
                      </a:r>
                      <a:r>
                        <a:rPr lang="fr-FR" sz="1100" dirty="0">
                          <a:effectLst/>
                        </a:rPr>
                        <a:t>Impossible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remove(), discard()</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pop(), del</a:t>
                      </a:r>
                      <a:endParaRPr lang="en-US" sz="1100">
                        <a:effectLst/>
                        <a:latin typeface="Calibri"/>
                        <a:ea typeface="Calibri"/>
                        <a:cs typeface="Arial"/>
                      </a:endParaRPr>
                    </a:p>
                  </a:txBody>
                  <a:tcPr marL="68580" marR="68580" marT="0" marB="0"/>
                </a:tc>
              </a:tr>
              <a:tr h="288031">
                <a:tc>
                  <a:txBody>
                    <a:bodyPr/>
                    <a:lstStyle/>
                    <a:p>
                      <a:pPr>
                        <a:lnSpc>
                          <a:spcPct val="115000"/>
                        </a:lnSpc>
                        <a:spcAft>
                          <a:spcPts val="0"/>
                        </a:spcAft>
                      </a:pPr>
                      <a:r>
                        <a:rPr lang="fr-FR" sz="1100">
                          <a:effectLst/>
                        </a:rPr>
                        <a:t>Itérable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Oui</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Oui</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Oui</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Oui </a:t>
                      </a:r>
                      <a:r>
                        <a:rPr lang="fr-FR" sz="1100" dirty="0">
                          <a:effectLst/>
                        </a:rPr>
                        <a:t>(par clés)</a:t>
                      </a:r>
                      <a:endParaRPr lang="en-US" sz="1100" dirty="0">
                        <a:effectLst/>
                        <a:latin typeface="Calibri"/>
                        <a:ea typeface="Calibri"/>
                        <a:cs typeface="Arial"/>
                      </a:endParaRPr>
                    </a:p>
                  </a:txBody>
                  <a:tcPr marL="68580" marR="68580" marT="0" marB="0"/>
                </a:tc>
              </a:tr>
              <a:tr h="576064">
                <a:tc>
                  <a:txBody>
                    <a:bodyPr/>
                    <a:lstStyle/>
                    <a:p>
                      <a:pPr>
                        <a:lnSpc>
                          <a:spcPct val="115000"/>
                        </a:lnSpc>
                        <a:spcAft>
                          <a:spcPts val="0"/>
                        </a:spcAft>
                      </a:pPr>
                      <a:r>
                        <a:rPr lang="fr-FR" sz="1100">
                          <a:effectLst/>
                        </a:rPr>
                        <a:t>Mutable / Immuable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Mutable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Immuable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Mutable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Mutable</a:t>
                      </a:r>
                      <a:endParaRPr lang="en-US" sz="1100">
                        <a:effectLst/>
                        <a:latin typeface="Calibri"/>
                        <a:ea typeface="Calibri"/>
                        <a:cs typeface="Arial"/>
                      </a:endParaRPr>
                    </a:p>
                  </a:txBody>
                  <a:tcPr marL="68580" marR="68580" marT="0" marB="0"/>
                </a:tc>
              </a:tr>
              <a:tr h="1152128">
                <a:tc>
                  <a:txBody>
                    <a:bodyPr/>
                    <a:lstStyle/>
                    <a:p>
                      <a:pPr>
                        <a:lnSpc>
                          <a:spcPct val="115000"/>
                        </a:lnSpc>
                        <a:spcAft>
                          <a:spcPts val="0"/>
                        </a:spcAft>
                      </a:pPr>
                      <a:r>
                        <a:rPr lang="fr-FR" sz="1100">
                          <a:effectLst/>
                        </a:rPr>
                        <a:t>Utilisation typique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Stocker une séquence ordonnée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Données fixes (ex : coordonnées)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Éliminer doublons, opérations ensemblistes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Associer des clés à des valeurs</a:t>
                      </a:r>
                      <a:endParaRPr lang="en-US" sz="1100">
                        <a:effectLst/>
                        <a:latin typeface="Calibri"/>
                        <a:ea typeface="Calibri"/>
                        <a:cs typeface="Arial"/>
                      </a:endParaRPr>
                    </a:p>
                  </a:txBody>
                  <a:tcPr marL="68580" marR="68580" marT="0" marB="0"/>
                </a:tc>
              </a:tr>
              <a:tr h="288031">
                <a:tc>
                  <a:txBody>
                    <a:bodyPr/>
                    <a:lstStyle/>
                    <a:p>
                      <a:pPr>
                        <a:lnSpc>
                          <a:spcPct val="115000"/>
                        </a:lnSpc>
                        <a:spcAft>
                          <a:spcPts val="0"/>
                        </a:spcAft>
                      </a:pPr>
                      <a:r>
                        <a:rPr lang="fr-FR" sz="1100">
                          <a:effectLst/>
                        </a:rPr>
                        <a:t>Création vide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a:effectLst/>
                        </a:rPr>
                        <a:t>[]</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set()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a:effectLst/>
                        </a:rPr>
                        <a:t>{}</a:t>
                      </a:r>
                      <a:endParaRPr lang="en-US" sz="1100" dirty="0">
                        <a:effectLst/>
                        <a:latin typeface="Calibri"/>
                        <a:ea typeface="Calibri"/>
                        <a:cs typeface="Arial"/>
                      </a:endParaRPr>
                    </a:p>
                  </a:txBody>
                  <a:tcPr marL="68580" marR="68580" marT="0" marB="0"/>
                </a:tc>
              </a:tr>
            </a:tbl>
          </a:graphicData>
        </a:graphic>
      </p:graphicFrame>
      <p:sp>
        <p:nvSpPr>
          <p:cNvPr id="4" name="ZoneTexte 3"/>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Résumé</a:t>
            </a:r>
            <a:endParaRPr lang="en-US" sz="2400" b="1" dirty="0">
              <a:solidFill>
                <a:schemeClr val="accent2"/>
              </a:solidFill>
            </a:endParaRPr>
          </a:p>
        </p:txBody>
      </p:sp>
    </p:spTree>
    <p:extLst>
      <p:ext uri="{BB962C8B-B14F-4D97-AF65-F5344CB8AC3E}">
        <p14:creationId xmlns:p14="http://schemas.microsoft.com/office/powerpoint/2010/main" val="11140342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2938458872"/>
              </p:ext>
            </p:extLst>
          </p:nvPr>
        </p:nvGraphicFramePr>
        <p:xfrm>
          <a:off x="899590" y="2060848"/>
          <a:ext cx="7272809" cy="1584176"/>
        </p:xfrm>
        <a:graphic>
          <a:graphicData uri="http://schemas.openxmlformats.org/drawingml/2006/table">
            <a:tbl>
              <a:tblPr firstRow="1" firstCol="1" bandRow="1">
                <a:tableStyleId>{5C22544A-7EE6-4342-B048-85BDC9FD1C3A}</a:tableStyleId>
              </a:tblPr>
              <a:tblGrid>
                <a:gridCol w="1454092"/>
                <a:gridCol w="1454092"/>
                <a:gridCol w="1454875"/>
                <a:gridCol w="1454875"/>
                <a:gridCol w="1454875"/>
              </a:tblGrid>
              <a:tr h="396044">
                <a:tc>
                  <a:txBody>
                    <a:bodyPr/>
                    <a:lstStyle/>
                    <a:p>
                      <a:pPr>
                        <a:lnSpc>
                          <a:spcPct val="115000"/>
                        </a:lnSpc>
                        <a:spcAft>
                          <a:spcPts val="0"/>
                        </a:spcAft>
                      </a:pPr>
                      <a:r>
                        <a:rPr lang="fr-FR" sz="1100" dirty="0">
                          <a:effectLst/>
                        </a:rPr>
                        <a:t>Caractéristique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Liste (list)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Tuple (tuple)</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Ensemble (set)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Dictionnaire (dict)</a:t>
                      </a:r>
                      <a:endParaRPr lang="en-US" sz="1100">
                        <a:effectLst/>
                        <a:latin typeface="Calibri"/>
                        <a:ea typeface="Calibri"/>
                        <a:cs typeface="Arial"/>
                      </a:endParaRPr>
                    </a:p>
                  </a:txBody>
                  <a:tcPr marL="68580" marR="68580" marT="0" marB="0"/>
                </a:tc>
              </a:tr>
              <a:tr h="396044">
                <a:tc>
                  <a:txBody>
                    <a:bodyPr/>
                    <a:lstStyle/>
                    <a:p>
                      <a:pPr>
                        <a:lnSpc>
                          <a:spcPct val="115000"/>
                        </a:lnSpc>
                        <a:spcAft>
                          <a:spcPts val="0"/>
                        </a:spcAft>
                      </a:pPr>
                      <a:r>
                        <a:rPr lang="fr-FR" sz="1100">
                          <a:effectLst/>
                        </a:rPr>
                        <a:t>Indexation / Slicing</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Oui</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 </a:t>
                      </a:r>
                      <a:r>
                        <a:rPr lang="fr-FR" sz="1100" dirty="0">
                          <a:effectLst/>
                        </a:rPr>
                        <a:t>Oui</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 </a:t>
                      </a:r>
                      <a:r>
                        <a:rPr lang="fr-FR" sz="1100" dirty="0">
                          <a:effectLst/>
                        </a:rPr>
                        <a:t>Non</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smtClean="0">
                          <a:effectLst/>
                        </a:rPr>
                        <a:t> </a:t>
                      </a:r>
                      <a:r>
                        <a:rPr lang="fr-FR" sz="1100" dirty="0">
                          <a:effectLst/>
                        </a:rPr>
                        <a:t>Par clé seulement</a:t>
                      </a:r>
                      <a:endParaRPr lang="en-US" sz="1100" dirty="0">
                        <a:effectLst/>
                        <a:latin typeface="Calibri"/>
                        <a:ea typeface="Calibri"/>
                        <a:cs typeface="Arial"/>
                      </a:endParaRPr>
                    </a:p>
                  </a:txBody>
                  <a:tcPr marL="68580" marR="68580" marT="0" marB="0"/>
                </a:tc>
              </a:tr>
              <a:tr h="792088">
                <a:tc>
                  <a:txBody>
                    <a:bodyPr/>
                    <a:lstStyle/>
                    <a:p>
                      <a:pPr>
                        <a:lnSpc>
                          <a:spcPct val="115000"/>
                        </a:lnSpc>
                        <a:spcAft>
                          <a:spcPts val="0"/>
                        </a:spcAft>
                      </a:pPr>
                      <a:r>
                        <a:rPr lang="fr-FR" sz="1100">
                          <a:effectLst/>
                        </a:rPr>
                        <a:t>Opérations mathématiques</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a:effectLst/>
                        </a:rPr>
                        <a:t>❌</a:t>
                      </a:r>
                      <a:endParaRPr lang="en-US" sz="1100">
                        <a:effectLst/>
                        <a:latin typeface="Calibri"/>
                        <a:ea typeface="Calibri"/>
                        <a:cs typeface="Arial"/>
                      </a:endParaRPr>
                    </a:p>
                  </a:txBody>
                  <a:tcPr marL="68580" marR="68580" marT="0" marB="0"/>
                </a:tc>
                <a:tc>
                  <a:txBody>
                    <a:bodyPr/>
                    <a:lstStyle/>
                    <a:p>
                      <a:pPr>
                        <a:lnSpc>
                          <a:spcPct val="115000"/>
                        </a:lnSpc>
                        <a:spcAft>
                          <a:spcPts val="0"/>
                        </a:spcAft>
                      </a:pPr>
                      <a:r>
                        <a:rPr lang="fr-FR" sz="1100" dirty="0">
                          <a:effectLst/>
                        </a:rPr>
                        <a:t>❌</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smtClean="0">
                          <a:effectLst/>
                        </a:rPr>
                        <a:t>Union</a:t>
                      </a:r>
                      <a:r>
                        <a:rPr lang="fr-FR" sz="1100">
                          <a:effectLst/>
                        </a:rPr>
                        <a:t>, intersection, différence</a:t>
                      </a:r>
                      <a:endParaRPr lang="en-US" sz="1100" dirty="0">
                        <a:effectLst/>
                        <a:latin typeface="Calibri"/>
                        <a:ea typeface="Calibri"/>
                        <a:cs typeface="Arial"/>
                      </a:endParaRPr>
                    </a:p>
                  </a:txBody>
                  <a:tcPr marL="68580" marR="68580" marT="0" marB="0"/>
                </a:tc>
                <a:tc>
                  <a:txBody>
                    <a:bodyPr/>
                    <a:lstStyle/>
                    <a:p>
                      <a:pPr>
                        <a:lnSpc>
                          <a:spcPct val="115000"/>
                        </a:lnSpc>
                        <a:spcAft>
                          <a:spcPts val="0"/>
                        </a:spcAft>
                      </a:pPr>
                      <a:r>
                        <a:rPr lang="fr-FR" sz="1100" dirty="0">
                          <a:effectLst/>
                        </a:rPr>
                        <a:t>❌</a:t>
                      </a:r>
                      <a:endParaRPr lang="en-US" sz="1100" dirty="0">
                        <a:effectLst/>
                        <a:latin typeface="Calibri"/>
                        <a:ea typeface="Calibri"/>
                        <a:cs typeface="Arial"/>
                      </a:endParaRPr>
                    </a:p>
                  </a:txBody>
                  <a:tcPr marL="68580" marR="68580" marT="0" marB="0"/>
                </a:tc>
              </a:tr>
            </a:tbl>
          </a:graphicData>
        </a:graphic>
      </p:graphicFrame>
      <p:sp>
        <p:nvSpPr>
          <p:cNvPr id="4" name="ZoneTexte 3"/>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Résumé</a:t>
            </a:r>
            <a:endParaRPr lang="en-US" sz="2400" b="1" dirty="0">
              <a:solidFill>
                <a:schemeClr val="accent2"/>
              </a:solidFill>
            </a:endParaRPr>
          </a:p>
        </p:txBody>
      </p:sp>
    </p:spTree>
    <p:extLst>
      <p:ext uri="{BB962C8B-B14F-4D97-AF65-F5344CB8AC3E}">
        <p14:creationId xmlns:p14="http://schemas.microsoft.com/office/powerpoint/2010/main" val="349850465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475656" y="1340768"/>
            <a:ext cx="6840760" cy="646331"/>
          </a:xfrm>
          <a:prstGeom prst="rect">
            <a:avLst/>
          </a:prstGeom>
          <a:noFill/>
        </p:spPr>
        <p:txBody>
          <a:bodyPr wrap="square" rtlCol="0">
            <a:spAutoFit/>
          </a:bodyPr>
          <a:lstStyle/>
          <a:p>
            <a:r>
              <a:rPr lang="fr-MA" dirty="0" smtClean="0"/>
              <a:t>Ecrire un programme qui supprime </a:t>
            </a:r>
            <a:r>
              <a:rPr lang="fr-MA" dirty="0"/>
              <a:t>les doublons d’une liste tout en conservant l’ordre d’origine.</a:t>
            </a:r>
            <a:endParaRPr lang="en-US" dirty="0"/>
          </a:p>
        </p:txBody>
      </p:sp>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EXERCICE:</a:t>
            </a:r>
            <a:endParaRPr lang="en-US" sz="2400" b="1" dirty="0">
              <a:solidFill>
                <a:schemeClr val="accent2"/>
              </a:solidFill>
            </a:endParaRPr>
          </a:p>
        </p:txBody>
      </p:sp>
    </p:spTree>
    <p:extLst>
      <p:ext uri="{BB962C8B-B14F-4D97-AF65-F5344CB8AC3E}">
        <p14:creationId xmlns:p14="http://schemas.microsoft.com/office/powerpoint/2010/main" val="45553685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187624" y="1268760"/>
            <a:ext cx="6264696" cy="2862322"/>
          </a:xfrm>
          <a:prstGeom prst="rect">
            <a:avLst/>
          </a:prstGeom>
          <a:noFill/>
        </p:spPr>
        <p:txBody>
          <a:bodyPr wrap="square" rtlCol="0">
            <a:spAutoFit/>
          </a:bodyPr>
          <a:lstStyle/>
          <a:p>
            <a:r>
              <a:rPr lang="en-US" dirty="0" err="1"/>
              <a:t>def</a:t>
            </a:r>
            <a:r>
              <a:rPr lang="en-US" dirty="0"/>
              <a:t> </a:t>
            </a:r>
            <a:r>
              <a:rPr lang="en-US" dirty="0" err="1"/>
              <a:t>sans_doublons</a:t>
            </a:r>
            <a:r>
              <a:rPr lang="en-US" dirty="0"/>
              <a:t>(</a:t>
            </a:r>
            <a:r>
              <a:rPr lang="en-US" dirty="0" err="1"/>
              <a:t>liste</a:t>
            </a:r>
            <a:r>
              <a:rPr lang="en-US" dirty="0"/>
              <a:t>): </a:t>
            </a:r>
            <a:endParaRPr lang="en-US" dirty="0" smtClean="0"/>
          </a:p>
          <a:p>
            <a:r>
              <a:rPr lang="en-US" dirty="0" smtClean="0"/>
              <a:t>  	 </a:t>
            </a:r>
            <a:r>
              <a:rPr lang="en-US" dirty="0" err="1"/>
              <a:t>resultat</a:t>
            </a:r>
            <a:r>
              <a:rPr lang="en-US" dirty="0"/>
              <a:t> = </a:t>
            </a:r>
            <a:r>
              <a:rPr lang="en-US" dirty="0" smtClean="0"/>
              <a:t>[]</a:t>
            </a:r>
          </a:p>
          <a:p>
            <a:r>
              <a:rPr lang="en-US" dirty="0" smtClean="0"/>
              <a:t> 	 </a:t>
            </a:r>
            <a:r>
              <a:rPr lang="en-US" dirty="0"/>
              <a:t>for x in </a:t>
            </a:r>
            <a:r>
              <a:rPr lang="en-US" dirty="0" err="1"/>
              <a:t>liste</a:t>
            </a:r>
            <a:r>
              <a:rPr lang="en-US" dirty="0"/>
              <a:t>: </a:t>
            </a:r>
            <a:endParaRPr lang="en-US" dirty="0" smtClean="0"/>
          </a:p>
          <a:p>
            <a:r>
              <a:rPr lang="en-US" dirty="0" smtClean="0"/>
              <a:t>     		  </a:t>
            </a:r>
            <a:r>
              <a:rPr lang="en-US" dirty="0"/>
              <a:t>if x not in </a:t>
            </a:r>
            <a:r>
              <a:rPr lang="en-US" dirty="0" err="1"/>
              <a:t>resultat</a:t>
            </a:r>
            <a:r>
              <a:rPr lang="en-US" dirty="0" smtClean="0"/>
              <a:t>:</a:t>
            </a:r>
          </a:p>
          <a:p>
            <a:r>
              <a:rPr lang="en-US" dirty="0"/>
              <a:t> </a:t>
            </a:r>
            <a:r>
              <a:rPr lang="en-US" dirty="0" smtClean="0"/>
              <a:t>          			        </a:t>
            </a:r>
            <a:r>
              <a:rPr lang="en-US" dirty="0" err="1"/>
              <a:t>resultat.append</a:t>
            </a:r>
            <a:r>
              <a:rPr lang="en-US" dirty="0"/>
              <a:t>(x</a:t>
            </a:r>
            <a:r>
              <a:rPr lang="en-US" dirty="0" smtClean="0"/>
              <a:t>)</a:t>
            </a:r>
          </a:p>
          <a:p>
            <a:r>
              <a:rPr lang="en-US" dirty="0" smtClean="0"/>
              <a:t>    	  return </a:t>
            </a:r>
            <a:r>
              <a:rPr lang="en-US" dirty="0" err="1" smtClean="0"/>
              <a:t>resultat</a:t>
            </a:r>
            <a:endParaRPr lang="en-US" dirty="0" smtClean="0"/>
          </a:p>
          <a:p>
            <a:r>
              <a:rPr lang="en-US" dirty="0" smtClean="0"/>
              <a:t>L </a:t>
            </a:r>
            <a:r>
              <a:rPr lang="en-US" dirty="0"/>
              <a:t>= [3, 1, 2, 3, 2, 4, 1</a:t>
            </a:r>
            <a:r>
              <a:rPr lang="en-US" dirty="0" smtClean="0"/>
              <a:t>]</a:t>
            </a:r>
          </a:p>
          <a:p>
            <a:r>
              <a:rPr lang="en-US" dirty="0" smtClean="0"/>
              <a:t>print(</a:t>
            </a:r>
            <a:r>
              <a:rPr lang="en-US" dirty="0" err="1" smtClean="0"/>
              <a:t>sans_doublons</a:t>
            </a:r>
            <a:r>
              <a:rPr lang="en-US" dirty="0" smtClean="0"/>
              <a:t>(L</a:t>
            </a:r>
            <a:r>
              <a:rPr lang="en-US" dirty="0"/>
              <a:t>)) </a:t>
            </a:r>
            <a:endParaRPr lang="en-US" dirty="0" smtClean="0"/>
          </a:p>
          <a:p>
            <a:endParaRPr lang="en-US" dirty="0" smtClean="0"/>
          </a:p>
          <a:p>
            <a:r>
              <a:rPr lang="en-US" dirty="0" err="1" smtClean="0"/>
              <a:t>Affichage</a:t>
            </a:r>
            <a:r>
              <a:rPr lang="en-US" dirty="0" smtClean="0"/>
              <a:t>  : [</a:t>
            </a:r>
            <a:r>
              <a:rPr lang="en-US" dirty="0"/>
              <a:t>3, 1, 2, 4]</a:t>
            </a:r>
          </a:p>
        </p:txBody>
      </p:sp>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SOLUTION:</a:t>
            </a:r>
            <a:endParaRPr lang="en-US" sz="2400" b="1" dirty="0">
              <a:solidFill>
                <a:schemeClr val="accent2"/>
              </a:solidFill>
            </a:endParaRPr>
          </a:p>
        </p:txBody>
      </p:sp>
    </p:spTree>
    <p:extLst>
      <p:ext uri="{BB962C8B-B14F-4D97-AF65-F5344CB8AC3E}">
        <p14:creationId xmlns:p14="http://schemas.microsoft.com/office/powerpoint/2010/main" val="293806810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11560" y="1443749"/>
            <a:ext cx="7488832" cy="1200329"/>
          </a:xfrm>
          <a:prstGeom prst="rect">
            <a:avLst/>
          </a:prstGeom>
          <a:noFill/>
        </p:spPr>
        <p:txBody>
          <a:bodyPr wrap="square" rtlCol="0">
            <a:spAutoFit/>
          </a:bodyPr>
          <a:lstStyle/>
          <a:p>
            <a:r>
              <a:rPr lang="fr-MA" dirty="0"/>
              <a:t>Ecrire un programme qui </a:t>
            </a:r>
            <a:r>
              <a:rPr lang="fr-MA" dirty="0" smtClean="0"/>
              <a:t>trouve </a:t>
            </a:r>
            <a:r>
              <a:rPr lang="fr-MA" dirty="0"/>
              <a:t>les éléments communs à plusieurs </a:t>
            </a:r>
            <a:r>
              <a:rPr lang="fr-MA" dirty="0" smtClean="0"/>
              <a:t>listes:</a:t>
            </a:r>
          </a:p>
          <a:p>
            <a:r>
              <a:rPr lang="pt-BR" dirty="0"/>
              <a:t>A = [1, 2, 3, 4, 5]</a:t>
            </a:r>
          </a:p>
          <a:p>
            <a:r>
              <a:rPr lang="pt-BR" dirty="0"/>
              <a:t>B = [3, 4, 5, 6]</a:t>
            </a:r>
          </a:p>
          <a:p>
            <a:r>
              <a:rPr lang="pt-BR" dirty="0"/>
              <a:t>C = [0, 3, 5, 7]</a:t>
            </a:r>
            <a:endParaRPr lang="en-US" dirty="0"/>
          </a:p>
        </p:txBody>
      </p:sp>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EXERCICE:</a:t>
            </a:r>
            <a:endParaRPr lang="en-US" sz="2400" b="1" dirty="0">
              <a:solidFill>
                <a:schemeClr val="accent2"/>
              </a:solidFill>
            </a:endParaRPr>
          </a:p>
        </p:txBody>
      </p:sp>
    </p:spTree>
    <p:extLst>
      <p:ext uri="{BB962C8B-B14F-4D97-AF65-F5344CB8AC3E}">
        <p14:creationId xmlns:p14="http://schemas.microsoft.com/office/powerpoint/2010/main" val="368816898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619672" y="1628800"/>
            <a:ext cx="7272808" cy="1754326"/>
          </a:xfrm>
          <a:prstGeom prst="rect">
            <a:avLst/>
          </a:prstGeom>
          <a:noFill/>
        </p:spPr>
        <p:txBody>
          <a:bodyPr wrap="square" rtlCol="0">
            <a:spAutoFit/>
          </a:bodyPr>
          <a:lstStyle/>
          <a:p>
            <a:r>
              <a:rPr lang="en-US" dirty="0"/>
              <a:t>A = [1, 2, 3, 4, 5</a:t>
            </a:r>
            <a:r>
              <a:rPr lang="en-US" dirty="0" smtClean="0"/>
              <a:t>]</a:t>
            </a:r>
          </a:p>
          <a:p>
            <a:r>
              <a:rPr lang="en-US" dirty="0" smtClean="0"/>
              <a:t>B </a:t>
            </a:r>
            <a:r>
              <a:rPr lang="en-US" dirty="0"/>
              <a:t>= [3, 4, 5, 6</a:t>
            </a:r>
            <a:r>
              <a:rPr lang="en-US" dirty="0" smtClean="0"/>
              <a:t>]</a:t>
            </a:r>
          </a:p>
          <a:p>
            <a:r>
              <a:rPr lang="en-US" dirty="0" smtClean="0"/>
              <a:t>C </a:t>
            </a:r>
            <a:r>
              <a:rPr lang="en-US" dirty="0"/>
              <a:t>= [0, 3, 5, 7</a:t>
            </a:r>
            <a:r>
              <a:rPr lang="en-US" dirty="0" smtClean="0"/>
              <a:t>]</a:t>
            </a:r>
          </a:p>
          <a:p>
            <a:r>
              <a:rPr lang="en-US" dirty="0" err="1" smtClean="0"/>
              <a:t>communs</a:t>
            </a:r>
            <a:r>
              <a:rPr lang="en-US" dirty="0" smtClean="0"/>
              <a:t> </a:t>
            </a:r>
            <a:r>
              <a:rPr lang="en-US" dirty="0"/>
              <a:t>= list(set(A) &amp; set(B) </a:t>
            </a:r>
            <a:r>
              <a:rPr lang="en-US" dirty="0" smtClean="0"/>
              <a:t>&amp; set(C))</a:t>
            </a:r>
          </a:p>
          <a:p>
            <a:r>
              <a:rPr lang="en-US" dirty="0" smtClean="0"/>
              <a:t>print(</a:t>
            </a:r>
            <a:r>
              <a:rPr lang="en-US" dirty="0" err="1" smtClean="0"/>
              <a:t>communs</a:t>
            </a:r>
            <a:r>
              <a:rPr lang="en-US" dirty="0"/>
              <a:t>)  </a:t>
            </a:r>
            <a:endParaRPr lang="en-US" dirty="0" smtClean="0"/>
          </a:p>
          <a:p>
            <a:r>
              <a:rPr lang="en-US" dirty="0" err="1" smtClean="0"/>
              <a:t>Affichage</a:t>
            </a:r>
            <a:r>
              <a:rPr lang="en-US" dirty="0" smtClean="0"/>
              <a:t> : [3</a:t>
            </a:r>
            <a:r>
              <a:rPr lang="en-US" dirty="0"/>
              <a:t>, 5]</a:t>
            </a:r>
          </a:p>
        </p:txBody>
      </p:sp>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SOLUTION:</a:t>
            </a:r>
            <a:endParaRPr lang="en-US" sz="2400" b="1" dirty="0">
              <a:solidFill>
                <a:schemeClr val="accent2"/>
              </a:solidFill>
            </a:endParaRPr>
          </a:p>
        </p:txBody>
      </p:sp>
    </p:spTree>
    <p:extLst>
      <p:ext uri="{BB962C8B-B14F-4D97-AF65-F5344CB8AC3E}">
        <p14:creationId xmlns:p14="http://schemas.microsoft.com/office/powerpoint/2010/main" val="76729871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297973" y="1796916"/>
            <a:ext cx="6552728" cy="1200329"/>
          </a:xfrm>
          <a:prstGeom prst="rect">
            <a:avLst/>
          </a:prstGeom>
          <a:noFill/>
        </p:spPr>
        <p:txBody>
          <a:bodyPr wrap="square" rtlCol="0">
            <a:spAutoFit/>
          </a:bodyPr>
          <a:lstStyle/>
          <a:p>
            <a:r>
              <a:rPr lang="en-US" dirty="0"/>
              <a:t>Inversion de </a:t>
            </a:r>
            <a:r>
              <a:rPr lang="en-US" dirty="0" err="1" smtClean="0"/>
              <a:t>dictionnaire</a:t>
            </a:r>
            <a:r>
              <a:rPr lang="en-US" dirty="0" smtClean="0"/>
              <a:t>:</a:t>
            </a:r>
          </a:p>
          <a:p>
            <a:r>
              <a:rPr lang="en-US" dirty="0"/>
              <a:t>d = {'a': 1, 'b': 2, 'c': 1, 'd': 3</a:t>
            </a:r>
            <a:r>
              <a:rPr lang="en-US" dirty="0" smtClean="0"/>
              <a:t>}</a:t>
            </a:r>
          </a:p>
          <a:p>
            <a:r>
              <a:rPr lang="fr-MA" dirty="0"/>
              <a:t>Créer un dictionnaire où les valeurs deviennent des clés et les clés deviennent des listes de clés originales.</a:t>
            </a:r>
            <a:endParaRPr lang="en-US" dirty="0"/>
          </a:p>
        </p:txBody>
      </p:sp>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EXERCICE:</a:t>
            </a:r>
            <a:endParaRPr lang="en-US" sz="2400" b="1" dirty="0">
              <a:solidFill>
                <a:schemeClr val="accent2"/>
              </a:solidFill>
            </a:endParaRPr>
          </a:p>
        </p:txBody>
      </p:sp>
    </p:spTree>
    <p:extLst>
      <p:ext uri="{BB962C8B-B14F-4D97-AF65-F5344CB8AC3E}">
        <p14:creationId xmlns:p14="http://schemas.microsoft.com/office/powerpoint/2010/main" val="267317334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979712" y="1700808"/>
            <a:ext cx="6912768" cy="1477328"/>
          </a:xfrm>
          <a:prstGeom prst="rect">
            <a:avLst/>
          </a:prstGeom>
          <a:noFill/>
        </p:spPr>
        <p:txBody>
          <a:bodyPr wrap="square" rtlCol="0">
            <a:spAutoFit/>
          </a:bodyPr>
          <a:lstStyle/>
          <a:p>
            <a:r>
              <a:rPr lang="en-US" dirty="0"/>
              <a:t>d = {'a': 1, 'b': 2, 'c': 1, 'd': 3</a:t>
            </a:r>
            <a:r>
              <a:rPr lang="en-US" dirty="0" smtClean="0"/>
              <a:t>}</a:t>
            </a:r>
          </a:p>
          <a:p>
            <a:r>
              <a:rPr lang="en-US" dirty="0" smtClean="0"/>
              <a:t>inverse </a:t>
            </a:r>
            <a:r>
              <a:rPr lang="en-US" dirty="0"/>
              <a:t>= </a:t>
            </a:r>
            <a:r>
              <a:rPr lang="en-US" dirty="0" smtClean="0"/>
              <a:t>{}</a:t>
            </a:r>
          </a:p>
          <a:p>
            <a:r>
              <a:rPr lang="en-US" dirty="0" smtClean="0"/>
              <a:t>for </a:t>
            </a:r>
            <a:r>
              <a:rPr lang="en-US" dirty="0" err="1"/>
              <a:t>cle</a:t>
            </a:r>
            <a:r>
              <a:rPr lang="en-US" dirty="0"/>
              <a:t>, </a:t>
            </a:r>
            <a:r>
              <a:rPr lang="en-US" dirty="0" err="1"/>
              <a:t>val</a:t>
            </a:r>
            <a:r>
              <a:rPr lang="en-US" dirty="0"/>
              <a:t> in </a:t>
            </a:r>
            <a:r>
              <a:rPr lang="en-US" dirty="0" err="1"/>
              <a:t>d.items</a:t>
            </a:r>
            <a:r>
              <a:rPr lang="en-US" dirty="0" smtClean="0"/>
              <a:t>():</a:t>
            </a:r>
          </a:p>
          <a:p>
            <a:r>
              <a:rPr lang="en-US" dirty="0"/>
              <a:t>	</a:t>
            </a:r>
            <a:r>
              <a:rPr lang="en-US" dirty="0" smtClean="0"/>
              <a:t>    </a:t>
            </a:r>
            <a:r>
              <a:rPr lang="en-US" dirty="0" err="1"/>
              <a:t>inverse.setdefault</a:t>
            </a:r>
            <a:r>
              <a:rPr lang="en-US" dirty="0"/>
              <a:t>(</a:t>
            </a:r>
            <a:r>
              <a:rPr lang="en-US" dirty="0" err="1"/>
              <a:t>val</a:t>
            </a:r>
            <a:r>
              <a:rPr lang="en-US" dirty="0" smtClean="0"/>
              <a:t>, []).</a:t>
            </a:r>
            <a:r>
              <a:rPr lang="en-US" dirty="0"/>
              <a:t>append(</a:t>
            </a:r>
            <a:r>
              <a:rPr lang="en-US" dirty="0" err="1"/>
              <a:t>cle</a:t>
            </a:r>
            <a:r>
              <a:rPr lang="en-US" dirty="0" smtClean="0"/>
              <a:t>)</a:t>
            </a:r>
          </a:p>
          <a:p>
            <a:r>
              <a:rPr lang="en-US" dirty="0" smtClean="0"/>
              <a:t>print(inverse</a:t>
            </a:r>
            <a:r>
              <a:rPr lang="en-US" dirty="0"/>
              <a:t>)</a:t>
            </a:r>
          </a:p>
        </p:txBody>
      </p:sp>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SOLUTION:</a:t>
            </a:r>
            <a:endParaRPr lang="en-US" sz="2400" b="1" dirty="0">
              <a:solidFill>
                <a:schemeClr val="accent2"/>
              </a:solidFill>
            </a:endParaRPr>
          </a:p>
        </p:txBody>
      </p:sp>
    </p:spTree>
    <p:extLst>
      <p:ext uri="{BB962C8B-B14F-4D97-AF65-F5344CB8AC3E}">
        <p14:creationId xmlns:p14="http://schemas.microsoft.com/office/powerpoint/2010/main" val="399696044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67544" y="1772816"/>
            <a:ext cx="8424936" cy="1754326"/>
          </a:xfrm>
          <a:prstGeom prst="rect">
            <a:avLst/>
          </a:prstGeom>
          <a:noFill/>
        </p:spPr>
        <p:txBody>
          <a:bodyPr wrap="square" rtlCol="0">
            <a:spAutoFit/>
          </a:bodyPr>
          <a:lstStyle/>
          <a:p>
            <a:r>
              <a:rPr lang="en-US" b="1" dirty="0" err="1"/>
              <a:t>Étapes</a:t>
            </a:r>
            <a:r>
              <a:rPr lang="en-US" b="1" dirty="0"/>
              <a:t> </a:t>
            </a:r>
            <a:r>
              <a:rPr lang="en-US" b="1" dirty="0" err="1"/>
              <a:t>d’exécution</a:t>
            </a:r>
            <a:r>
              <a:rPr lang="en-US" b="1" dirty="0"/>
              <a:t> :</a:t>
            </a:r>
            <a:endParaRPr lang="en-US" dirty="0"/>
          </a:p>
          <a:p>
            <a:pPr lvl="0"/>
            <a:r>
              <a:rPr lang="fr-FR" dirty="0" smtClean="0"/>
              <a:t>1- </a:t>
            </a:r>
            <a:r>
              <a:rPr lang="fr-FR" dirty="0" err="1" smtClean="0"/>
              <a:t>cle</a:t>
            </a:r>
            <a:r>
              <a:rPr lang="fr-FR" dirty="0"/>
              <a:t>='a', val=1 → 1 n’existe pas → crée [ ] → ajoute 'a' → {1: ['a']}</a:t>
            </a:r>
            <a:endParaRPr lang="en-US" dirty="0"/>
          </a:p>
          <a:p>
            <a:pPr lvl="0"/>
            <a:r>
              <a:rPr lang="fr-FR" dirty="0" smtClean="0"/>
              <a:t>2- </a:t>
            </a:r>
            <a:r>
              <a:rPr lang="fr-FR" dirty="0" err="1" smtClean="0"/>
              <a:t>cle</a:t>
            </a:r>
            <a:r>
              <a:rPr lang="fr-FR" dirty="0"/>
              <a:t>='b', val=2 → 2 n’existe pas → crée [ ] → ajoute 'b' → {1: ['a'], 2: ['b']}</a:t>
            </a:r>
            <a:endParaRPr lang="en-US" dirty="0"/>
          </a:p>
          <a:p>
            <a:pPr lvl="0"/>
            <a:r>
              <a:rPr lang="fr-FR" dirty="0" smtClean="0"/>
              <a:t>3- </a:t>
            </a:r>
            <a:r>
              <a:rPr lang="fr-FR" dirty="0" err="1" smtClean="0"/>
              <a:t>cle</a:t>
            </a:r>
            <a:r>
              <a:rPr lang="fr-FR" dirty="0"/>
              <a:t>='c', val=1 → 1 existe déjà → ajoute 'c' → {1: ['a', 'c'], 2: ['b']}</a:t>
            </a:r>
            <a:endParaRPr lang="en-US" dirty="0"/>
          </a:p>
          <a:p>
            <a:pPr lvl="0"/>
            <a:r>
              <a:rPr lang="fr-FR" dirty="0" smtClean="0"/>
              <a:t>4- </a:t>
            </a:r>
            <a:r>
              <a:rPr lang="fr-FR" dirty="0" err="1" smtClean="0"/>
              <a:t>cle</a:t>
            </a:r>
            <a:r>
              <a:rPr lang="fr-FR" dirty="0"/>
              <a:t>='d', val=3 → 3 n’existe pas → crée [ ] → ajoute 'd' → {1: ['a', 'c'], 2: ['b'], 3: ['d']}</a:t>
            </a:r>
            <a:endParaRPr lang="en-US" dirty="0"/>
          </a:p>
          <a:p>
            <a:endParaRPr lang="en-US" dirty="0"/>
          </a:p>
        </p:txBody>
      </p:sp>
      <p:sp>
        <p:nvSpPr>
          <p:cNvPr id="3" name="ZoneTexte 2"/>
          <p:cNvSpPr txBox="1"/>
          <p:nvPr/>
        </p:nvSpPr>
        <p:spPr>
          <a:xfrm>
            <a:off x="2699792" y="692696"/>
            <a:ext cx="2520280" cy="461665"/>
          </a:xfrm>
          <a:prstGeom prst="rect">
            <a:avLst/>
          </a:prstGeom>
          <a:noFill/>
        </p:spPr>
        <p:txBody>
          <a:bodyPr wrap="square" rtlCol="0">
            <a:spAutoFit/>
          </a:bodyPr>
          <a:lstStyle/>
          <a:p>
            <a:pPr algn="ctr"/>
            <a:r>
              <a:rPr lang="fr-MA" sz="2400" b="1" dirty="0" smtClean="0">
                <a:solidFill>
                  <a:schemeClr val="accent2"/>
                </a:solidFill>
              </a:rPr>
              <a:t>SOLUTION:</a:t>
            </a:r>
            <a:endParaRPr lang="en-US" sz="2400" b="1" dirty="0">
              <a:solidFill>
                <a:schemeClr val="accent2"/>
              </a:solidFill>
            </a:endParaRPr>
          </a:p>
        </p:txBody>
      </p:sp>
    </p:spTree>
    <p:extLst>
      <p:ext uri="{BB962C8B-B14F-4D97-AF65-F5344CB8AC3E}">
        <p14:creationId xmlns:p14="http://schemas.microsoft.com/office/powerpoint/2010/main" val="184991056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70.xml><?xml version="1.0" encoding="utf-8"?>
<p:tagLst xmlns:a="http://schemas.openxmlformats.org/drawingml/2006/main" xmlns:r="http://schemas.openxmlformats.org/officeDocument/2006/relationships" xmlns:p="http://schemas.openxmlformats.org/presentationml/2006/main">
  <p:tag name="ARTICULATE_SLIDE_PAUSE"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12599</TotalTime>
  <Words>8624</Words>
  <Application>Microsoft Office PowerPoint</Application>
  <PresentationFormat>Affichage à l'écran (4:3)</PresentationFormat>
  <Paragraphs>1635</Paragraphs>
  <Slides>99</Slides>
  <Notes>70</Notes>
  <HiddenSlides>0</HiddenSlides>
  <MMClips>0</MMClips>
  <ScaleCrop>false</ScaleCrop>
  <HeadingPairs>
    <vt:vector size="4" baseType="variant">
      <vt:variant>
        <vt:lpstr>Thème</vt:lpstr>
      </vt:variant>
      <vt:variant>
        <vt:i4>1</vt:i4>
      </vt:variant>
      <vt:variant>
        <vt:lpstr>Titres des diapositives</vt:lpstr>
      </vt:variant>
      <vt:variant>
        <vt:i4>99</vt:i4>
      </vt:variant>
    </vt:vector>
  </HeadingPairs>
  <TitlesOfParts>
    <vt:vector size="100" baseType="lpstr">
      <vt:lpstr>Thème Office</vt:lpstr>
      <vt:lpstr>Présentation PowerPoint</vt:lpstr>
      <vt:lpstr>Notion de séquence </vt:lpstr>
      <vt:lpstr>Notion de séquence </vt:lpstr>
      <vt:lpstr>Notion de séquence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algorithmes de tri</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Lezs fonctions en algorithmique</dc:title>
  <dc:creator>Utilisateur Windows</dc:creator>
  <cp:lastModifiedBy>Utilisateur Windows</cp:lastModifiedBy>
  <cp:revision>39</cp:revision>
  <dcterms:created xsi:type="dcterms:W3CDTF">2024-11-18T23:26:53Z</dcterms:created>
  <dcterms:modified xsi:type="dcterms:W3CDTF">2025-10-11T10:16:15Z</dcterms:modified>
</cp:coreProperties>
</file>